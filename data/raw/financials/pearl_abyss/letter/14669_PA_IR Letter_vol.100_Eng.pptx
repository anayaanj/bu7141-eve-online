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7"/>
  </p:notesMasterIdLst>
  <p:sldIdLst>
    <p:sldId id="281" r:id="rId5"/>
    <p:sldId id="280" r:id="rId6"/>
  </p:sldIdLst>
  <p:sldSz cx="7559675" cy="10691813"/>
  <p:notesSz cx="6669088"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7">
          <p15:clr>
            <a:srgbClr val="A4A3A4"/>
          </p15:clr>
        </p15:guide>
        <p15:guide id="2" pos="238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ARL"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986"/>
    <a:srgbClr val="004984"/>
    <a:srgbClr val="004885"/>
    <a:srgbClr val="051742"/>
    <a:srgbClr val="B7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69C2C5-CE2D-4428-8A57-2E99AEF34DBD}" v="640" dt="2026-03-19T02:05:52.411"/>
    <p1510:client id="{25144C95-969E-4398-BBC0-53EDEBF72BD7}" v="275" dt="2026-03-19T01:24:27.58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367"/>
        <p:guide pos="2381"/>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예은" userId="6526923f-0c52-4639-9dbd-0f483d8fd367" providerId="ADAL" clId="{F3201B0C-FBC4-40AB-B079-A1A4CC51793D}"/>
    <pc:docChg chg="undo custSel modSld">
      <pc:chgData name="예은" userId="6526923f-0c52-4639-9dbd-0f483d8fd367" providerId="ADAL" clId="{F3201B0C-FBC4-40AB-B079-A1A4CC51793D}" dt="2022-02-07T05:54:23.879" v="797"/>
      <pc:docMkLst>
        <pc:docMk/>
      </pc:docMkLst>
      <pc:sldChg chg="modSp mod">
        <pc:chgData name="예은" userId="6526923f-0c52-4639-9dbd-0f483d8fd367" providerId="ADAL" clId="{F3201B0C-FBC4-40AB-B079-A1A4CC51793D}" dt="2022-02-07T05:54:23.879" v="797"/>
        <pc:sldMkLst>
          <pc:docMk/>
          <pc:sldMk cId="2782649627" sldId="272"/>
        </pc:sldMkLst>
        <pc:spChg chg="mod">
          <ac:chgData name="예은" userId="6526923f-0c52-4639-9dbd-0f483d8fd367" providerId="ADAL" clId="{F3201B0C-FBC4-40AB-B079-A1A4CC51793D}" dt="2022-02-07T05:54:23.879" v="797"/>
          <ac:spMkLst>
            <pc:docMk/>
            <pc:sldMk cId="2782649627" sldId="272"/>
            <ac:spMk id="112" creationId="{73C59D24-84B2-41A3-8429-DFE40037452D}"/>
          </ac:spMkLst>
        </pc:spChg>
      </pc:sldChg>
      <pc:sldChg chg="modSp mod">
        <pc:chgData name="예은" userId="6526923f-0c52-4639-9dbd-0f483d8fd367" providerId="ADAL" clId="{F3201B0C-FBC4-40AB-B079-A1A4CC51793D}" dt="2022-02-07T05:50:32.329" v="672" actId="20577"/>
        <pc:sldMkLst>
          <pc:docMk/>
          <pc:sldMk cId="882373454" sldId="274"/>
        </pc:sldMkLst>
        <pc:spChg chg="mod">
          <ac:chgData name="예은" userId="6526923f-0c52-4639-9dbd-0f483d8fd367" providerId="ADAL" clId="{F3201B0C-FBC4-40AB-B079-A1A4CC51793D}" dt="2022-02-07T05:15:55.022" v="0" actId="20577"/>
          <ac:spMkLst>
            <pc:docMk/>
            <pc:sldMk cId="882373454" sldId="274"/>
            <ac:spMk id="111" creationId="{DBDB8DD5-5529-4E2C-9BDB-5CAB844DDD5F}"/>
          </ac:spMkLst>
        </pc:spChg>
        <pc:spChg chg="mod">
          <ac:chgData name="예은" userId="6526923f-0c52-4639-9dbd-0f483d8fd367" providerId="ADAL" clId="{F3201B0C-FBC4-40AB-B079-A1A4CC51793D}" dt="2022-02-07T05:50:32.329" v="672" actId="20577"/>
          <ac:spMkLst>
            <pc:docMk/>
            <pc:sldMk cId="882373454" sldId="274"/>
            <ac:spMk id="113" creationId="{EB58FF82-05F3-4413-9FB5-F5EA9CADDCA7}"/>
          </ac:spMkLst>
        </pc:spChg>
        <pc:spChg chg="mod">
          <ac:chgData name="예은" userId="6526923f-0c52-4639-9dbd-0f483d8fd367" providerId="ADAL" clId="{F3201B0C-FBC4-40AB-B079-A1A4CC51793D}" dt="2022-02-07T05:28:57.603" v="354" actId="20577"/>
          <ac:spMkLst>
            <pc:docMk/>
            <pc:sldMk cId="882373454" sldId="274"/>
            <ac:spMk id="122" creationId="{68D86FB5-FE22-4A5C-9881-2ABD30ED15CD}"/>
          </ac:spMkLst>
        </pc:spChg>
        <pc:spChg chg="mod">
          <ac:chgData name="예은" userId="6526923f-0c52-4639-9dbd-0f483d8fd367" providerId="ADAL" clId="{F3201B0C-FBC4-40AB-B079-A1A4CC51793D}" dt="2022-02-07T05:32:14.872" v="382" actId="20577"/>
          <ac:spMkLst>
            <pc:docMk/>
            <pc:sldMk cId="882373454" sldId="274"/>
            <ac:spMk id="123" creationId="{F91271BF-7767-419F-B9D9-00CD1CF74A69}"/>
          </ac:spMkLst>
        </pc:spChg>
        <pc:spChg chg="mod">
          <ac:chgData name="예은" userId="6526923f-0c52-4639-9dbd-0f483d8fd367" providerId="ADAL" clId="{F3201B0C-FBC4-40AB-B079-A1A4CC51793D}" dt="2022-02-07T05:27:38.379" v="291" actId="20577"/>
          <ac:spMkLst>
            <pc:docMk/>
            <pc:sldMk cId="882373454" sldId="274"/>
            <ac:spMk id="124" creationId="{64B7CCAC-2819-43E1-AB74-8C89226C4573}"/>
          </ac:spMkLst>
        </pc:spChg>
        <pc:spChg chg="mod">
          <ac:chgData name="예은" userId="6526923f-0c52-4639-9dbd-0f483d8fd367" providerId="ADAL" clId="{F3201B0C-FBC4-40AB-B079-A1A4CC51793D}" dt="2022-02-07T05:28:13.633" v="316" actId="20577"/>
          <ac:spMkLst>
            <pc:docMk/>
            <pc:sldMk cId="882373454" sldId="274"/>
            <ac:spMk id="125" creationId="{C3317DC3-88E8-4464-9234-FBB132137B2C}"/>
          </ac:spMkLst>
        </pc:spChg>
        <pc:spChg chg="mod">
          <ac:chgData name="예은" userId="6526923f-0c52-4639-9dbd-0f483d8fd367" providerId="ADAL" clId="{F3201B0C-FBC4-40AB-B079-A1A4CC51793D}" dt="2022-02-07T05:48:33.086" v="645" actId="20577"/>
          <ac:spMkLst>
            <pc:docMk/>
            <pc:sldMk cId="882373454" sldId="274"/>
            <ac:spMk id="130" creationId="{77C85092-3F0B-4B18-934D-0B5941FB7FD1}"/>
          </ac:spMkLst>
        </pc:spChg>
        <pc:spChg chg="mod">
          <ac:chgData name="예은" userId="6526923f-0c52-4639-9dbd-0f483d8fd367" providerId="ADAL" clId="{F3201B0C-FBC4-40AB-B079-A1A4CC51793D}" dt="2022-02-07T05:41:51.229" v="592" actId="20577"/>
          <ac:spMkLst>
            <pc:docMk/>
            <pc:sldMk cId="882373454" sldId="274"/>
            <ac:spMk id="137" creationId="{3CB0CD89-CF11-4458-860B-ED11913BD7BE}"/>
          </ac:spMkLst>
        </pc:spChg>
        <pc:spChg chg="mod">
          <ac:chgData name="예은" userId="6526923f-0c52-4639-9dbd-0f483d8fd367" providerId="ADAL" clId="{F3201B0C-FBC4-40AB-B079-A1A4CC51793D}" dt="2022-02-07T05:39:35.970" v="431" actId="20577"/>
          <ac:spMkLst>
            <pc:docMk/>
            <pc:sldMk cId="882373454" sldId="274"/>
            <ac:spMk id="139" creationId="{21E0BDBC-66AC-485A-801C-218154DF3576}"/>
          </ac:spMkLst>
        </pc:spChg>
        <pc:spChg chg="mod">
          <ac:chgData name="예은" userId="6526923f-0c52-4639-9dbd-0f483d8fd367" providerId="ADAL" clId="{F3201B0C-FBC4-40AB-B079-A1A4CC51793D}" dt="2022-02-07T05:38:55.646" v="423" actId="21"/>
          <ac:spMkLst>
            <pc:docMk/>
            <pc:sldMk cId="882373454" sldId="274"/>
            <ac:spMk id="141" creationId="{856439B5-C347-42C8-878D-9AD9014DC92C}"/>
          </ac:spMkLst>
        </pc:spChg>
      </pc:sldChg>
    </pc:docChg>
  </pc:docChgLst>
  <pc:docChgLst>
    <pc:chgData name="예은 김" userId="6526923f-0c52-4639-9dbd-0f483d8fd367" providerId="ADAL" clId="{0F69C2C5-CE2D-4428-8A57-2E99AEF34DBD}"/>
    <pc:docChg chg="undo custSel modSld">
      <pc:chgData name="예은 김" userId="6526923f-0c52-4639-9dbd-0f483d8fd367" providerId="ADAL" clId="{0F69C2C5-CE2D-4428-8A57-2E99AEF34DBD}" dt="2026-03-19T02:05:52.411" v="639" actId="115"/>
      <pc:docMkLst>
        <pc:docMk/>
      </pc:docMkLst>
      <pc:sldChg chg="modSp mod">
        <pc:chgData name="예은 김" userId="6526923f-0c52-4639-9dbd-0f483d8fd367" providerId="ADAL" clId="{0F69C2C5-CE2D-4428-8A57-2E99AEF34DBD}" dt="2026-03-19T02:05:52.411" v="639" actId="115"/>
        <pc:sldMkLst>
          <pc:docMk/>
          <pc:sldMk cId="2141349456" sldId="280"/>
        </pc:sldMkLst>
        <pc:spChg chg="mod">
          <ac:chgData name="예은 김" userId="6526923f-0c52-4639-9dbd-0f483d8fd367" providerId="ADAL" clId="{0F69C2C5-CE2D-4428-8A57-2E99AEF34DBD}" dt="2026-03-19T02:05:52.411" v="639" actId="115"/>
          <ac:spMkLst>
            <pc:docMk/>
            <pc:sldMk cId="2141349456" sldId="280"/>
            <ac:spMk id="6" creationId="{C5253DE5-9576-DADB-F16A-687512EDACE9}"/>
          </ac:spMkLst>
        </pc:spChg>
      </pc:sldChg>
      <pc:sldChg chg="modSp mod">
        <pc:chgData name="예은 김" userId="6526923f-0c52-4639-9dbd-0f483d8fd367" providerId="ADAL" clId="{0F69C2C5-CE2D-4428-8A57-2E99AEF34DBD}" dt="2026-03-18T09:27:30.114" v="65" actId="20577"/>
        <pc:sldMkLst>
          <pc:docMk/>
          <pc:sldMk cId="4070630398" sldId="281"/>
        </pc:sldMkLst>
        <pc:spChg chg="mod">
          <ac:chgData name="예은 김" userId="6526923f-0c52-4639-9dbd-0f483d8fd367" providerId="ADAL" clId="{0F69C2C5-CE2D-4428-8A57-2E99AEF34DBD}" dt="2026-03-18T09:27:30.114" v="65" actId="20577"/>
          <ac:spMkLst>
            <pc:docMk/>
            <pc:sldMk cId="4070630398" sldId="281"/>
            <ac:spMk id="138" creationId="{B2D2F8CE-754C-105D-0DB2-A42A8979DD3C}"/>
          </ac:spMkLst>
        </pc:spChg>
      </pc:sldChg>
    </pc:docChg>
  </pc:docChgLst>
  <pc:docChgLst>
    <pc:chgData name="이유림" userId="c4f7c10e-9591-4e08-8489-adf65147d8f2" providerId="ADAL" clId="{C5DA6ED9-3081-4ACB-926D-5CA73CF1183A}"/>
    <pc:docChg chg="undo custSel modSld">
      <pc:chgData name="이유림" userId="c4f7c10e-9591-4e08-8489-adf65147d8f2" providerId="ADAL" clId="{C5DA6ED9-3081-4ACB-926D-5CA73CF1183A}" dt="2024-04-12T02:37:05.422" v="1605" actId="20577"/>
      <pc:docMkLst>
        <pc:docMk/>
      </pc:docMkLst>
      <pc:sldChg chg="addSp delSp modSp mod">
        <pc:chgData name="이유림" userId="c4f7c10e-9591-4e08-8489-adf65147d8f2" providerId="ADAL" clId="{C5DA6ED9-3081-4ACB-926D-5CA73CF1183A}" dt="2024-04-12T02:37:05.422" v="1605" actId="20577"/>
        <pc:sldMkLst>
          <pc:docMk/>
          <pc:sldMk cId="2782649627" sldId="272"/>
        </pc:sldMkLst>
        <pc:spChg chg="mod">
          <ac:chgData name="이유림" userId="c4f7c10e-9591-4e08-8489-adf65147d8f2" providerId="ADAL" clId="{C5DA6ED9-3081-4ACB-926D-5CA73CF1183A}" dt="2024-04-11T02:00:38.980" v="20" actId="20577"/>
          <ac:spMkLst>
            <pc:docMk/>
            <pc:sldMk cId="2782649627" sldId="272"/>
            <ac:spMk id="5" creationId="{82305561-9C83-4AF0-BE74-852E6825B240}"/>
          </ac:spMkLst>
        </pc:spChg>
        <pc:spChg chg="del">
          <ac:chgData name="이유림" userId="c4f7c10e-9591-4e08-8489-adf65147d8f2" providerId="ADAL" clId="{C5DA6ED9-3081-4ACB-926D-5CA73CF1183A}" dt="2024-04-11T02:01:00.226" v="23" actId="478"/>
          <ac:spMkLst>
            <pc:docMk/>
            <pc:sldMk cId="2782649627" sldId="272"/>
            <ac:spMk id="13" creationId="{77BD7587-EE51-C62A-38E6-5F3901B35EEB}"/>
          </ac:spMkLst>
        </pc:spChg>
        <pc:spChg chg="mod">
          <ac:chgData name="이유림" userId="c4f7c10e-9591-4e08-8489-adf65147d8f2" providerId="ADAL" clId="{C5DA6ED9-3081-4ACB-926D-5CA73CF1183A}" dt="2024-04-12T02:37:05.422" v="1605" actId="20577"/>
          <ac:spMkLst>
            <pc:docMk/>
            <pc:sldMk cId="2782649627" sldId="272"/>
            <ac:spMk id="22" creationId="{08E94353-4D54-31EB-C869-FECC865ACB1A}"/>
          </ac:spMkLst>
        </pc:spChg>
        <pc:spChg chg="mod">
          <ac:chgData name="이유림" userId="c4f7c10e-9591-4e08-8489-adf65147d8f2" providerId="ADAL" clId="{C5DA6ED9-3081-4ACB-926D-5CA73CF1183A}" dt="2024-04-11T02:00:50.008" v="21"/>
          <ac:spMkLst>
            <pc:docMk/>
            <pc:sldMk cId="2782649627" sldId="272"/>
            <ac:spMk id="23" creationId="{5A47C3AC-CDDA-C59E-809B-9A2ADC2E795B}"/>
          </ac:spMkLst>
        </pc:spChg>
        <pc:spChg chg="mod">
          <ac:chgData name="이유림" userId="c4f7c10e-9591-4e08-8489-adf65147d8f2" providerId="ADAL" clId="{C5DA6ED9-3081-4ACB-926D-5CA73CF1183A}" dt="2024-04-12T02:35:39.956" v="1584" actId="20577"/>
          <ac:spMkLst>
            <pc:docMk/>
            <pc:sldMk cId="2782649627" sldId="272"/>
            <ac:spMk id="67" creationId="{13A197EA-0A01-1C5E-2E93-2BD7066AEF3F}"/>
          </ac:spMkLst>
        </pc:spChg>
        <pc:spChg chg="mod">
          <ac:chgData name="이유림" userId="c4f7c10e-9591-4e08-8489-adf65147d8f2" providerId="ADAL" clId="{C5DA6ED9-3081-4ACB-926D-5CA73CF1183A}" dt="2024-04-11T02:05:38.079" v="91" actId="1076"/>
          <ac:spMkLst>
            <pc:docMk/>
            <pc:sldMk cId="2782649627" sldId="272"/>
            <ac:spMk id="72" creationId="{0E13FD95-5CCF-C9FA-258E-D1C50D2E7692}"/>
          </ac:spMkLst>
        </pc:spChg>
        <pc:picChg chg="del">
          <ac:chgData name="이유림" userId="c4f7c10e-9591-4e08-8489-adf65147d8f2" providerId="ADAL" clId="{C5DA6ED9-3081-4ACB-926D-5CA73CF1183A}" dt="2024-04-11T02:01:17.240" v="24" actId="478"/>
          <ac:picMkLst>
            <pc:docMk/>
            <pc:sldMk cId="2782649627" sldId="272"/>
            <ac:picMk id="6" creationId="{EF5B8159-2130-ABC5-FE51-10414595EB4B}"/>
          </ac:picMkLst>
        </pc:picChg>
        <pc:picChg chg="del">
          <ac:chgData name="이유림" userId="c4f7c10e-9591-4e08-8489-adf65147d8f2" providerId="ADAL" clId="{C5DA6ED9-3081-4ACB-926D-5CA73CF1183A}" dt="2024-04-11T02:01:17.240" v="24" actId="478"/>
          <ac:picMkLst>
            <pc:docMk/>
            <pc:sldMk cId="2782649627" sldId="272"/>
            <ac:picMk id="10" creationId="{660A36D2-CC22-7596-3B43-0FAA7E3050E2}"/>
          </ac:picMkLst>
        </pc:picChg>
        <pc:picChg chg="del">
          <ac:chgData name="이유림" userId="c4f7c10e-9591-4e08-8489-adf65147d8f2" providerId="ADAL" clId="{C5DA6ED9-3081-4ACB-926D-5CA73CF1183A}" dt="2024-04-11T02:01:17.240" v="24" actId="478"/>
          <ac:picMkLst>
            <pc:docMk/>
            <pc:sldMk cId="2782649627" sldId="272"/>
            <ac:picMk id="11" creationId="{4F1C08C3-C82A-F638-5AD1-5CDD76839003}"/>
          </ac:picMkLst>
        </pc:picChg>
        <pc:picChg chg="del">
          <ac:chgData name="이유림" userId="c4f7c10e-9591-4e08-8489-adf65147d8f2" providerId="ADAL" clId="{C5DA6ED9-3081-4ACB-926D-5CA73CF1183A}" dt="2024-04-11T02:01:17.240" v="24" actId="478"/>
          <ac:picMkLst>
            <pc:docMk/>
            <pc:sldMk cId="2782649627" sldId="272"/>
            <ac:picMk id="12" creationId="{A8F84F0A-5FD4-65C8-4407-4A69F8D1B214}"/>
          </ac:picMkLst>
        </pc:picChg>
        <pc:picChg chg="del">
          <ac:chgData name="이유림" userId="c4f7c10e-9591-4e08-8489-adf65147d8f2" providerId="ADAL" clId="{C5DA6ED9-3081-4ACB-926D-5CA73CF1183A}" dt="2024-04-11T02:01:17.240" v="24" actId="478"/>
          <ac:picMkLst>
            <pc:docMk/>
            <pc:sldMk cId="2782649627" sldId="272"/>
            <ac:picMk id="14" creationId="{62D3BB8C-D8FB-82F4-54A1-A60F52C1C1AE}"/>
          </ac:picMkLst>
        </pc:picChg>
        <pc:picChg chg="del">
          <ac:chgData name="이유림" userId="c4f7c10e-9591-4e08-8489-adf65147d8f2" providerId="ADAL" clId="{C5DA6ED9-3081-4ACB-926D-5CA73CF1183A}" dt="2024-04-11T02:01:17.240" v="24" actId="478"/>
          <ac:picMkLst>
            <pc:docMk/>
            <pc:sldMk cId="2782649627" sldId="272"/>
            <ac:picMk id="15" creationId="{912A9742-79BB-6BFA-4768-FAAAC400BD92}"/>
          </ac:picMkLst>
        </pc:picChg>
        <pc:picChg chg="add mod">
          <ac:chgData name="이유림" userId="c4f7c10e-9591-4e08-8489-adf65147d8f2" providerId="ADAL" clId="{C5DA6ED9-3081-4ACB-926D-5CA73CF1183A}" dt="2024-04-11T02:05:46.306" v="92" actId="1076"/>
          <ac:picMkLst>
            <pc:docMk/>
            <pc:sldMk cId="2782649627" sldId="272"/>
            <ac:picMk id="16" creationId="{56B19B7A-24BB-3176-9866-31A5AE749454}"/>
          </ac:picMkLst>
        </pc:picChg>
        <pc:picChg chg="add mod">
          <ac:chgData name="이유림" userId="c4f7c10e-9591-4e08-8489-adf65147d8f2" providerId="ADAL" clId="{C5DA6ED9-3081-4ACB-926D-5CA73CF1183A}" dt="2024-04-11T02:05:46.306" v="92" actId="1076"/>
          <ac:picMkLst>
            <pc:docMk/>
            <pc:sldMk cId="2782649627" sldId="272"/>
            <ac:picMk id="17" creationId="{B97D4473-F47E-3F61-1484-449DAB39B6E9}"/>
          </ac:picMkLst>
        </pc:picChg>
        <pc:picChg chg="del">
          <ac:chgData name="이유림" userId="c4f7c10e-9591-4e08-8489-adf65147d8f2" providerId="ADAL" clId="{C5DA6ED9-3081-4ACB-926D-5CA73CF1183A}" dt="2024-04-11T02:01:17.240" v="24" actId="478"/>
          <ac:picMkLst>
            <pc:docMk/>
            <pc:sldMk cId="2782649627" sldId="272"/>
            <ac:picMk id="19" creationId="{BCE8C006-EC43-1952-6878-7A1DFC6D2F8D}"/>
          </ac:picMkLst>
        </pc:picChg>
        <pc:picChg chg="del">
          <ac:chgData name="이유림" userId="c4f7c10e-9591-4e08-8489-adf65147d8f2" providerId="ADAL" clId="{C5DA6ED9-3081-4ACB-926D-5CA73CF1183A}" dt="2024-04-11T02:01:17.240" v="24" actId="478"/>
          <ac:picMkLst>
            <pc:docMk/>
            <pc:sldMk cId="2782649627" sldId="272"/>
            <ac:picMk id="20" creationId="{965E046E-0594-FD6F-906E-1699159FCD2D}"/>
          </ac:picMkLst>
        </pc:picChg>
        <pc:picChg chg="add mod">
          <ac:chgData name="이유림" userId="c4f7c10e-9591-4e08-8489-adf65147d8f2" providerId="ADAL" clId="{C5DA6ED9-3081-4ACB-926D-5CA73CF1183A}" dt="2024-04-11T02:01:17.568" v="25"/>
          <ac:picMkLst>
            <pc:docMk/>
            <pc:sldMk cId="2782649627" sldId="272"/>
            <ac:picMk id="21" creationId="{E0685210-C3C4-A13F-8DB0-9EB08726751B}"/>
          </ac:picMkLst>
        </pc:picChg>
        <pc:picChg chg="add mod">
          <ac:chgData name="이유림" userId="c4f7c10e-9591-4e08-8489-adf65147d8f2" providerId="ADAL" clId="{C5DA6ED9-3081-4ACB-926D-5CA73CF1183A}" dt="2024-04-11T02:01:17.568" v="25"/>
          <ac:picMkLst>
            <pc:docMk/>
            <pc:sldMk cId="2782649627" sldId="272"/>
            <ac:picMk id="25" creationId="{0249BEE4-1565-DFB8-27A8-A244B165E871}"/>
          </ac:picMkLst>
        </pc:picChg>
        <pc:picChg chg="add mod">
          <ac:chgData name="이유림" userId="c4f7c10e-9591-4e08-8489-adf65147d8f2" providerId="ADAL" clId="{C5DA6ED9-3081-4ACB-926D-5CA73CF1183A}" dt="2024-04-11T02:01:17.568" v="25"/>
          <ac:picMkLst>
            <pc:docMk/>
            <pc:sldMk cId="2782649627" sldId="272"/>
            <ac:picMk id="26" creationId="{277D17A8-6E53-7F01-015E-4610E6C6AB7C}"/>
          </ac:picMkLst>
        </pc:picChg>
        <pc:picChg chg="add mod">
          <ac:chgData name="이유림" userId="c4f7c10e-9591-4e08-8489-adf65147d8f2" providerId="ADAL" clId="{C5DA6ED9-3081-4ACB-926D-5CA73CF1183A}" dt="2024-04-11T02:01:17.568" v="25"/>
          <ac:picMkLst>
            <pc:docMk/>
            <pc:sldMk cId="2782649627" sldId="272"/>
            <ac:picMk id="27" creationId="{84255C61-48D4-EF0B-B3A8-DD8A8B18019B}"/>
          </ac:picMkLst>
        </pc:picChg>
        <pc:picChg chg="del">
          <ac:chgData name="이유림" userId="c4f7c10e-9591-4e08-8489-adf65147d8f2" providerId="ADAL" clId="{C5DA6ED9-3081-4ACB-926D-5CA73CF1183A}" dt="2024-04-11T02:01:17.240" v="24" actId="478"/>
          <ac:picMkLst>
            <pc:docMk/>
            <pc:sldMk cId="2782649627" sldId="272"/>
            <ac:picMk id="28" creationId="{71B639D3-A36F-7480-4B50-64A341C14822}"/>
          </ac:picMkLst>
        </pc:picChg>
        <pc:picChg chg="add mod">
          <ac:chgData name="이유림" userId="c4f7c10e-9591-4e08-8489-adf65147d8f2" providerId="ADAL" clId="{C5DA6ED9-3081-4ACB-926D-5CA73CF1183A}" dt="2024-04-11T02:01:17.568" v="25"/>
          <ac:picMkLst>
            <pc:docMk/>
            <pc:sldMk cId="2782649627" sldId="272"/>
            <ac:picMk id="29" creationId="{E190D11E-16D9-F53F-A4DD-691AB40D0C6E}"/>
          </ac:picMkLst>
        </pc:picChg>
        <pc:picChg chg="add mod">
          <ac:chgData name="이유림" userId="c4f7c10e-9591-4e08-8489-adf65147d8f2" providerId="ADAL" clId="{C5DA6ED9-3081-4ACB-926D-5CA73CF1183A}" dt="2024-04-11T02:01:17.568" v="25"/>
          <ac:picMkLst>
            <pc:docMk/>
            <pc:sldMk cId="2782649627" sldId="272"/>
            <ac:picMk id="30" creationId="{133D97A8-5978-18F4-A188-33F5D7606766}"/>
          </ac:picMkLst>
        </pc:picChg>
        <pc:picChg chg="add mod">
          <ac:chgData name="이유림" userId="c4f7c10e-9591-4e08-8489-adf65147d8f2" providerId="ADAL" clId="{C5DA6ED9-3081-4ACB-926D-5CA73CF1183A}" dt="2024-04-11T02:01:17.568" v="25"/>
          <ac:picMkLst>
            <pc:docMk/>
            <pc:sldMk cId="2782649627" sldId="272"/>
            <ac:picMk id="31" creationId="{8F2ED576-19A1-F4DE-08C1-B30A5F18F6A6}"/>
          </ac:picMkLst>
        </pc:picChg>
        <pc:picChg chg="add mod">
          <ac:chgData name="이유림" userId="c4f7c10e-9591-4e08-8489-adf65147d8f2" providerId="ADAL" clId="{C5DA6ED9-3081-4ACB-926D-5CA73CF1183A}" dt="2024-04-11T02:01:17.568" v="25"/>
          <ac:picMkLst>
            <pc:docMk/>
            <pc:sldMk cId="2782649627" sldId="272"/>
            <ac:picMk id="32" creationId="{E94AB7B7-52E3-AD2C-73ED-1906AD565804}"/>
          </ac:picMkLst>
        </pc:picChg>
        <pc:picChg chg="del">
          <ac:chgData name="이유림" userId="c4f7c10e-9591-4e08-8489-adf65147d8f2" providerId="ADAL" clId="{C5DA6ED9-3081-4ACB-926D-5CA73CF1183A}" dt="2024-04-11T02:01:17.240" v="24" actId="478"/>
          <ac:picMkLst>
            <pc:docMk/>
            <pc:sldMk cId="2782649627" sldId="272"/>
            <ac:picMk id="33" creationId="{95B817A7-9254-4233-2EDC-4FEAAE4B0125}"/>
          </ac:picMkLst>
        </pc:picChg>
        <pc:picChg chg="del">
          <ac:chgData name="이유림" userId="c4f7c10e-9591-4e08-8489-adf65147d8f2" providerId="ADAL" clId="{C5DA6ED9-3081-4ACB-926D-5CA73CF1183A}" dt="2024-04-11T02:01:17.240" v="24" actId="478"/>
          <ac:picMkLst>
            <pc:docMk/>
            <pc:sldMk cId="2782649627" sldId="272"/>
            <ac:picMk id="34" creationId="{60321989-2B4F-FC11-245A-74AF49D3F052}"/>
          </ac:picMkLst>
        </pc:picChg>
        <pc:picChg chg="del">
          <ac:chgData name="이유림" userId="c4f7c10e-9591-4e08-8489-adf65147d8f2" providerId="ADAL" clId="{C5DA6ED9-3081-4ACB-926D-5CA73CF1183A}" dt="2024-04-11T02:01:17.240" v="24" actId="478"/>
          <ac:picMkLst>
            <pc:docMk/>
            <pc:sldMk cId="2782649627" sldId="272"/>
            <ac:picMk id="35" creationId="{9C8E2F8C-2347-A932-979C-7D9244749B2E}"/>
          </ac:picMkLst>
        </pc:picChg>
        <pc:picChg chg="add mod">
          <ac:chgData name="이유림" userId="c4f7c10e-9591-4e08-8489-adf65147d8f2" providerId="ADAL" clId="{C5DA6ED9-3081-4ACB-926D-5CA73CF1183A}" dt="2024-04-11T02:01:17.568" v="25"/>
          <ac:picMkLst>
            <pc:docMk/>
            <pc:sldMk cId="2782649627" sldId="272"/>
            <ac:picMk id="36" creationId="{BB6A0F8D-019D-E44E-55CE-F828C855AF60}"/>
          </ac:picMkLst>
        </pc:picChg>
        <pc:picChg chg="del">
          <ac:chgData name="이유림" userId="c4f7c10e-9591-4e08-8489-adf65147d8f2" providerId="ADAL" clId="{C5DA6ED9-3081-4ACB-926D-5CA73CF1183A}" dt="2024-04-11T02:01:17.240" v="24" actId="478"/>
          <ac:picMkLst>
            <pc:docMk/>
            <pc:sldMk cId="2782649627" sldId="272"/>
            <ac:picMk id="37" creationId="{34BD0CEB-A38A-EC36-3818-12A6E414A32F}"/>
          </ac:picMkLst>
        </pc:picChg>
        <pc:picChg chg="add mod">
          <ac:chgData name="이유림" userId="c4f7c10e-9591-4e08-8489-adf65147d8f2" providerId="ADAL" clId="{C5DA6ED9-3081-4ACB-926D-5CA73CF1183A}" dt="2024-04-11T02:01:17.568" v="25"/>
          <ac:picMkLst>
            <pc:docMk/>
            <pc:sldMk cId="2782649627" sldId="272"/>
            <ac:picMk id="38" creationId="{446027D0-9B91-B72F-217B-5713ADCE155D}"/>
          </ac:picMkLst>
        </pc:picChg>
        <pc:picChg chg="del">
          <ac:chgData name="이유림" userId="c4f7c10e-9591-4e08-8489-adf65147d8f2" providerId="ADAL" clId="{C5DA6ED9-3081-4ACB-926D-5CA73CF1183A}" dt="2024-04-11T02:01:17.240" v="24" actId="478"/>
          <ac:picMkLst>
            <pc:docMk/>
            <pc:sldMk cId="2782649627" sldId="272"/>
            <ac:picMk id="39" creationId="{8088E5E4-4BCD-6E1B-C0D4-24ECE50F9B7E}"/>
          </ac:picMkLst>
        </pc:picChg>
        <pc:picChg chg="add mod">
          <ac:chgData name="이유림" userId="c4f7c10e-9591-4e08-8489-adf65147d8f2" providerId="ADAL" clId="{C5DA6ED9-3081-4ACB-926D-5CA73CF1183A}" dt="2024-04-11T02:01:17.568" v="25"/>
          <ac:picMkLst>
            <pc:docMk/>
            <pc:sldMk cId="2782649627" sldId="272"/>
            <ac:picMk id="40" creationId="{AA83E66C-2718-5AB4-5DF8-B21B63E956AE}"/>
          </ac:picMkLst>
        </pc:picChg>
        <pc:picChg chg="add mod">
          <ac:chgData name="이유림" userId="c4f7c10e-9591-4e08-8489-adf65147d8f2" providerId="ADAL" clId="{C5DA6ED9-3081-4ACB-926D-5CA73CF1183A}" dt="2024-04-11T02:01:17.568" v="25"/>
          <ac:picMkLst>
            <pc:docMk/>
            <pc:sldMk cId="2782649627" sldId="272"/>
            <ac:picMk id="41" creationId="{40BFE9EA-5B7D-7515-9B2A-BDDE6B0A6C85}"/>
          </ac:picMkLst>
        </pc:picChg>
        <pc:picChg chg="add mod">
          <ac:chgData name="이유림" userId="c4f7c10e-9591-4e08-8489-adf65147d8f2" providerId="ADAL" clId="{C5DA6ED9-3081-4ACB-926D-5CA73CF1183A}" dt="2024-04-11T02:01:17.568" v="25"/>
          <ac:picMkLst>
            <pc:docMk/>
            <pc:sldMk cId="2782649627" sldId="272"/>
            <ac:picMk id="42" creationId="{1FB9E926-4242-6FC0-08EC-A3D621E8138B}"/>
          </ac:picMkLst>
        </pc:picChg>
        <pc:picChg chg="add mod">
          <ac:chgData name="이유림" userId="c4f7c10e-9591-4e08-8489-adf65147d8f2" providerId="ADAL" clId="{C5DA6ED9-3081-4ACB-926D-5CA73CF1183A}" dt="2024-04-11T02:05:46.306" v="92" actId="1076"/>
          <ac:picMkLst>
            <pc:docMk/>
            <pc:sldMk cId="2782649627" sldId="272"/>
            <ac:picMk id="43" creationId="{B6D993B7-6973-0FCD-3BC0-6FFF81FCD0E8}"/>
          </ac:picMkLst>
        </pc:picChg>
        <pc:picChg chg="add mod">
          <ac:chgData name="이유림" userId="c4f7c10e-9591-4e08-8489-adf65147d8f2" providerId="ADAL" clId="{C5DA6ED9-3081-4ACB-926D-5CA73CF1183A}" dt="2024-04-11T02:05:46.306" v="92" actId="1076"/>
          <ac:picMkLst>
            <pc:docMk/>
            <pc:sldMk cId="2782649627" sldId="272"/>
            <ac:picMk id="44" creationId="{E90AD474-DFC0-4A13-2A4E-0FB5D1A9033F}"/>
          </ac:picMkLst>
        </pc:picChg>
        <pc:picChg chg="add mod">
          <ac:chgData name="이유림" userId="c4f7c10e-9591-4e08-8489-adf65147d8f2" providerId="ADAL" clId="{C5DA6ED9-3081-4ACB-926D-5CA73CF1183A}" dt="2024-04-11T02:01:17.568" v="25"/>
          <ac:picMkLst>
            <pc:docMk/>
            <pc:sldMk cId="2782649627" sldId="272"/>
            <ac:picMk id="46" creationId="{360ACE8F-54A1-32B0-FE4A-1B92E1CA7BF2}"/>
          </ac:picMkLst>
        </pc:picChg>
        <pc:picChg chg="add mod">
          <ac:chgData name="이유림" userId="c4f7c10e-9591-4e08-8489-adf65147d8f2" providerId="ADAL" clId="{C5DA6ED9-3081-4ACB-926D-5CA73CF1183A}" dt="2024-04-11T02:05:46.306" v="92" actId="1076"/>
          <ac:picMkLst>
            <pc:docMk/>
            <pc:sldMk cId="2782649627" sldId="272"/>
            <ac:picMk id="47" creationId="{AD7074E7-A299-3A66-64A8-F9E125E51999}"/>
          </ac:picMkLst>
        </pc:picChg>
        <pc:picChg chg="del">
          <ac:chgData name="이유림" userId="c4f7c10e-9591-4e08-8489-adf65147d8f2" providerId="ADAL" clId="{C5DA6ED9-3081-4ACB-926D-5CA73CF1183A}" dt="2024-04-11T02:01:17.240" v="24" actId="478"/>
          <ac:picMkLst>
            <pc:docMk/>
            <pc:sldMk cId="2782649627" sldId="272"/>
            <ac:picMk id="80" creationId="{72D7F14C-5443-00EE-B495-55D89D8306A1}"/>
          </ac:picMkLst>
        </pc:picChg>
        <pc:picChg chg="del">
          <ac:chgData name="이유림" userId="c4f7c10e-9591-4e08-8489-adf65147d8f2" providerId="ADAL" clId="{C5DA6ED9-3081-4ACB-926D-5CA73CF1183A}" dt="2024-04-11T02:01:17.240" v="24" actId="478"/>
          <ac:picMkLst>
            <pc:docMk/>
            <pc:sldMk cId="2782649627" sldId="272"/>
            <ac:picMk id="82" creationId="{A663E55A-D474-F4B7-41AD-FC5AE7B1DE8C}"/>
          </ac:picMkLst>
        </pc:picChg>
        <pc:picChg chg="del">
          <ac:chgData name="이유림" userId="c4f7c10e-9591-4e08-8489-adf65147d8f2" providerId="ADAL" clId="{C5DA6ED9-3081-4ACB-926D-5CA73CF1183A}" dt="2024-04-11T02:01:17.240" v="24" actId="478"/>
          <ac:picMkLst>
            <pc:docMk/>
            <pc:sldMk cId="2782649627" sldId="272"/>
            <ac:picMk id="88" creationId="{23B432E0-6F97-ADD6-54F3-5DB1D8AD6600}"/>
          </ac:picMkLst>
        </pc:picChg>
        <pc:cxnChg chg="del">
          <ac:chgData name="이유림" userId="c4f7c10e-9591-4e08-8489-adf65147d8f2" providerId="ADAL" clId="{C5DA6ED9-3081-4ACB-926D-5CA73CF1183A}" dt="2024-04-11T02:01:17.240" v="24" actId="478"/>
          <ac:cxnSpMkLst>
            <pc:docMk/>
            <pc:sldMk cId="2782649627" sldId="272"/>
            <ac:cxnSpMk id="4" creationId="{9A182868-7F01-D624-03BD-3A7B2F158AE8}"/>
          </ac:cxnSpMkLst>
        </pc:cxnChg>
        <pc:cxnChg chg="add mod">
          <ac:chgData name="이유림" userId="c4f7c10e-9591-4e08-8489-adf65147d8f2" providerId="ADAL" clId="{C5DA6ED9-3081-4ACB-926D-5CA73CF1183A}" dt="2024-04-11T02:05:46.306" v="92" actId="1076"/>
          <ac:cxnSpMkLst>
            <pc:docMk/>
            <pc:sldMk cId="2782649627" sldId="272"/>
            <ac:cxnSpMk id="9" creationId="{E2914043-A4BA-8A9B-EB9B-D83563254FAD}"/>
          </ac:cxnSpMkLst>
        </pc:cxnChg>
        <pc:cxnChg chg="add mod">
          <ac:chgData name="이유림" userId="c4f7c10e-9591-4e08-8489-adf65147d8f2" providerId="ADAL" clId="{C5DA6ED9-3081-4ACB-926D-5CA73CF1183A}" dt="2024-04-11T02:01:17.568" v="25"/>
          <ac:cxnSpMkLst>
            <pc:docMk/>
            <pc:sldMk cId="2782649627" sldId="272"/>
            <ac:cxnSpMk id="18" creationId="{7E343781-DE5F-A25D-BC61-0E4C625C87DA}"/>
          </ac:cxnSpMkLst>
        </pc:cxnChg>
        <pc:cxnChg chg="del">
          <ac:chgData name="이유림" userId="c4f7c10e-9591-4e08-8489-adf65147d8f2" providerId="ADAL" clId="{C5DA6ED9-3081-4ACB-926D-5CA73CF1183A}" dt="2024-04-11T02:01:17.240" v="24" actId="478"/>
          <ac:cxnSpMkLst>
            <pc:docMk/>
            <pc:sldMk cId="2782649627" sldId="272"/>
            <ac:cxnSpMk id="24" creationId="{1297D0EA-A089-1074-125A-C230FA91C753}"/>
          </ac:cxnSpMkLst>
        </pc:cxnChg>
        <pc:cxnChg chg="del mod">
          <ac:chgData name="이유림" userId="c4f7c10e-9591-4e08-8489-adf65147d8f2" providerId="ADAL" clId="{C5DA6ED9-3081-4ACB-926D-5CA73CF1183A}" dt="2024-04-11T02:01:17.240" v="24" actId="478"/>
          <ac:cxnSpMkLst>
            <pc:docMk/>
            <pc:sldMk cId="2782649627" sldId="272"/>
            <ac:cxnSpMk id="73" creationId="{5189A3DD-780D-AAFE-C07E-B466E2917B5D}"/>
          </ac:cxnSpMkLst>
        </pc:cxnChg>
      </pc:sldChg>
      <pc:sldChg chg="modSp mod">
        <pc:chgData name="이유림" userId="c4f7c10e-9591-4e08-8489-adf65147d8f2" providerId="ADAL" clId="{C5DA6ED9-3081-4ACB-926D-5CA73CF1183A}" dt="2024-04-12T02:34:45.049" v="1570" actId="20577"/>
        <pc:sldMkLst>
          <pc:docMk/>
          <pc:sldMk cId="2466279025" sldId="276"/>
        </pc:sldMkLst>
        <pc:spChg chg="mod">
          <ac:chgData name="이유림" userId="c4f7c10e-9591-4e08-8489-adf65147d8f2" providerId="ADAL" clId="{C5DA6ED9-3081-4ACB-926D-5CA73CF1183A}" dt="2024-04-11T02:00:30.291" v="10" actId="20577"/>
          <ac:spMkLst>
            <pc:docMk/>
            <pc:sldMk cId="2466279025" sldId="276"/>
            <ac:spMk id="6" creationId="{15141728-A305-8742-8C53-C14A4823EEFE}"/>
          </ac:spMkLst>
        </pc:spChg>
        <pc:spChg chg="mod">
          <ac:chgData name="이유림" userId="c4f7c10e-9591-4e08-8489-adf65147d8f2" providerId="ADAL" clId="{C5DA6ED9-3081-4ACB-926D-5CA73CF1183A}" dt="2024-04-11T02:07:50.070" v="116" actId="20577"/>
          <ac:spMkLst>
            <pc:docMk/>
            <pc:sldMk cId="2466279025" sldId="276"/>
            <ac:spMk id="50" creationId="{EB7D61D9-3C96-5D9A-41EF-E60C8B2AADC2}"/>
          </ac:spMkLst>
        </pc:spChg>
        <pc:spChg chg="mod">
          <ac:chgData name="이유림" userId="c4f7c10e-9591-4e08-8489-adf65147d8f2" providerId="ADAL" clId="{C5DA6ED9-3081-4ACB-926D-5CA73CF1183A}" dt="2024-04-12T01:17:41.139" v="1567" actId="6549"/>
          <ac:spMkLst>
            <pc:docMk/>
            <pc:sldMk cId="2466279025" sldId="276"/>
            <ac:spMk id="52" creationId="{7D8793DD-5632-37CB-DEFC-F8377686BF83}"/>
          </ac:spMkLst>
        </pc:spChg>
        <pc:spChg chg="mod">
          <ac:chgData name="이유림" userId="c4f7c10e-9591-4e08-8489-adf65147d8f2" providerId="ADAL" clId="{C5DA6ED9-3081-4ACB-926D-5CA73CF1183A}" dt="2024-04-12T02:34:45.049" v="1570" actId="20577"/>
          <ac:spMkLst>
            <pc:docMk/>
            <pc:sldMk cId="2466279025" sldId="276"/>
            <ac:spMk id="56" creationId="{E9D28607-B0D6-75A7-47F7-8DD5D3172490}"/>
          </ac:spMkLst>
        </pc:spChg>
        <pc:spChg chg="mod">
          <ac:chgData name="이유림" userId="c4f7c10e-9591-4e08-8489-adf65147d8f2" providerId="ADAL" clId="{C5DA6ED9-3081-4ACB-926D-5CA73CF1183A}" dt="2024-04-12T00:53:54.331" v="1348" actId="20577"/>
          <ac:spMkLst>
            <pc:docMk/>
            <pc:sldMk cId="2466279025" sldId="276"/>
            <ac:spMk id="60" creationId="{27F4FD55-5E51-94D6-8961-C81AFF3EC6D0}"/>
          </ac:spMkLst>
        </pc:spChg>
        <pc:spChg chg="mod">
          <ac:chgData name="이유림" userId="c4f7c10e-9591-4e08-8489-adf65147d8f2" providerId="ADAL" clId="{C5DA6ED9-3081-4ACB-926D-5CA73CF1183A}" dt="2024-04-11T02:24:56.822" v="550" actId="20577"/>
          <ac:spMkLst>
            <pc:docMk/>
            <pc:sldMk cId="2466279025" sldId="276"/>
            <ac:spMk id="62" creationId="{466C8CC7-48DF-07C9-EB44-354C9684A266}"/>
          </ac:spMkLst>
        </pc:spChg>
        <pc:spChg chg="mod">
          <ac:chgData name="이유림" userId="c4f7c10e-9591-4e08-8489-adf65147d8f2" providerId="ADAL" clId="{C5DA6ED9-3081-4ACB-926D-5CA73CF1183A}" dt="2024-04-12T00:53:01.806" v="1319" actId="313"/>
          <ac:spMkLst>
            <pc:docMk/>
            <pc:sldMk cId="2466279025" sldId="276"/>
            <ac:spMk id="63" creationId="{3D2ABEC0-FE94-A18C-5739-A185A38F80B4}"/>
          </ac:spMkLst>
        </pc:spChg>
        <pc:spChg chg="mod">
          <ac:chgData name="이유림" userId="c4f7c10e-9591-4e08-8489-adf65147d8f2" providerId="ADAL" clId="{C5DA6ED9-3081-4ACB-926D-5CA73CF1183A}" dt="2024-04-11T23:36:30.219" v="1036" actId="21"/>
          <ac:spMkLst>
            <pc:docMk/>
            <pc:sldMk cId="2466279025" sldId="276"/>
            <ac:spMk id="128" creationId="{874908EE-4D1F-DCA1-DAAB-4DF73D622422}"/>
          </ac:spMkLst>
        </pc:spChg>
        <pc:spChg chg="mod">
          <ac:chgData name="이유림" userId="c4f7c10e-9591-4e08-8489-adf65147d8f2" providerId="ADAL" clId="{C5DA6ED9-3081-4ACB-926D-5CA73CF1183A}" dt="2024-04-11T23:44:22.679" v="1108" actId="14100"/>
          <ac:spMkLst>
            <pc:docMk/>
            <pc:sldMk cId="2466279025" sldId="276"/>
            <ac:spMk id="130" creationId="{EE4C7E90-DA52-1EF3-D8E6-BF09A54A2E18}"/>
          </ac:spMkLst>
        </pc:spChg>
        <pc:spChg chg="mod">
          <ac:chgData name="이유림" userId="c4f7c10e-9591-4e08-8489-adf65147d8f2" providerId="ADAL" clId="{C5DA6ED9-3081-4ACB-926D-5CA73CF1183A}" dt="2024-04-11T02:16:20.895" v="346" actId="20577"/>
          <ac:spMkLst>
            <pc:docMk/>
            <pc:sldMk cId="2466279025" sldId="276"/>
            <ac:spMk id="132" creationId="{F30228F8-1758-35D1-B384-D47731624E75}"/>
          </ac:spMkLst>
        </pc:spChg>
        <pc:spChg chg="mod">
          <ac:chgData name="이유림" userId="c4f7c10e-9591-4e08-8489-adf65147d8f2" providerId="ADAL" clId="{C5DA6ED9-3081-4ACB-926D-5CA73CF1183A}" dt="2024-04-12T01:06:16.407" v="1476" actId="20577"/>
          <ac:spMkLst>
            <pc:docMk/>
            <pc:sldMk cId="2466279025" sldId="276"/>
            <ac:spMk id="173" creationId="{0A1E09A7-076E-1743-BC0F-172F6CCD32CB}"/>
          </ac:spMkLst>
        </pc:spChg>
        <pc:spChg chg="mod">
          <ac:chgData name="이유림" userId="c4f7c10e-9591-4e08-8489-adf65147d8f2" providerId="ADAL" clId="{C5DA6ED9-3081-4ACB-926D-5CA73CF1183A}" dt="2024-04-12T01:07:02.492" v="1520" actId="20577"/>
          <ac:spMkLst>
            <pc:docMk/>
            <pc:sldMk cId="2466279025" sldId="276"/>
            <ac:spMk id="174" creationId="{594865E3-3C50-FB48-8316-2CD3220D232E}"/>
          </ac:spMkLst>
        </pc:spChg>
        <pc:spChg chg="mod">
          <ac:chgData name="이유림" userId="c4f7c10e-9591-4e08-8489-adf65147d8f2" providerId="ADAL" clId="{C5DA6ED9-3081-4ACB-926D-5CA73CF1183A}" dt="2024-04-12T00:54:25.693" v="1355" actId="20577"/>
          <ac:spMkLst>
            <pc:docMk/>
            <pc:sldMk cId="2466279025" sldId="276"/>
            <ac:spMk id="175" creationId="{F0B5C5AF-2CC6-DFB4-28E5-8AEED4ED5327}"/>
          </ac:spMkLst>
        </pc:spChg>
        <pc:spChg chg="mod">
          <ac:chgData name="이유림" userId="c4f7c10e-9591-4e08-8489-adf65147d8f2" providerId="ADAL" clId="{C5DA6ED9-3081-4ACB-926D-5CA73CF1183A}" dt="2024-04-12T01:04:41.166" v="1450" actId="20577"/>
          <ac:spMkLst>
            <pc:docMk/>
            <pc:sldMk cId="2466279025" sldId="276"/>
            <ac:spMk id="176" creationId="{BD1BC246-BA7D-3AD7-9AA1-F5C69D1B2C48}"/>
          </ac:spMkLst>
        </pc:spChg>
        <pc:spChg chg="mod">
          <ac:chgData name="이유림" userId="c4f7c10e-9591-4e08-8489-adf65147d8f2" providerId="ADAL" clId="{C5DA6ED9-3081-4ACB-926D-5CA73CF1183A}" dt="2024-04-12T00:54:18.933" v="1353" actId="20577"/>
          <ac:spMkLst>
            <pc:docMk/>
            <pc:sldMk cId="2466279025" sldId="276"/>
            <ac:spMk id="178" creationId="{44247B0E-BD32-3F4F-6353-7CD3B7209D74}"/>
          </ac:spMkLst>
        </pc:spChg>
      </pc:sldChg>
    </pc:docChg>
  </pc:docChgLst>
  <pc:docChgLst>
    <pc:chgData name="seungchul you" userId="e71affdd49f1a5fa" providerId="LiveId" clId="{230E1A06-A142-4F97-9768-73D5A86C67D2}"/>
    <pc:docChg chg="modSld">
      <pc:chgData name="seungchul you" userId="e71affdd49f1a5fa" providerId="LiveId" clId="{230E1A06-A142-4F97-9768-73D5A86C67D2}" dt="2021-03-01T06:51:22.305" v="24" actId="20577"/>
      <pc:docMkLst>
        <pc:docMk/>
      </pc:docMkLst>
      <pc:sldChg chg="modSp mod">
        <pc:chgData name="seungchul you" userId="e71affdd49f1a5fa" providerId="LiveId" clId="{230E1A06-A142-4F97-9768-73D5A86C67D2}" dt="2021-03-01T06:51:15.686" v="14" actId="20577"/>
        <pc:sldMkLst>
          <pc:docMk/>
          <pc:sldMk cId="3894148367" sldId="268"/>
        </pc:sldMkLst>
        <pc:spChg chg="mod">
          <ac:chgData name="seungchul you" userId="e71affdd49f1a5fa" providerId="LiveId" clId="{230E1A06-A142-4F97-9768-73D5A86C67D2}" dt="2021-03-01T06:51:15.686" v="14" actId="20577"/>
          <ac:spMkLst>
            <pc:docMk/>
            <pc:sldMk cId="3894148367" sldId="268"/>
            <ac:spMk id="6" creationId="{15141728-A305-8742-8C53-C14A4823EEFE}"/>
          </ac:spMkLst>
        </pc:spChg>
      </pc:sldChg>
      <pc:sldChg chg="modSp mod">
        <pc:chgData name="seungchul you" userId="e71affdd49f1a5fa" providerId="LiveId" clId="{230E1A06-A142-4F97-9768-73D5A86C67D2}" dt="2021-03-01T06:51:22.305" v="24" actId="20577"/>
        <pc:sldMkLst>
          <pc:docMk/>
          <pc:sldMk cId="2782649627" sldId="272"/>
        </pc:sldMkLst>
        <pc:spChg chg="mod">
          <ac:chgData name="seungchul you" userId="e71affdd49f1a5fa" providerId="LiveId" clId="{230E1A06-A142-4F97-9768-73D5A86C67D2}" dt="2021-03-01T06:51:22.305" v="24" actId="20577"/>
          <ac:spMkLst>
            <pc:docMk/>
            <pc:sldMk cId="2782649627" sldId="272"/>
            <ac:spMk id="5" creationId="{82305561-9C83-4AF0-BE74-852E6825B240}"/>
          </ac:spMkLst>
        </pc:spChg>
      </pc:sldChg>
    </pc:docChg>
  </pc:docChgLst>
  <pc:docChgLst>
    <pc:chgData name="유승철" userId="9584054c-e08f-4935-bde6-b53c2dd0dfbc" providerId="ADAL" clId="{D0F9D080-C5BB-4A07-8561-63C1D2F090B6}"/>
    <pc:docChg chg="undo custSel modSld">
      <pc:chgData name="유승철" userId="9584054c-e08f-4935-bde6-b53c2dd0dfbc" providerId="ADAL" clId="{D0F9D080-C5BB-4A07-8561-63C1D2F090B6}" dt="2021-04-09T08:37:57.443" v="241" actId="113"/>
      <pc:docMkLst>
        <pc:docMk/>
      </pc:docMkLst>
      <pc:sldChg chg="modSp mod">
        <pc:chgData name="유승철" userId="9584054c-e08f-4935-bde6-b53c2dd0dfbc" providerId="ADAL" clId="{D0F9D080-C5BB-4A07-8561-63C1D2F090B6}" dt="2021-04-09T08:37:57.443" v="241" actId="113"/>
        <pc:sldMkLst>
          <pc:docMk/>
          <pc:sldMk cId="3894148367" sldId="268"/>
        </pc:sldMkLst>
        <pc:spChg chg="mod">
          <ac:chgData name="유승철" userId="9584054c-e08f-4935-bde6-b53c2dd0dfbc" providerId="ADAL" clId="{D0F9D080-C5BB-4A07-8561-63C1D2F090B6}" dt="2021-04-09T08:37:57.443" v="241" actId="113"/>
          <ac:spMkLst>
            <pc:docMk/>
            <pc:sldMk cId="3894148367" sldId="268"/>
            <ac:spMk id="90" creationId="{DCDF38DE-071A-48B5-BA28-76BB34CDDB64}"/>
          </ac:spMkLst>
        </pc:spChg>
        <pc:spChg chg="mod">
          <ac:chgData name="유승철" userId="9584054c-e08f-4935-bde6-b53c2dd0dfbc" providerId="ADAL" clId="{D0F9D080-C5BB-4A07-8561-63C1D2F090B6}" dt="2021-04-09T08:08:09.566" v="51" actId="20577"/>
          <ac:spMkLst>
            <pc:docMk/>
            <pc:sldMk cId="3894148367" sldId="268"/>
            <ac:spMk id="91" creationId="{7EA180DD-DC84-46EA-9BCA-A1F2D70BE939}"/>
          </ac:spMkLst>
        </pc:spChg>
        <pc:spChg chg="mod">
          <ac:chgData name="유승철" userId="9584054c-e08f-4935-bde6-b53c2dd0dfbc" providerId="ADAL" clId="{D0F9D080-C5BB-4A07-8561-63C1D2F090B6}" dt="2021-04-09T08:15:55.679" v="119" actId="20577"/>
          <ac:spMkLst>
            <pc:docMk/>
            <pc:sldMk cId="3894148367" sldId="268"/>
            <ac:spMk id="106" creationId="{21C9319F-7A16-4842-A7D5-91394754D636}"/>
          </ac:spMkLst>
        </pc:spChg>
        <pc:spChg chg="mod">
          <ac:chgData name="유승철" userId="9584054c-e08f-4935-bde6-b53c2dd0dfbc" providerId="ADAL" clId="{D0F9D080-C5BB-4A07-8561-63C1D2F090B6}" dt="2021-04-09T08:12:58.519" v="69" actId="20577"/>
          <ac:spMkLst>
            <pc:docMk/>
            <pc:sldMk cId="3894148367" sldId="268"/>
            <ac:spMk id="107" creationId="{D50CCB99-C1A2-49DF-B245-4835B5E0EFC8}"/>
          </ac:spMkLst>
        </pc:spChg>
        <pc:spChg chg="mod">
          <ac:chgData name="유승철" userId="9584054c-e08f-4935-bde6-b53c2dd0dfbc" providerId="ADAL" clId="{D0F9D080-C5BB-4A07-8561-63C1D2F090B6}" dt="2021-04-09T08:14:19.749" v="78" actId="6549"/>
          <ac:spMkLst>
            <pc:docMk/>
            <pc:sldMk cId="3894148367" sldId="268"/>
            <ac:spMk id="108" creationId="{2C2D24C6-390E-4A7B-8B71-5ECBC9C06D37}"/>
          </ac:spMkLst>
        </pc:spChg>
        <pc:spChg chg="mod">
          <ac:chgData name="유승철" userId="9584054c-e08f-4935-bde6-b53c2dd0dfbc" providerId="ADAL" clId="{D0F9D080-C5BB-4A07-8561-63C1D2F090B6}" dt="2021-04-09T08:33:33.768" v="240" actId="20577"/>
          <ac:spMkLst>
            <pc:docMk/>
            <pc:sldMk cId="3894148367" sldId="268"/>
            <ac:spMk id="110" creationId="{23CB27AE-2A86-4DF6-8DA5-A70A52B5A860}"/>
          </ac:spMkLst>
        </pc:spChg>
        <pc:spChg chg="mod">
          <ac:chgData name="유승철" userId="9584054c-e08f-4935-bde6-b53c2dd0dfbc" providerId="ADAL" clId="{D0F9D080-C5BB-4A07-8561-63C1D2F090B6}" dt="2021-04-09T08:21:33.775" v="121" actId="20577"/>
          <ac:spMkLst>
            <pc:docMk/>
            <pc:sldMk cId="3894148367" sldId="268"/>
            <ac:spMk id="123" creationId="{932793DA-5250-461C-879D-DF020C995EBB}"/>
          </ac:spMkLst>
        </pc:spChg>
      </pc:sldChg>
    </pc:docChg>
  </pc:docChgLst>
  <pc:docChgLst>
    <pc:chgData name="김예은" userId="6526923f-0c52-4639-9dbd-0f483d8fd367" providerId="ADAL" clId="{A8B07ADB-5240-481B-81B8-1B425C80DE7B}"/>
    <pc:docChg chg="modSld">
      <pc:chgData name="김예은" userId="6526923f-0c52-4639-9dbd-0f483d8fd367" providerId="ADAL" clId="{A8B07ADB-5240-481B-81B8-1B425C80DE7B}" dt="2023-09-06T05:24:41.274" v="75" actId="20577"/>
      <pc:docMkLst>
        <pc:docMk/>
      </pc:docMkLst>
      <pc:sldChg chg="modSp mod">
        <pc:chgData name="김예은" userId="6526923f-0c52-4639-9dbd-0f483d8fd367" providerId="ADAL" clId="{A8B07ADB-5240-481B-81B8-1B425C80DE7B}" dt="2023-09-06T05:24:41.274" v="75" actId="20577"/>
        <pc:sldMkLst>
          <pc:docMk/>
          <pc:sldMk cId="2782649627" sldId="272"/>
        </pc:sldMkLst>
        <pc:spChg chg="mod">
          <ac:chgData name="김예은" userId="6526923f-0c52-4639-9dbd-0f483d8fd367" providerId="ADAL" clId="{A8B07ADB-5240-481B-81B8-1B425C80DE7B}" dt="2023-09-06T05:24:25.641" v="73" actId="20577"/>
          <ac:spMkLst>
            <pc:docMk/>
            <pc:sldMk cId="2782649627" sldId="272"/>
            <ac:spMk id="6" creationId="{F1BA7FAA-803C-45C9-578C-A0A3C8502C5A}"/>
          </ac:spMkLst>
        </pc:spChg>
        <pc:spChg chg="mod">
          <ac:chgData name="김예은" userId="6526923f-0c52-4639-9dbd-0f483d8fd367" providerId="ADAL" clId="{A8B07ADB-5240-481B-81B8-1B425C80DE7B}" dt="2023-09-06T05:24:41.274" v="75" actId="20577"/>
          <ac:spMkLst>
            <pc:docMk/>
            <pc:sldMk cId="2782649627" sldId="272"/>
            <ac:spMk id="27" creationId="{096BB9A2-ADE2-6F7F-328E-EAFDE947D8D7}"/>
          </ac:spMkLst>
        </pc:spChg>
      </pc:sldChg>
      <pc:sldChg chg="modSp mod">
        <pc:chgData name="김예은" userId="6526923f-0c52-4639-9dbd-0f483d8fd367" providerId="ADAL" clId="{A8B07ADB-5240-481B-81B8-1B425C80DE7B}" dt="2023-09-06T05:19:08.455" v="23" actId="20577"/>
        <pc:sldMkLst>
          <pc:docMk/>
          <pc:sldMk cId="2466279025" sldId="276"/>
        </pc:sldMkLst>
        <pc:spChg chg="mod">
          <ac:chgData name="김예은" userId="6526923f-0c52-4639-9dbd-0f483d8fd367" providerId="ADAL" clId="{A8B07ADB-5240-481B-81B8-1B425C80DE7B}" dt="2023-09-06T05:18:05.325" v="8" actId="20577"/>
          <ac:spMkLst>
            <pc:docMk/>
            <pc:sldMk cId="2466279025" sldId="276"/>
            <ac:spMk id="7" creationId="{20483ADB-A67D-7F0A-DEF5-C99332F36792}"/>
          </ac:spMkLst>
        </pc:spChg>
        <pc:spChg chg="mod">
          <ac:chgData name="김예은" userId="6526923f-0c52-4639-9dbd-0f483d8fd367" providerId="ADAL" clId="{A8B07ADB-5240-481B-81B8-1B425C80DE7B}" dt="2023-09-06T05:17:48.828" v="5" actId="20577"/>
          <ac:spMkLst>
            <pc:docMk/>
            <pc:sldMk cId="2466279025" sldId="276"/>
            <ac:spMk id="140" creationId="{88B97726-3EFB-698A-7D7C-DF5DB8C5A565}"/>
          </ac:spMkLst>
        </pc:spChg>
        <pc:spChg chg="mod">
          <ac:chgData name="김예은" userId="6526923f-0c52-4639-9dbd-0f483d8fd367" providerId="ADAL" clId="{A8B07ADB-5240-481B-81B8-1B425C80DE7B}" dt="2023-09-06T05:19:08.455" v="23" actId="20577"/>
          <ac:spMkLst>
            <pc:docMk/>
            <pc:sldMk cId="2466279025" sldId="276"/>
            <ac:spMk id="151" creationId="{E79CFFC1-80BA-A539-0072-1EECBB422D5C}"/>
          </ac:spMkLst>
        </pc:spChg>
        <pc:spChg chg="mod">
          <ac:chgData name="김예은" userId="6526923f-0c52-4639-9dbd-0f483d8fd367" providerId="ADAL" clId="{A8B07ADB-5240-481B-81B8-1B425C80DE7B}" dt="2023-09-06T05:18:48.871" v="22" actId="20577"/>
          <ac:spMkLst>
            <pc:docMk/>
            <pc:sldMk cId="2466279025" sldId="276"/>
            <ac:spMk id="153" creationId="{EA4DFFF3-CCC7-3997-272A-F8DB47D241DC}"/>
          </ac:spMkLst>
        </pc:spChg>
        <pc:spChg chg="mod">
          <ac:chgData name="김예은" userId="6526923f-0c52-4639-9dbd-0f483d8fd367" providerId="ADAL" clId="{A8B07ADB-5240-481B-81B8-1B425C80DE7B}" dt="2023-09-06T05:18:25.981" v="14" actId="20577"/>
          <ac:spMkLst>
            <pc:docMk/>
            <pc:sldMk cId="2466279025" sldId="276"/>
            <ac:spMk id="155" creationId="{0A8B3F26-4FA2-9CE6-6071-29B6B0806988}"/>
          </ac:spMkLst>
        </pc:spChg>
      </pc:sldChg>
    </pc:docChg>
  </pc:docChgLst>
  <pc:docChgLst>
    <pc:chgData name="김예은" userId="6526923f-0c52-4639-9dbd-0f483d8fd367" providerId="ADAL" clId="{18C6F036-179F-4750-A611-C4F4A0FFB4F6}"/>
    <pc:docChg chg="undo custSel modSld">
      <pc:chgData name="김예은" userId="6526923f-0c52-4639-9dbd-0f483d8fd367" providerId="ADAL" clId="{18C6F036-179F-4750-A611-C4F4A0FFB4F6}" dt="2021-12-07T05:47:26.834" v="1536"/>
      <pc:docMkLst>
        <pc:docMk/>
      </pc:docMkLst>
      <pc:sldChg chg="modSp mod">
        <pc:chgData name="김예은" userId="6526923f-0c52-4639-9dbd-0f483d8fd367" providerId="ADAL" clId="{18C6F036-179F-4750-A611-C4F4A0FFB4F6}" dt="2021-12-07T05:47:26.834" v="1536"/>
        <pc:sldMkLst>
          <pc:docMk/>
          <pc:sldMk cId="2782649627" sldId="272"/>
        </pc:sldMkLst>
        <pc:spChg chg="mod">
          <ac:chgData name="김예은" userId="6526923f-0c52-4639-9dbd-0f483d8fd367" providerId="ADAL" clId="{18C6F036-179F-4750-A611-C4F4A0FFB4F6}" dt="2021-12-07T05:43:53.617" v="1454"/>
          <ac:spMkLst>
            <pc:docMk/>
            <pc:sldMk cId="2782649627" sldId="272"/>
            <ac:spMk id="102" creationId="{9762C8D9-3DBE-4690-A1CC-7C41A943B1DD}"/>
          </ac:spMkLst>
        </pc:spChg>
        <pc:spChg chg="mod">
          <ac:chgData name="김예은" userId="6526923f-0c52-4639-9dbd-0f483d8fd367" providerId="ADAL" clId="{18C6F036-179F-4750-A611-C4F4A0FFB4F6}" dt="2021-12-07T05:47:26.834" v="1536"/>
          <ac:spMkLst>
            <pc:docMk/>
            <pc:sldMk cId="2782649627" sldId="272"/>
            <ac:spMk id="114" creationId="{41408D8D-7212-42A5-AB90-AD4768331059}"/>
          </ac:spMkLst>
        </pc:spChg>
      </pc:sldChg>
      <pc:sldChg chg="modSp mod">
        <pc:chgData name="김예은" userId="6526923f-0c52-4639-9dbd-0f483d8fd367" providerId="ADAL" clId="{18C6F036-179F-4750-A611-C4F4A0FFB4F6}" dt="2021-12-07T05:23:26.001" v="440" actId="20577"/>
        <pc:sldMkLst>
          <pc:docMk/>
          <pc:sldMk cId="882373454" sldId="274"/>
        </pc:sldMkLst>
        <pc:spChg chg="mod">
          <ac:chgData name="김예은" userId="6526923f-0c52-4639-9dbd-0f483d8fd367" providerId="ADAL" clId="{18C6F036-179F-4750-A611-C4F4A0FFB4F6}" dt="2021-12-07T05:16:09.952" v="247" actId="20577"/>
          <ac:spMkLst>
            <pc:docMk/>
            <pc:sldMk cId="882373454" sldId="274"/>
            <ac:spMk id="111" creationId="{DBDB8DD5-5529-4E2C-9BDB-5CAB844DDD5F}"/>
          </ac:spMkLst>
        </pc:spChg>
        <pc:spChg chg="mod">
          <ac:chgData name="김예은" userId="6526923f-0c52-4639-9dbd-0f483d8fd367" providerId="ADAL" clId="{18C6F036-179F-4750-A611-C4F4A0FFB4F6}" dt="2021-12-07T05:15:55.401" v="239" actId="20577"/>
          <ac:spMkLst>
            <pc:docMk/>
            <pc:sldMk cId="882373454" sldId="274"/>
            <ac:spMk id="113" creationId="{EB58FF82-05F3-4413-9FB5-F5EA9CADDCA7}"/>
          </ac:spMkLst>
        </pc:spChg>
        <pc:spChg chg="mod">
          <ac:chgData name="김예은" userId="6526923f-0c52-4639-9dbd-0f483d8fd367" providerId="ADAL" clId="{18C6F036-179F-4750-A611-C4F4A0FFB4F6}" dt="2021-12-07T05:21:34.265" v="439" actId="20577"/>
          <ac:spMkLst>
            <pc:docMk/>
            <pc:sldMk cId="882373454" sldId="274"/>
            <ac:spMk id="123" creationId="{F91271BF-7767-419F-B9D9-00CD1CF74A69}"/>
          </ac:spMkLst>
        </pc:spChg>
        <pc:spChg chg="mod">
          <ac:chgData name="김예은" userId="6526923f-0c52-4639-9dbd-0f483d8fd367" providerId="ADAL" clId="{18C6F036-179F-4750-A611-C4F4A0FFB4F6}" dt="2021-12-07T05:21:02.704" v="433" actId="20577"/>
          <ac:spMkLst>
            <pc:docMk/>
            <pc:sldMk cId="882373454" sldId="274"/>
            <ac:spMk id="124" creationId="{64B7CCAC-2819-43E1-AB74-8C89226C4573}"/>
          </ac:spMkLst>
        </pc:spChg>
        <pc:spChg chg="mod">
          <ac:chgData name="김예은" userId="6526923f-0c52-4639-9dbd-0f483d8fd367" providerId="ADAL" clId="{18C6F036-179F-4750-A611-C4F4A0FFB4F6}" dt="2021-12-07T05:21:24.481" v="434" actId="20577"/>
          <ac:spMkLst>
            <pc:docMk/>
            <pc:sldMk cId="882373454" sldId="274"/>
            <ac:spMk id="125" creationId="{C3317DC3-88E8-4464-9234-FBB132137B2C}"/>
          </ac:spMkLst>
        </pc:spChg>
        <pc:spChg chg="mod">
          <ac:chgData name="김예은" userId="6526923f-0c52-4639-9dbd-0f483d8fd367" providerId="ADAL" clId="{18C6F036-179F-4750-A611-C4F4A0FFB4F6}" dt="2021-12-07T05:20:52.450" v="432" actId="5793"/>
          <ac:spMkLst>
            <pc:docMk/>
            <pc:sldMk cId="882373454" sldId="274"/>
            <ac:spMk id="127" creationId="{A9756532-47B7-4712-A28F-D1EFE3461750}"/>
          </ac:spMkLst>
        </pc:spChg>
        <pc:spChg chg="mod">
          <ac:chgData name="김예은" userId="6526923f-0c52-4639-9dbd-0f483d8fd367" providerId="ADAL" clId="{18C6F036-179F-4750-A611-C4F4A0FFB4F6}" dt="2021-12-07T05:17:39.976" v="322" actId="20577"/>
          <ac:spMkLst>
            <pc:docMk/>
            <pc:sldMk cId="882373454" sldId="274"/>
            <ac:spMk id="130" creationId="{77C85092-3F0B-4B18-934D-0B5941FB7FD1}"/>
          </ac:spMkLst>
        </pc:spChg>
        <pc:spChg chg="mod">
          <ac:chgData name="김예은" userId="6526923f-0c52-4639-9dbd-0f483d8fd367" providerId="ADAL" clId="{18C6F036-179F-4750-A611-C4F4A0FFB4F6}" dt="2021-12-07T05:23:26.001" v="440" actId="20577"/>
          <ac:spMkLst>
            <pc:docMk/>
            <pc:sldMk cId="882373454" sldId="274"/>
            <ac:spMk id="139" creationId="{21E0BDBC-66AC-485A-801C-218154DF3576}"/>
          </ac:spMkLst>
        </pc:spChg>
      </pc:sldChg>
    </pc:docChg>
  </pc:docChgLst>
  <pc:docChgLst>
    <pc:chgData name="김예은" userId="6526923f-0c52-4639-9dbd-0f483d8fd367" providerId="ADAL" clId="{FDAD2211-735D-42AE-9062-E96011DC11F5}"/>
    <pc:docChg chg="undo custSel modSld">
      <pc:chgData name="김예은" userId="6526923f-0c52-4639-9dbd-0f483d8fd367" providerId="ADAL" clId="{FDAD2211-735D-42AE-9062-E96011DC11F5}" dt="2022-06-02T03:03:22.293" v="229"/>
      <pc:docMkLst>
        <pc:docMk/>
      </pc:docMkLst>
      <pc:sldChg chg="addSp delSp modSp mod">
        <pc:chgData name="김예은" userId="6526923f-0c52-4639-9dbd-0f483d8fd367" providerId="ADAL" clId="{FDAD2211-735D-42AE-9062-E96011DC11F5}" dt="2022-06-02T03:03:22.293" v="229"/>
        <pc:sldMkLst>
          <pc:docMk/>
          <pc:sldMk cId="2782649627" sldId="272"/>
        </pc:sldMkLst>
        <pc:spChg chg="del">
          <ac:chgData name="김예은" userId="6526923f-0c52-4639-9dbd-0f483d8fd367" providerId="ADAL" clId="{FDAD2211-735D-42AE-9062-E96011DC11F5}" dt="2022-06-02T03:03:21.925" v="228" actId="478"/>
          <ac:spMkLst>
            <pc:docMk/>
            <pc:sldMk cId="2782649627" sldId="272"/>
            <ac:spMk id="46" creationId="{1D623B5F-7707-CC59-DC10-DF385966DBE4}"/>
          </ac:spMkLst>
        </pc:spChg>
        <pc:spChg chg="add mod">
          <ac:chgData name="김예은" userId="6526923f-0c52-4639-9dbd-0f483d8fd367" providerId="ADAL" clId="{FDAD2211-735D-42AE-9062-E96011DC11F5}" dt="2022-06-02T03:03:22.293" v="229"/>
          <ac:spMkLst>
            <pc:docMk/>
            <pc:sldMk cId="2782649627" sldId="272"/>
            <ac:spMk id="48" creationId="{D461C6C1-0714-4640-444E-48DA11551DD3}"/>
          </ac:spMkLst>
        </pc:spChg>
        <pc:spChg chg="mod">
          <ac:chgData name="김예은" userId="6526923f-0c52-4639-9dbd-0f483d8fd367" providerId="ADAL" clId="{FDAD2211-735D-42AE-9062-E96011DC11F5}" dt="2022-06-02T03:01:30.253" v="227" actId="20577"/>
          <ac:spMkLst>
            <pc:docMk/>
            <pc:sldMk cId="2782649627" sldId="272"/>
            <ac:spMk id="72" creationId="{DB229637-4E52-FE6D-5ECE-327B2ED55DEE}"/>
          </ac:spMkLst>
        </pc:spChg>
      </pc:sldChg>
      <pc:sldChg chg="modSp mod">
        <pc:chgData name="김예은" userId="6526923f-0c52-4639-9dbd-0f483d8fd367" providerId="ADAL" clId="{FDAD2211-735D-42AE-9062-E96011DC11F5}" dt="2022-06-02T02:55:28.277" v="186" actId="20577"/>
        <pc:sldMkLst>
          <pc:docMk/>
          <pc:sldMk cId="2466279025" sldId="276"/>
        </pc:sldMkLst>
        <pc:spChg chg="mod">
          <ac:chgData name="김예은" userId="6526923f-0c52-4639-9dbd-0f483d8fd367" providerId="ADAL" clId="{FDAD2211-735D-42AE-9062-E96011DC11F5}" dt="2022-06-02T02:49:23.772" v="50" actId="20577"/>
          <ac:spMkLst>
            <pc:docMk/>
            <pc:sldMk cId="2466279025" sldId="276"/>
            <ac:spMk id="111" creationId="{9B3FAADE-62CB-1627-946C-00DA9E3E4BA6}"/>
          </ac:spMkLst>
        </pc:spChg>
        <pc:spChg chg="mod">
          <ac:chgData name="김예은" userId="6526923f-0c52-4639-9dbd-0f483d8fd367" providerId="ADAL" clId="{FDAD2211-735D-42AE-9062-E96011DC11F5}" dt="2022-06-02T02:51:33.100" v="64" actId="20577"/>
          <ac:spMkLst>
            <pc:docMk/>
            <pc:sldMk cId="2466279025" sldId="276"/>
            <ac:spMk id="113" creationId="{753130E7-0351-2A00-B06C-90BD547323AA}"/>
          </ac:spMkLst>
        </pc:spChg>
        <pc:spChg chg="mod">
          <ac:chgData name="김예은" userId="6526923f-0c52-4639-9dbd-0f483d8fd367" providerId="ADAL" clId="{FDAD2211-735D-42AE-9062-E96011DC11F5}" dt="2022-06-02T02:53:13.492" v="118" actId="20577"/>
          <ac:spMkLst>
            <pc:docMk/>
            <pc:sldMk cId="2466279025" sldId="276"/>
            <ac:spMk id="125" creationId="{660657B5-9A52-4E96-6F5F-31FA2250C947}"/>
          </ac:spMkLst>
        </pc:spChg>
        <pc:spChg chg="mod">
          <ac:chgData name="김예은" userId="6526923f-0c52-4639-9dbd-0f483d8fd367" providerId="ADAL" clId="{FDAD2211-735D-42AE-9062-E96011DC11F5}" dt="2022-06-02T02:52:16.621" v="91" actId="20577"/>
          <ac:spMkLst>
            <pc:docMk/>
            <pc:sldMk cId="2466279025" sldId="276"/>
            <ac:spMk id="130" creationId="{DBE3A232-77E1-9C69-5805-1FB1AC9A403C}"/>
          </ac:spMkLst>
        </pc:spChg>
        <pc:spChg chg="mod">
          <ac:chgData name="김예은" userId="6526923f-0c52-4639-9dbd-0f483d8fd367" providerId="ADAL" clId="{FDAD2211-735D-42AE-9062-E96011DC11F5}" dt="2022-06-02T02:55:28.277" v="186" actId="20577"/>
          <ac:spMkLst>
            <pc:docMk/>
            <pc:sldMk cId="2466279025" sldId="276"/>
            <ac:spMk id="139" creationId="{5EE6D517-3E97-2B2D-5CA3-D5EE33FBBDA7}"/>
          </ac:spMkLst>
        </pc:spChg>
        <pc:spChg chg="mod">
          <ac:chgData name="김예은" userId="6526923f-0c52-4639-9dbd-0f483d8fd367" providerId="ADAL" clId="{FDAD2211-735D-42AE-9062-E96011DC11F5}" dt="2022-06-02T02:54:15.470" v="126" actId="20577"/>
          <ac:spMkLst>
            <pc:docMk/>
            <pc:sldMk cId="2466279025" sldId="276"/>
            <ac:spMk id="141" creationId="{A5DE7E25-9941-B777-B6E9-8BD7D4ECE3A1}"/>
          </ac:spMkLst>
        </pc:spChg>
      </pc:sldChg>
    </pc:docChg>
  </pc:docChgLst>
  <pc:docChgLst>
    <pc:chgData name="김예은" userId="6526923f-0c52-4639-9dbd-0f483d8fd367" providerId="ADAL" clId="{C94FFBF2-F3F5-4696-88E8-98732B9F5AF7}"/>
    <pc:docChg chg="modSld">
      <pc:chgData name="김예은" userId="6526923f-0c52-4639-9dbd-0f483d8fd367" providerId="ADAL" clId="{C94FFBF2-F3F5-4696-88E8-98732B9F5AF7}" dt="2023-04-12T02:19:52.781" v="393" actId="20577"/>
      <pc:docMkLst>
        <pc:docMk/>
      </pc:docMkLst>
      <pc:sldChg chg="modSp mod">
        <pc:chgData name="김예은" userId="6526923f-0c52-4639-9dbd-0f483d8fd367" providerId="ADAL" clId="{C94FFBF2-F3F5-4696-88E8-98732B9F5AF7}" dt="2023-04-12T02:19:52.781" v="393" actId="20577"/>
        <pc:sldMkLst>
          <pc:docMk/>
          <pc:sldMk cId="2782649627" sldId="272"/>
        </pc:sldMkLst>
        <pc:spChg chg="mod">
          <ac:chgData name="김예은" userId="6526923f-0c52-4639-9dbd-0f483d8fd367" providerId="ADAL" clId="{C94FFBF2-F3F5-4696-88E8-98732B9F5AF7}" dt="2023-04-12T02:07:08.303" v="356" actId="20577"/>
          <ac:spMkLst>
            <pc:docMk/>
            <pc:sldMk cId="2782649627" sldId="272"/>
            <ac:spMk id="70" creationId="{370378A7-E09F-3F3F-F9DE-BEFDBA35B3BD}"/>
          </ac:spMkLst>
        </pc:spChg>
        <pc:spChg chg="mod">
          <ac:chgData name="김예은" userId="6526923f-0c52-4639-9dbd-0f483d8fd367" providerId="ADAL" clId="{C94FFBF2-F3F5-4696-88E8-98732B9F5AF7}" dt="2023-04-12T02:19:52.781" v="393" actId="20577"/>
          <ac:spMkLst>
            <pc:docMk/>
            <pc:sldMk cId="2782649627" sldId="272"/>
            <ac:spMk id="85" creationId="{C4B53E31-BFFD-749A-9A86-D599C2B8F212}"/>
          </ac:spMkLst>
        </pc:spChg>
      </pc:sldChg>
      <pc:sldChg chg="modSp mod">
        <pc:chgData name="김예은" userId="6526923f-0c52-4639-9dbd-0f483d8fd367" providerId="ADAL" clId="{C94FFBF2-F3F5-4696-88E8-98732B9F5AF7}" dt="2023-04-12T01:28:29.195" v="207" actId="20577"/>
        <pc:sldMkLst>
          <pc:docMk/>
          <pc:sldMk cId="2466279025" sldId="276"/>
        </pc:sldMkLst>
        <pc:spChg chg="mod">
          <ac:chgData name="김예은" userId="6526923f-0c52-4639-9dbd-0f483d8fd367" providerId="ADAL" clId="{C94FFBF2-F3F5-4696-88E8-98732B9F5AF7}" dt="2023-04-12T01:11:01.637" v="17" actId="20577"/>
          <ac:spMkLst>
            <pc:docMk/>
            <pc:sldMk cId="2466279025" sldId="276"/>
            <ac:spMk id="10" creationId="{48E2F11D-DC3D-7C85-AEBA-4777E84D3CAA}"/>
          </ac:spMkLst>
        </pc:spChg>
        <pc:spChg chg="mod">
          <ac:chgData name="김예은" userId="6526923f-0c52-4639-9dbd-0f483d8fd367" providerId="ADAL" clId="{C94FFBF2-F3F5-4696-88E8-98732B9F5AF7}" dt="2023-04-12T01:18:54.156" v="122" actId="20577"/>
          <ac:spMkLst>
            <pc:docMk/>
            <pc:sldMk cId="2466279025" sldId="276"/>
            <ac:spMk id="14" creationId="{DFB053EA-0265-A02E-7AC9-D266A87342CD}"/>
          </ac:spMkLst>
        </pc:spChg>
        <pc:spChg chg="mod">
          <ac:chgData name="김예은" userId="6526923f-0c52-4639-9dbd-0f483d8fd367" providerId="ADAL" clId="{C94FFBF2-F3F5-4696-88E8-98732B9F5AF7}" dt="2023-04-12T01:27:14.414" v="133" actId="20577"/>
          <ac:spMkLst>
            <pc:docMk/>
            <pc:sldMk cId="2466279025" sldId="276"/>
            <ac:spMk id="18" creationId="{4A0D047A-E643-1956-4F5A-F56A04D7EAF3}"/>
          </ac:spMkLst>
        </pc:spChg>
        <pc:spChg chg="mod">
          <ac:chgData name="김예은" userId="6526923f-0c52-4639-9dbd-0f483d8fd367" providerId="ADAL" clId="{C94FFBF2-F3F5-4696-88E8-98732B9F5AF7}" dt="2023-04-12T01:27:33.162" v="161" actId="20577"/>
          <ac:spMkLst>
            <pc:docMk/>
            <pc:sldMk cId="2466279025" sldId="276"/>
            <ac:spMk id="19" creationId="{56CDBB23-EA56-097D-CF0C-C8F8B57E36C8}"/>
          </ac:spMkLst>
        </pc:spChg>
        <pc:spChg chg="mod">
          <ac:chgData name="김예은" userId="6526923f-0c52-4639-9dbd-0f483d8fd367" providerId="ADAL" clId="{C94FFBF2-F3F5-4696-88E8-98732B9F5AF7}" dt="2023-04-12T01:27:00.819" v="124" actId="20577"/>
          <ac:spMkLst>
            <pc:docMk/>
            <pc:sldMk cId="2466279025" sldId="276"/>
            <ac:spMk id="21" creationId="{C4C25FF0-E925-9D2B-7EDA-1C5A1107C4BB}"/>
          </ac:spMkLst>
        </pc:spChg>
        <pc:spChg chg="mod">
          <ac:chgData name="김예은" userId="6526923f-0c52-4639-9dbd-0f483d8fd367" providerId="ADAL" clId="{C94FFBF2-F3F5-4696-88E8-98732B9F5AF7}" dt="2023-04-12T01:17:14.979" v="62" actId="20577"/>
          <ac:spMkLst>
            <pc:docMk/>
            <pc:sldMk cId="2466279025" sldId="276"/>
            <ac:spMk id="25" creationId="{CA06E95F-B4ED-5EBC-C8B9-A9092F95FAD2}"/>
          </ac:spMkLst>
        </pc:spChg>
        <pc:spChg chg="mod">
          <ac:chgData name="김예은" userId="6526923f-0c52-4639-9dbd-0f483d8fd367" providerId="ADAL" clId="{C94FFBF2-F3F5-4696-88E8-98732B9F5AF7}" dt="2023-04-12T01:28:10.395" v="196" actId="20577"/>
          <ac:spMkLst>
            <pc:docMk/>
            <pc:sldMk cId="2466279025" sldId="276"/>
            <ac:spMk id="33" creationId="{7D2F9B7F-AB22-68A5-09B6-157BE030154B}"/>
          </ac:spMkLst>
        </pc:spChg>
        <pc:spChg chg="mod">
          <ac:chgData name="김예은" userId="6526923f-0c52-4639-9dbd-0f483d8fd367" providerId="ADAL" clId="{C94FFBF2-F3F5-4696-88E8-98732B9F5AF7}" dt="2023-04-12T01:28:29.195" v="207" actId="20577"/>
          <ac:spMkLst>
            <pc:docMk/>
            <pc:sldMk cId="2466279025" sldId="276"/>
            <ac:spMk id="34" creationId="{25D99D5C-0B11-1F9F-BF19-197CDBB896A4}"/>
          </ac:spMkLst>
        </pc:spChg>
        <pc:spChg chg="mod">
          <ac:chgData name="김예은" userId="6526923f-0c52-4639-9dbd-0f483d8fd367" providerId="ADAL" clId="{C94FFBF2-F3F5-4696-88E8-98732B9F5AF7}" dt="2023-04-12T01:27:57.627" v="181" actId="20577"/>
          <ac:spMkLst>
            <pc:docMk/>
            <pc:sldMk cId="2466279025" sldId="276"/>
            <ac:spMk id="38" creationId="{2E09984E-7587-9E57-9F74-C6EFBE656D8B}"/>
          </ac:spMkLst>
        </pc:spChg>
      </pc:sldChg>
    </pc:docChg>
  </pc:docChgLst>
  <pc:docChgLst>
    <pc:chgData name="김예은" userId="6526923f-0c52-4639-9dbd-0f483d8fd367" providerId="ADAL" clId="{29B0B366-09C7-498C-9002-AD125A7B3356}"/>
    <pc:docChg chg="undo custSel modSld">
      <pc:chgData name="김예은" userId="6526923f-0c52-4639-9dbd-0f483d8fd367" providerId="ADAL" clId="{29B0B366-09C7-498C-9002-AD125A7B3356}" dt="2024-10-11T03:48:55.099" v="853" actId="20577"/>
      <pc:docMkLst>
        <pc:docMk/>
      </pc:docMkLst>
      <pc:sldChg chg="delSp modSp mod">
        <pc:chgData name="김예은" userId="6526923f-0c52-4639-9dbd-0f483d8fd367" providerId="ADAL" clId="{29B0B366-09C7-498C-9002-AD125A7B3356}" dt="2024-10-11T03:48:55.099" v="853" actId="20577"/>
        <pc:sldMkLst>
          <pc:docMk/>
          <pc:sldMk cId="2782649627" sldId="272"/>
        </pc:sldMkLst>
        <pc:spChg chg="mod">
          <ac:chgData name="김예은" userId="6526923f-0c52-4639-9dbd-0f483d8fd367" providerId="ADAL" clId="{29B0B366-09C7-498C-9002-AD125A7B3356}" dt="2024-10-11T03:47:44.265" v="851" actId="21"/>
          <ac:spMkLst>
            <pc:docMk/>
            <pc:sldMk cId="2782649627" sldId="272"/>
            <ac:spMk id="30" creationId="{C2655B32-69EE-168F-F758-DD4365E8A3C6}"/>
          </ac:spMkLst>
        </pc:spChg>
        <pc:spChg chg="mod">
          <ac:chgData name="김예은" userId="6526923f-0c52-4639-9dbd-0f483d8fd367" providerId="ADAL" clId="{29B0B366-09C7-498C-9002-AD125A7B3356}" dt="2024-10-11T03:46:32.874" v="819" actId="20577"/>
          <ac:spMkLst>
            <pc:docMk/>
            <pc:sldMk cId="2782649627" sldId="272"/>
            <ac:spMk id="33" creationId="{8570445A-EF95-DE05-3B6B-471FAF254707}"/>
          </ac:spMkLst>
        </pc:spChg>
        <pc:spChg chg="mod">
          <ac:chgData name="김예은" userId="6526923f-0c52-4639-9dbd-0f483d8fd367" providerId="ADAL" clId="{29B0B366-09C7-498C-9002-AD125A7B3356}" dt="2024-10-11T03:48:55.099" v="853" actId="20577"/>
          <ac:spMkLst>
            <pc:docMk/>
            <pc:sldMk cId="2782649627" sldId="272"/>
            <ac:spMk id="57" creationId="{210CFC98-91AF-EB7B-F9C3-6B6EC42F65E8}"/>
          </ac:spMkLst>
        </pc:spChg>
        <pc:picChg chg="del">
          <ac:chgData name="김예은" userId="6526923f-0c52-4639-9dbd-0f483d8fd367" providerId="ADAL" clId="{29B0B366-09C7-498C-9002-AD125A7B3356}" dt="2024-10-11T03:46:35.708" v="820" actId="478"/>
          <ac:picMkLst>
            <pc:docMk/>
            <pc:sldMk cId="2782649627" sldId="272"/>
            <ac:picMk id="51" creationId="{22C87D85-1844-A638-F5B5-0553BB16DC34}"/>
          </ac:picMkLst>
        </pc:picChg>
        <pc:cxnChg chg="mod">
          <ac:chgData name="김예은" userId="6526923f-0c52-4639-9dbd-0f483d8fd367" providerId="ADAL" clId="{29B0B366-09C7-498C-9002-AD125A7B3356}" dt="2024-10-11T03:46:43.511" v="825" actId="14100"/>
          <ac:cxnSpMkLst>
            <pc:docMk/>
            <pc:sldMk cId="2782649627" sldId="272"/>
            <ac:cxnSpMk id="34" creationId="{EDFAFD3A-17B9-8A1A-38A5-C59A32E31AEE}"/>
          </ac:cxnSpMkLst>
        </pc:cxnChg>
      </pc:sldChg>
      <pc:sldChg chg="modSp mod">
        <pc:chgData name="김예은" userId="6526923f-0c52-4639-9dbd-0f483d8fd367" providerId="ADAL" clId="{29B0B366-09C7-498C-9002-AD125A7B3356}" dt="2024-10-11T03:01:29.122" v="289" actId="20577"/>
        <pc:sldMkLst>
          <pc:docMk/>
          <pc:sldMk cId="2466279025" sldId="276"/>
        </pc:sldMkLst>
        <pc:spChg chg="mod">
          <ac:chgData name="김예은" userId="6526923f-0c52-4639-9dbd-0f483d8fd367" providerId="ADAL" clId="{29B0B366-09C7-498C-9002-AD125A7B3356}" dt="2024-10-11T02:39:54.026" v="117" actId="20577"/>
          <ac:spMkLst>
            <pc:docMk/>
            <pc:sldMk cId="2466279025" sldId="276"/>
            <ac:spMk id="50" creationId="{EB7D61D9-3C96-5D9A-41EF-E60C8B2AADC2}"/>
          </ac:spMkLst>
        </pc:spChg>
        <pc:spChg chg="mod">
          <ac:chgData name="김예은" userId="6526923f-0c52-4639-9dbd-0f483d8fd367" providerId="ADAL" clId="{29B0B366-09C7-498C-9002-AD125A7B3356}" dt="2024-10-11T02:40:34.625" v="129" actId="20577"/>
          <ac:spMkLst>
            <pc:docMk/>
            <pc:sldMk cId="2466279025" sldId="276"/>
            <ac:spMk id="52" creationId="{7D8793DD-5632-37CB-DEFC-F8377686BF83}"/>
          </ac:spMkLst>
        </pc:spChg>
        <pc:spChg chg="mod">
          <ac:chgData name="김예은" userId="6526923f-0c52-4639-9dbd-0f483d8fd367" providerId="ADAL" clId="{29B0B366-09C7-498C-9002-AD125A7B3356}" dt="2024-10-11T02:45:48.732" v="199" actId="20577"/>
          <ac:spMkLst>
            <pc:docMk/>
            <pc:sldMk cId="2466279025" sldId="276"/>
            <ac:spMk id="62" creationId="{466C8CC7-48DF-07C9-EB44-354C9684A266}"/>
          </ac:spMkLst>
        </pc:spChg>
        <pc:spChg chg="mod">
          <ac:chgData name="김예은" userId="6526923f-0c52-4639-9dbd-0f483d8fd367" providerId="ADAL" clId="{29B0B366-09C7-498C-9002-AD125A7B3356}" dt="2024-10-11T02:45:58.964" v="202" actId="20577"/>
          <ac:spMkLst>
            <pc:docMk/>
            <pc:sldMk cId="2466279025" sldId="276"/>
            <ac:spMk id="63" creationId="{3D2ABEC0-FE94-A18C-5739-A185A38F80B4}"/>
          </ac:spMkLst>
        </pc:spChg>
        <pc:spChg chg="mod">
          <ac:chgData name="김예은" userId="6526923f-0c52-4639-9dbd-0f483d8fd367" providerId="ADAL" clId="{29B0B366-09C7-498C-9002-AD125A7B3356}" dt="2024-10-11T02:46:27.380" v="212" actId="20577"/>
          <ac:spMkLst>
            <pc:docMk/>
            <pc:sldMk cId="2466279025" sldId="276"/>
            <ac:spMk id="128" creationId="{874908EE-4D1F-DCA1-DAAB-4DF73D622422}"/>
          </ac:spMkLst>
        </pc:spChg>
        <pc:spChg chg="mod">
          <ac:chgData name="김예은" userId="6526923f-0c52-4639-9dbd-0f483d8fd367" providerId="ADAL" clId="{29B0B366-09C7-498C-9002-AD125A7B3356}" dt="2024-10-11T02:44:58.387" v="177" actId="21"/>
          <ac:spMkLst>
            <pc:docMk/>
            <pc:sldMk cId="2466279025" sldId="276"/>
            <ac:spMk id="130" creationId="{EE4C7E90-DA52-1EF3-D8E6-BF09A54A2E18}"/>
          </ac:spMkLst>
        </pc:spChg>
        <pc:spChg chg="mod">
          <ac:chgData name="김예은" userId="6526923f-0c52-4639-9dbd-0f483d8fd367" providerId="ADAL" clId="{29B0B366-09C7-498C-9002-AD125A7B3356}" dt="2024-10-11T02:42:24.860" v="162" actId="20577"/>
          <ac:spMkLst>
            <pc:docMk/>
            <pc:sldMk cId="2466279025" sldId="276"/>
            <ac:spMk id="132" creationId="{F30228F8-1758-35D1-B384-D47731624E75}"/>
          </ac:spMkLst>
        </pc:spChg>
        <pc:spChg chg="mod">
          <ac:chgData name="김예은" userId="6526923f-0c52-4639-9dbd-0f483d8fd367" providerId="ADAL" clId="{29B0B366-09C7-498C-9002-AD125A7B3356}" dt="2024-10-11T03:01:29.122" v="289" actId="20577"/>
          <ac:spMkLst>
            <pc:docMk/>
            <pc:sldMk cId="2466279025" sldId="276"/>
            <ac:spMk id="175" creationId="{F0B5C5AF-2CC6-DFB4-28E5-8AEED4ED5327}"/>
          </ac:spMkLst>
        </pc:spChg>
        <pc:spChg chg="mod">
          <ac:chgData name="김예은" userId="6526923f-0c52-4639-9dbd-0f483d8fd367" providerId="ADAL" clId="{29B0B366-09C7-498C-9002-AD125A7B3356}" dt="2024-10-11T02:49:14.719" v="225"/>
          <ac:spMkLst>
            <pc:docMk/>
            <pc:sldMk cId="2466279025" sldId="276"/>
            <ac:spMk id="178" creationId="{44247B0E-BD32-3F4F-6353-7CD3B7209D74}"/>
          </ac:spMkLst>
        </pc:spChg>
      </pc:sldChg>
    </pc:docChg>
  </pc:docChgLst>
  <pc:docChgLst>
    <pc:chgData name="이유림" userId="c4f7c10e-9591-4e08-8489-adf65147d8f2" providerId="ADAL" clId="{DE3C1487-1738-4003-969C-32B50BF54D0C}"/>
    <pc:docChg chg="undo redo custSel modSld">
      <pc:chgData name="이유림" userId="c4f7c10e-9591-4e08-8489-adf65147d8f2" providerId="ADAL" clId="{DE3C1487-1738-4003-969C-32B50BF54D0C}" dt="2025-04-11T06:57:56.812" v="2331" actId="20577"/>
      <pc:docMkLst>
        <pc:docMk/>
      </pc:docMkLst>
      <pc:sldChg chg="addSp delSp modSp mod">
        <pc:chgData name="이유림" userId="c4f7c10e-9591-4e08-8489-adf65147d8f2" providerId="ADAL" clId="{DE3C1487-1738-4003-969C-32B50BF54D0C}" dt="2025-04-02T02:41:53.218" v="2265" actId="6549"/>
        <pc:sldMkLst>
          <pc:docMk/>
          <pc:sldMk cId="2782649627" sldId="272"/>
        </pc:sldMkLst>
        <pc:spChg chg="mod">
          <ac:chgData name="이유림" userId="c4f7c10e-9591-4e08-8489-adf65147d8f2" providerId="ADAL" clId="{DE3C1487-1738-4003-969C-32B50BF54D0C}" dt="2025-04-01T03:05:35.213" v="21"/>
          <ac:spMkLst>
            <pc:docMk/>
            <pc:sldMk cId="2782649627" sldId="272"/>
            <ac:spMk id="5" creationId="{82305561-9C83-4AF0-BE74-852E6825B240}"/>
          </ac:spMkLst>
        </pc:spChg>
        <pc:spChg chg="mod">
          <ac:chgData name="이유림" userId="c4f7c10e-9591-4e08-8489-adf65147d8f2" providerId="ADAL" clId="{DE3C1487-1738-4003-969C-32B50BF54D0C}" dt="2025-04-02T02:41:53.218" v="2265" actId="6549"/>
          <ac:spMkLst>
            <pc:docMk/>
            <pc:sldMk cId="2782649627" sldId="272"/>
            <ac:spMk id="11" creationId="{E3ABA5FE-83F6-6DEA-E7F6-7485D583F294}"/>
          </ac:spMkLst>
        </pc:spChg>
        <pc:spChg chg="mod">
          <ac:chgData name="이유림" userId="c4f7c10e-9591-4e08-8489-adf65147d8f2" providerId="ADAL" clId="{DE3C1487-1738-4003-969C-32B50BF54D0C}" dt="2025-04-01T03:11:53.328" v="23"/>
          <ac:spMkLst>
            <pc:docMk/>
            <pc:sldMk cId="2782649627" sldId="272"/>
            <ac:spMk id="29" creationId="{1910F039-757D-FDB0-A184-8B8F1EAFB41B}"/>
          </ac:spMkLst>
        </pc:spChg>
        <pc:spChg chg="mod">
          <ac:chgData name="이유림" userId="c4f7c10e-9591-4e08-8489-adf65147d8f2" providerId="ADAL" clId="{DE3C1487-1738-4003-969C-32B50BF54D0C}" dt="2025-04-01T03:11:59.754" v="24" actId="164"/>
          <ac:spMkLst>
            <pc:docMk/>
            <pc:sldMk cId="2782649627" sldId="272"/>
            <ac:spMk id="45" creationId="{70945648-16DD-9790-E998-9095B13FFC2B}"/>
          </ac:spMkLst>
        </pc:spChg>
        <pc:spChg chg="mod">
          <ac:chgData name="이유림" userId="c4f7c10e-9591-4e08-8489-adf65147d8f2" providerId="ADAL" clId="{DE3C1487-1738-4003-969C-32B50BF54D0C}" dt="2025-04-01T03:11:59.754" v="24" actId="164"/>
          <ac:spMkLst>
            <pc:docMk/>
            <pc:sldMk cId="2782649627" sldId="272"/>
            <ac:spMk id="48" creationId="{D461C6C1-0714-4640-444E-48DA11551DD3}"/>
          </ac:spMkLst>
        </pc:spChg>
        <pc:spChg chg="mod">
          <ac:chgData name="이유림" userId="c4f7c10e-9591-4e08-8489-adf65147d8f2" providerId="ADAL" clId="{DE3C1487-1738-4003-969C-32B50BF54D0C}" dt="2025-04-01T03:11:59.754" v="24" actId="164"/>
          <ac:spMkLst>
            <pc:docMk/>
            <pc:sldMk cId="2782649627" sldId="272"/>
            <ac:spMk id="50" creationId="{DCC41A51-9245-6068-D141-27BBA27D3FA0}"/>
          </ac:spMkLst>
        </pc:spChg>
        <pc:spChg chg="mod">
          <ac:chgData name="이유림" userId="c4f7c10e-9591-4e08-8489-adf65147d8f2" providerId="ADAL" clId="{DE3C1487-1738-4003-969C-32B50BF54D0C}" dt="2025-04-01T03:15:30.834" v="109" actId="6549"/>
          <ac:spMkLst>
            <pc:docMk/>
            <pc:sldMk cId="2782649627" sldId="272"/>
            <ac:spMk id="58" creationId="{158926BA-C401-4C1F-17D1-71B13CAB3DBE}"/>
          </ac:spMkLst>
        </pc:spChg>
        <pc:spChg chg="mod">
          <ac:chgData name="이유림" userId="c4f7c10e-9591-4e08-8489-adf65147d8f2" providerId="ADAL" clId="{DE3C1487-1738-4003-969C-32B50BF54D0C}" dt="2025-04-01T03:11:53.328" v="23"/>
          <ac:spMkLst>
            <pc:docMk/>
            <pc:sldMk cId="2782649627" sldId="272"/>
            <ac:spMk id="59" creationId="{96361410-2B46-0E0D-71F2-825C51E469C0}"/>
          </ac:spMkLst>
        </pc:spChg>
        <pc:spChg chg="mod">
          <ac:chgData name="이유림" userId="c4f7c10e-9591-4e08-8489-adf65147d8f2" providerId="ADAL" clId="{DE3C1487-1738-4003-969C-32B50BF54D0C}" dt="2025-04-01T03:15:34.687" v="110" actId="6549"/>
          <ac:spMkLst>
            <pc:docMk/>
            <pc:sldMk cId="2782649627" sldId="272"/>
            <ac:spMk id="65" creationId="{A8B70E2F-0FB7-D45E-B52B-5D078ADA1A3D}"/>
          </ac:spMkLst>
        </pc:spChg>
        <pc:grpChg chg="del">
          <ac:chgData name="이유림" userId="c4f7c10e-9591-4e08-8489-adf65147d8f2" providerId="ADAL" clId="{DE3C1487-1738-4003-969C-32B50BF54D0C}" dt="2025-04-01T03:11:52.953" v="22" actId="478"/>
          <ac:grpSpMkLst>
            <pc:docMk/>
            <pc:sldMk cId="2782649627" sldId="272"/>
            <ac:grpSpMk id="4" creationId="{F63A3774-63AE-D99E-3EAD-DDD18535651C}"/>
          </ac:grpSpMkLst>
        </pc:grpChg>
        <pc:grpChg chg="add mod">
          <ac:chgData name="이유림" userId="c4f7c10e-9591-4e08-8489-adf65147d8f2" providerId="ADAL" clId="{DE3C1487-1738-4003-969C-32B50BF54D0C}" dt="2025-04-01T03:11:53.328" v="23"/>
          <ac:grpSpMkLst>
            <pc:docMk/>
            <pc:sldMk cId="2782649627" sldId="272"/>
            <ac:grpSpMk id="10" creationId="{68906903-3AED-E33F-1FE8-1148A5B11F88}"/>
          </ac:grpSpMkLst>
        </pc:grpChg>
        <pc:grpChg chg="del">
          <ac:chgData name="이유림" userId="c4f7c10e-9591-4e08-8489-adf65147d8f2" providerId="ADAL" clId="{DE3C1487-1738-4003-969C-32B50BF54D0C}" dt="2025-04-01T03:11:52.953" v="22" actId="478"/>
          <ac:grpSpMkLst>
            <pc:docMk/>
            <pc:sldMk cId="2782649627" sldId="272"/>
            <ac:grpSpMk id="37" creationId="{8A8CA602-5EFC-0F16-0947-CE0F10FF71F8}"/>
          </ac:grpSpMkLst>
        </pc:grpChg>
        <pc:grpChg chg="add mod">
          <ac:chgData name="이유림" userId="c4f7c10e-9591-4e08-8489-adf65147d8f2" providerId="ADAL" clId="{DE3C1487-1738-4003-969C-32B50BF54D0C}" dt="2025-04-01T03:11:53.328" v="23"/>
          <ac:grpSpMkLst>
            <pc:docMk/>
            <pc:sldMk cId="2782649627" sldId="272"/>
            <ac:grpSpMk id="54" creationId="{49150F4E-386B-D310-C11F-1AFF34018427}"/>
          </ac:grpSpMkLst>
        </pc:grpChg>
        <pc:grpChg chg="mod">
          <ac:chgData name="이유림" userId="c4f7c10e-9591-4e08-8489-adf65147d8f2" providerId="ADAL" clId="{DE3C1487-1738-4003-969C-32B50BF54D0C}" dt="2025-04-01T03:11:53.328" v="23"/>
          <ac:grpSpMkLst>
            <pc:docMk/>
            <pc:sldMk cId="2782649627" sldId="272"/>
            <ac:grpSpMk id="55" creationId="{2DA3B825-18D6-CCC5-1927-AFB7120BECF3}"/>
          </ac:grpSpMkLst>
        </pc:grpChg>
        <pc:grpChg chg="add mod">
          <ac:chgData name="이유림" userId="c4f7c10e-9591-4e08-8489-adf65147d8f2" providerId="ADAL" clId="{DE3C1487-1738-4003-969C-32B50BF54D0C}" dt="2025-04-01T03:11:59.754" v="24" actId="164"/>
          <ac:grpSpMkLst>
            <pc:docMk/>
            <pc:sldMk cId="2782649627" sldId="272"/>
            <ac:grpSpMk id="68" creationId="{31DC1260-B1A6-19F9-2AEF-DA3AB1DFA5AB}"/>
          </ac:grpSpMkLst>
        </pc:grpChg>
        <pc:picChg chg="mod">
          <ac:chgData name="이유림" userId="c4f7c10e-9591-4e08-8489-adf65147d8f2" providerId="ADAL" clId="{DE3C1487-1738-4003-969C-32B50BF54D0C}" dt="2025-04-01T03:11:53.328" v="23"/>
          <ac:picMkLst>
            <pc:docMk/>
            <pc:sldMk cId="2782649627" sldId="272"/>
            <ac:picMk id="33" creationId="{3771E009-CF46-09EC-1354-9AAA52F70E94}"/>
          </ac:picMkLst>
        </pc:picChg>
        <pc:picChg chg="mod">
          <ac:chgData name="이유림" userId="c4f7c10e-9591-4e08-8489-adf65147d8f2" providerId="ADAL" clId="{DE3C1487-1738-4003-969C-32B50BF54D0C}" dt="2025-04-01T03:11:53.328" v="23"/>
          <ac:picMkLst>
            <pc:docMk/>
            <pc:sldMk cId="2782649627" sldId="272"/>
            <ac:picMk id="34" creationId="{CED2D4F9-CD1F-45C2-C13D-0D1B387FBA3D}"/>
          </ac:picMkLst>
        </pc:picChg>
        <pc:picChg chg="mod">
          <ac:chgData name="이유림" userId="c4f7c10e-9591-4e08-8489-adf65147d8f2" providerId="ADAL" clId="{DE3C1487-1738-4003-969C-32B50BF54D0C}" dt="2025-04-01T03:11:53.328" v="23"/>
          <ac:picMkLst>
            <pc:docMk/>
            <pc:sldMk cId="2782649627" sldId="272"/>
            <ac:picMk id="35" creationId="{826C10A6-6BC6-8842-9CAE-8250BF8633A8}"/>
          </ac:picMkLst>
        </pc:picChg>
        <pc:picChg chg="mod">
          <ac:chgData name="이유림" userId="c4f7c10e-9591-4e08-8489-adf65147d8f2" providerId="ADAL" clId="{DE3C1487-1738-4003-969C-32B50BF54D0C}" dt="2025-04-01T03:11:53.328" v="23"/>
          <ac:picMkLst>
            <pc:docMk/>
            <pc:sldMk cId="2782649627" sldId="272"/>
            <ac:picMk id="36" creationId="{F3E8D5FA-34DD-B0AD-60B2-78910A08587A}"/>
          </ac:picMkLst>
        </pc:picChg>
        <pc:picChg chg="mod">
          <ac:chgData name="이유림" userId="c4f7c10e-9591-4e08-8489-adf65147d8f2" providerId="ADAL" clId="{DE3C1487-1738-4003-969C-32B50BF54D0C}" dt="2025-04-01T03:11:53.328" v="23"/>
          <ac:picMkLst>
            <pc:docMk/>
            <pc:sldMk cId="2782649627" sldId="272"/>
            <ac:picMk id="38" creationId="{C146C33F-E5B1-875B-D886-9BE877549F1F}"/>
          </ac:picMkLst>
        </pc:picChg>
        <pc:picChg chg="mod">
          <ac:chgData name="이유림" userId="c4f7c10e-9591-4e08-8489-adf65147d8f2" providerId="ADAL" clId="{DE3C1487-1738-4003-969C-32B50BF54D0C}" dt="2025-04-01T03:11:53.328" v="23"/>
          <ac:picMkLst>
            <pc:docMk/>
            <pc:sldMk cId="2782649627" sldId="272"/>
            <ac:picMk id="39" creationId="{B77366E8-5247-D92B-48AB-9EA364D9D40B}"/>
          </ac:picMkLst>
        </pc:picChg>
        <pc:picChg chg="mod">
          <ac:chgData name="이유림" userId="c4f7c10e-9591-4e08-8489-adf65147d8f2" providerId="ADAL" clId="{DE3C1487-1738-4003-969C-32B50BF54D0C}" dt="2025-04-01T03:11:53.328" v="23"/>
          <ac:picMkLst>
            <pc:docMk/>
            <pc:sldMk cId="2782649627" sldId="272"/>
            <ac:picMk id="40" creationId="{209F0888-9646-D3D5-75F9-BAA7133D9885}"/>
          </ac:picMkLst>
        </pc:picChg>
        <pc:picChg chg="mod">
          <ac:chgData name="이유림" userId="c4f7c10e-9591-4e08-8489-adf65147d8f2" providerId="ADAL" clId="{DE3C1487-1738-4003-969C-32B50BF54D0C}" dt="2025-04-01T03:11:53.328" v="23"/>
          <ac:picMkLst>
            <pc:docMk/>
            <pc:sldMk cId="2782649627" sldId="272"/>
            <ac:picMk id="41" creationId="{9044E7C9-A343-1337-7557-5EF34A44F783}"/>
          </ac:picMkLst>
        </pc:picChg>
        <pc:picChg chg="mod">
          <ac:chgData name="이유림" userId="c4f7c10e-9591-4e08-8489-adf65147d8f2" providerId="ADAL" clId="{DE3C1487-1738-4003-969C-32B50BF54D0C}" dt="2025-04-01T03:11:53.328" v="23"/>
          <ac:picMkLst>
            <pc:docMk/>
            <pc:sldMk cId="2782649627" sldId="272"/>
            <ac:picMk id="42" creationId="{867BD9C5-6F2B-EDF2-6849-A6CDB19CFEBC}"/>
          </ac:picMkLst>
        </pc:picChg>
        <pc:picChg chg="mod">
          <ac:chgData name="이유림" userId="c4f7c10e-9591-4e08-8489-adf65147d8f2" providerId="ADAL" clId="{DE3C1487-1738-4003-969C-32B50BF54D0C}" dt="2025-04-01T03:11:53.328" v="23"/>
          <ac:picMkLst>
            <pc:docMk/>
            <pc:sldMk cId="2782649627" sldId="272"/>
            <ac:picMk id="43" creationId="{E202AB12-7CDA-358A-4A32-AFACF13C13B4}"/>
          </ac:picMkLst>
        </pc:picChg>
        <pc:picChg chg="mod">
          <ac:chgData name="이유림" userId="c4f7c10e-9591-4e08-8489-adf65147d8f2" providerId="ADAL" clId="{DE3C1487-1738-4003-969C-32B50BF54D0C}" dt="2025-04-01T03:11:53.328" v="23"/>
          <ac:picMkLst>
            <pc:docMk/>
            <pc:sldMk cId="2782649627" sldId="272"/>
            <ac:picMk id="44" creationId="{403BF2CE-56CB-B365-ADCC-189C7DB5ED6D}"/>
          </ac:picMkLst>
        </pc:picChg>
        <pc:picChg chg="mod">
          <ac:chgData name="이유림" userId="c4f7c10e-9591-4e08-8489-adf65147d8f2" providerId="ADAL" clId="{DE3C1487-1738-4003-969C-32B50BF54D0C}" dt="2025-04-01T03:11:53.328" v="23"/>
          <ac:picMkLst>
            <pc:docMk/>
            <pc:sldMk cId="2782649627" sldId="272"/>
            <ac:picMk id="46" creationId="{8ED2CC43-351A-2C38-F781-8AC12366636E}"/>
          </ac:picMkLst>
        </pc:picChg>
        <pc:picChg chg="mod">
          <ac:chgData name="이유림" userId="c4f7c10e-9591-4e08-8489-adf65147d8f2" providerId="ADAL" clId="{DE3C1487-1738-4003-969C-32B50BF54D0C}" dt="2025-04-01T03:11:53.328" v="23"/>
          <ac:picMkLst>
            <pc:docMk/>
            <pc:sldMk cId="2782649627" sldId="272"/>
            <ac:picMk id="47" creationId="{15C83822-9EA5-1386-7568-00DD6720F7DF}"/>
          </ac:picMkLst>
        </pc:picChg>
        <pc:picChg chg="mod">
          <ac:chgData name="이유림" userId="c4f7c10e-9591-4e08-8489-adf65147d8f2" providerId="ADAL" clId="{DE3C1487-1738-4003-969C-32B50BF54D0C}" dt="2025-04-01T03:11:53.328" v="23"/>
          <ac:picMkLst>
            <pc:docMk/>
            <pc:sldMk cId="2782649627" sldId="272"/>
            <ac:picMk id="49" creationId="{A9350471-DF04-0F3F-B65D-BC8DEF8A3B53}"/>
          </ac:picMkLst>
        </pc:picChg>
        <pc:picChg chg="mod">
          <ac:chgData name="이유림" userId="c4f7c10e-9591-4e08-8489-adf65147d8f2" providerId="ADAL" clId="{DE3C1487-1738-4003-969C-32B50BF54D0C}" dt="2025-04-01T03:11:53.328" v="23"/>
          <ac:picMkLst>
            <pc:docMk/>
            <pc:sldMk cId="2782649627" sldId="272"/>
            <ac:picMk id="52" creationId="{E30323D7-34EE-539F-82D7-B00908EEB812}"/>
          </ac:picMkLst>
        </pc:picChg>
        <pc:picChg chg="mod">
          <ac:chgData name="이유림" userId="c4f7c10e-9591-4e08-8489-adf65147d8f2" providerId="ADAL" clId="{DE3C1487-1738-4003-969C-32B50BF54D0C}" dt="2025-04-01T03:11:53.328" v="23"/>
          <ac:picMkLst>
            <pc:docMk/>
            <pc:sldMk cId="2782649627" sldId="272"/>
            <ac:picMk id="57" creationId="{AB435CD5-1526-B0C2-8A51-7A371A94DEA0}"/>
          </ac:picMkLst>
        </pc:picChg>
        <pc:picChg chg="mod">
          <ac:chgData name="이유림" userId="c4f7c10e-9591-4e08-8489-adf65147d8f2" providerId="ADAL" clId="{DE3C1487-1738-4003-969C-32B50BF54D0C}" dt="2025-04-01T03:11:53.328" v="23"/>
          <ac:picMkLst>
            <pc:docMk/>
            <pc:sldMk cId="2782649627" sldId="272"/>
            <ac:picMk id="61" creationId="{685BAEEB-9647-16C3-FEE4-15590A58B1EA}"/>
          </ac:picMkLst>
        </pc:picChg>
        <pc:picChg chg="mod">
          <ac:chgData name="이유림" userId="c4f7c10e-9591-4e08-8489-adf65147d8f2" providerId="ADAL" clId="{DE3C1487-1738-4003-969C-32B50BF54D0C}" dt="2025-04-01T03:11:53.328" v="23"/>
          <ac:picMkLst>
            <pc:docMk/>
            <pc:sldMk cId="2782649627" sldId="272"/>
            <ac:picMk id="67" creationId="{6E375C06-8668-A92C-7A9F-68784BC9178F}"/>
          </ac:picMkLst>
        </pc:picChg>
        <pc:cxnChg chg="mod">
          <ac:chgData name="이유림" userId="c4f7c10e-9591-4e08-8489-adf65147d8f2" providerId="ADAL" clId="{DE3C1487-1738-4003-969C-32B50BF54D0C}" dt="2025-04-01T03:11:52.953" v="22" actId="478"/>
          <ac:cxnSpMkLst>
            <pc:docMk/>
            <pc:sldMk cId="2782649627" sldId="272"/>
            <ac:cxnSpMk id="12" creationId="{9A57591E-B25E-D46C-1DA0-A9F70F25EFB2}"/>
          </ac:cxnSpMkLst>
        </pc:cxnChg>
        <pc:cxnChg chg="mod">
          <ac:chgData name="이유림" userId="c4f7c10e-9591-4e08-8489-adf65147d8f2" providerId="ADAL" clId="{DE3C1487-1738-4003-969C-32B50BF54D0C}" dt="2025-04-01T03:11:53.328" v="23"/>
          <ac:cxnSpMkLst>
            <pc:docMk/>
            <pc:sldMk cId="2782649627" sldId="272"/>
            <ac:cxnSpMk id="30" creationId="{5A4410DA-71DF-E765-894A-4E7B9CDF29F4}"/>
          </ac:cxnSpMkLst>
        </pc:cxnChg>
        <pc:cxnChg chg="mod">
          <ac:chgData name="이유림" userId="c4f7c10e-9591-4e08-8489-adf65147d8f2" providerId="ADAL" clId="{DE3C1487-1738-4003-969C-32B50BF54D0C}" dt="2025-04-01T03:11:53.328" v="23"/>
          <ac:cxnSpMkLst>
            <pc:docMk/>
            <pc:sldMk cId="2782649627" sldId="272"/>
            <ac:cxnSpMk id="60" creationId="{0DCCBFDF-B543-0029-C06F-6FCD63B7DBAA}"/>
          </ac:cxnSpMkLst>
        </pc:cxnChg>
        <pc:cxnChg chg="mod">
          <ac:chgData name="이유림" userId="c4f7c10e-9591-4e08-8489-adf65147d8f2" providerId="ADAL" clId="{DE3C1487-1738-4003-969C-32B50BF54D0C}" dt="2025-04-01T03:11:52.953" v="22" actId="478"/>
          <ac:cxnSpMkLst>
            <pc:docMk/>
            <pc:sldMk cId="2782649627" sldId="272"/>
            <ac:cxnSpMk id="71" creationId="{6E965036-75EA-9798-9C57-82A5DAB7CD29}"/>
          </ac:cxnSpMkLst>
        </pc:cxnChg>
      </pc:sldChg>
      <pc:sldChg chg="addSp delSp modSp mod">
        <pc:chgData name="이유림" userId="c4f7c10e-9591-4e08-8489-adf65147d8f2" providerId="ADAL" clId="{DE3C1487-1738-4003-969C-32B50BF54D0C}" dt="2025-04-11T06:57:56.812" v="2331" actId="20577"/>
        <pc:sldMkLst>
          <pc:docMk/>
          <pc:sldMk cId="2466279025" sldId="276"/>
        </pc:sldMkLst>
        <pc:spChg chg="mod">
          <ac:chgData name="이유림" userId="c4f7c10e-9591-4e08-8489-adf65147d8f2" providerId="ADAL" clId="{DE3C1487-1738-4003-969C-32B50BF54D0C}" dt="2025-04-11T06:57:20.780" v="2277"/>
          <ac:spMkLst>
            <pc:docMk/>
            <pc:sldMk cId="2466279025" sldId="276"/>
            <ac:spMk id="5" creationId="{1C964E49-7CAC-6414-FF7F-719BBE1FC0F6}"/>
          </ac:spMkLst>
        </pc:spChg>
        <pc:spChg chg="mod">
          <ac:chgData name="이유림" userId="c4f7c10e-9591-4e08-8489-adf65147d8f2" providerId="ADAL" clId="{DE3C1487-1738-4003-969C-32B50BF54D0C}" dt="2025-04-01T03:05:29.041" v="10"/>
          <ac:spMkLst>
            <pc:docMk/>
            <pc:sldMk cId="2466279025" sldId="276"/>
            <ac:spMk id="6" creationId="{15141728-A305-8742-8C53-C14A4823EEFE}"/>
          </ac:spMkLst>
        </pc:spChg>
        <pc:spChg chg="mod">
          <ac:chgData name="이유림" userId="c4f7c10e-9591-4e08-8489-adf65147d8f2" providerId="ADAL" clId="{DE3C1487-1738-4003-969C-32B50BF54D0C}" dt="2025-04-11T06:57:20.780" v="2277"/>
          <ac:spMkLst>
            <pc:docMk/>
            <pc:sldMk cId="2466279025" sldId="276"/>
            <ac:spMk id="7" creationId="{9953DB6D-4F8C-A254-58D1-4B9FA69E3E5F}"/>
          </ac:spMkLst>
        </pc:spChg>
        <pc:spChg chg="mod">
          <ac:chgData name="이유림" userId="c4f7c10e-9591-4e08-8489-adf65147d8f2" providerId="ADAL" clId="{DE3C1487-1738-4003-969C-32B50BF54D0C}" dt="2025-04-11T06:57:56.812" v="2331" actId="20577"/>
          <ac:spMkLst>
            <pc:docMk/>
            <pc:sldMk cId="2466279025" sldId="276"/>
            <ac:spMk id="10" creationId="{3002AB62-B07F-0E3E-6ADC-2C254A27E042}"/>
          </ac:spMkLst>
        </pc:spChg>
        <pc:spChg chg="mod">
          <ac:chgData name="이유림" userId="c4f7c10e-9591-4e08-8489-adf65147d8f2" providerId="ADAL" clId="{DE3C1487-1738-4003-969C-32B50BF54D0C}" dt="2025-04-11T06:57:20.780" v="2277"/>
          <ac:spMkLst>
            <pc:docMk/>
            <pc:sldMk cId="2466279025" sldId="276"/>
            <ac:spMk id="11" creationId="{4DC84650-B4EC-0F3C-ECB0-C1690036EDC1}"/>
          </ac:spMkLst>
        </pc:spChg>
        <pc:spChg chg="mod">
          <ac:chgData name="이유림" userId="c4f7c10e-9591-4e08-8489-adf65147d8f2" providerId="ADAL" clId="{DE3C1487-1738-4003-969C-32B50BF54D0C}" dt="2025-04-02T02:35:38.407" v="2016" actId="6549"/>
          <ac:spMkLst>
            <pc:docMk/>
            <pc:sldMk cId="2466279025" sldId="276"/>
            <ac:spMk id="50" creationId="{EB7D61D9-3C96-5D9A-41EF-E60C8B2AADC2}"/>
          </ac:spMkLst>
        </pc:spChg>
        <pc:spChg chg="mod">
          <ac:chgData name="이유림" userId="c4f7c10e-9591-4e08-8489-adf65147d8f2" providerId="ADAL" clId="{DE3C1487-1738-4003-969C-32B50BF54D0C}" dt="2025-04-02T02:35:48.129" v="2027"/>
          <ac:spMkLst>
            <pc:docMk/>
            <pc:sldMk cId="2466279025" sldId="276"/>
            <ac:spMk id="52" creationId="{7D8793DD-5632-37CB-DEFC-F8377686BF83}"/>
          </ac:spMkLst>
        </pc:spChg>
        <pc:spChg chg="mod">
          <ac:chgData name="이유림" userId="c4f7c10e-9591-4e08-8489-adf65147d8f2" providerId="ADAL" clId="{DE3C1487-1738-4003-969C-32B50BF54D0C}" dt="2025-04-01T09:16:01.867" v="1168"/>
          <ac:spMkLst>
            <pc:docMk/>
            <pc:sldMk cId="2466279025" sldId="276"/>
            <ac:spMk id="56" creationId="{E9D28607-B0D6-75A7-47F7-8DD5D3172490}"/>
          </ac:spMkLst>
        </pc:spChg>
        <pc:spChg chg="mod">
          <ac:chgData name="이유림" userId="c4f7c10e-9591-4e08-8489-adf65147d8f2" providerId="ADAL" clId="{DE3C1487-1738-4003-969C-32B50BF54D0C}" dt="2025-04-02T02:38:35.295" v="2102"/>
          <ac:spMkLst>
            <pc:docMk/>
            <pc:sldMk cId="2466279025" sldId="276"/>
            <ac:spMk id="60" creationId="{27F4FD55-5E51-94D6-8961-C81AFF3EC6D0}"/>
          </ac:spMkLst>
        </pc:spChg>
        <pc:spChg chg="mod">
          <ac:chgData name="이유림" userId="c4f7c10e-9591-4e08-8489-adf65147d8f2" providerId="ADAL" clId="{DE3C1487-1738-4003-969C-32B50BF54D0C}" dt="2025-04-02T02:38:59.882" v="2132"/>
          <ac:spMkLst>
            <pc:docMk/>
            <pc:sldMk cId="2466279025" sldId="276"/>
            <ac:spMk id="61" creationId="{00EFB5C8-2104-7503-E991-9C789E7FE983}"/>
          </ac:spMkLst>
        </pc:spChg>
        <pc:spChg chg="mod">
          <ac:chgData name="이유림" userId="c4f7c10e-9591-4e08-8489-adf65147d8f2" providerId="ADAL" clId="{DE3C1487-1738-4003-969C-32B50BF54D0C}" dt="2025-04-01T09:25:52.898" v="1645" actId="1076"/>
          <ac:spMkLst>
            <pc:docMk/>
            <pc:sldMk cId="2466279025" sldId="276"/>
            <ac:spMk id="62" creationId="{466C8CC7-48DF-07C9-EB44-354C9684A266}"/>
          </ac:spMkLst>
        </pc:spChg>
        <pc:spChg chg="mod">
          <ac:chgData name="이유림" userId="c4f7c10e-9591-4e08-8489-adf65147d8f2" providerId="ADAL" clId="{DE3C1487-1738-4003-969C-32B50BF54D0C}" dt="2025-04-02T02:36:40.136" v="2088"/>
          <ac:spMkLst>
            <pc:docMk/>
            <pc:sldMk cId="2466279025" sldId="276"/>
            <ac:spMk id="63" creationId="{3D2ABEC0-FE94-A18C-5739-A185A38F80B4}"/>
          </ac:spMkLst>
        </pc:spChg>
        <pc:spChg chg="mod">
          <ac:chgData name="이유림" userId="c4f7c10e-9591-4e08-8489-adf65147d8f2" providerId="ADAL" clId="{DE3C1487-1738-4003-969C-32B50BF54D0C}" dt="2025-04-01T09:20:45.706" v="1457"/>
          <ac:spMkLst>
            <pc:docMk/>
            <pc:sldMk cId="2466279025" sldId="276"/>
            <ac:spMk id="128" creationId="{874908EE-4D1F-DCA1-DAAB-4DF73D622422}"/>
          </ac:spMkLst>
        </pc:spChg>
        <pc:spChg chg="mod">
          <ac:chgData name="이유림" userId="c4f7c10e-9591-4e08-8489-adf65147d8f2" providerId="ADAL" clId="{DE3C1487-1738-4003-969C-32B50BF54D0C}" dt="2025-04-01T09:22:49.970" v="1572"/>
          <ac:spMkLst>
            <pc:docMk/>
            <pc:sldMk cId="2466279025" sldId="276"/>
            <ac:spMk id="130" creationId="{EE4C7E90-DA52-1EF3-D8E6-BF09A54A2E18}"/>
          </ac:spMkLst>
        </pc:spChg>
        <pc:spChg chg="mod">
          <ac:chgData name="이유림" userId="c4f7c10e-9591-4e08-8489-adf65147d8f2" providerId="ADAL" clId="{DE3C1487-1738-4003-969C-32B50BF54D0C}" dt="2025-04-02T02:36:21.874" v="2078"/>
          <ac:spMkLst>
            <pc:docMk/>
            <pc:sldMk cId="2466279025" sldId="276"/>
            <ac:spMk id="132" creationId="{F30228F8-1758-35D1-B384-D47731624E75}"/>
          </ac:spMkLst>
        </pc:spChg>
        <pc:spChg chg="mod">
          <ac:chgData name="이유림" userId="c4f7c10e-9591-4e08-8489-adf65147d8f2" providerId="ADAL" clId="{DE3C1487-1738-4003-969C-32B50BF54D0C}" dt="2025-04-01T09:26:56.966" v="1720"/>
          <ac:spMkLst>
            <pc:docMk/>
            <pc:sldMk cId="2466279025" sldId="276"/>
            <ac:spMk id="173" creationId="{0A1E09A7-076E-1743-BC0F-172F6CCD32CB}"/>
          </ac:spMkLst>
        </pc:spChg>
        <pc:spChg chg="mod">
          <ac:chgData name="이유림" userId="c4f7c10e-9591-4e08-8489-adf65147d8f2" providerId="ADAL" clId="{DE3C1487-1738-4003-969C-32B50BF54D0C}" dt="2025-04-01T09:31:59.398" v="1966"/>
          <ac:spMkLst>
            <pc:docMk/>
            <pc:sldMk cId="2466279025" sldId="276"/>
            <ac:spMk id="174" creationId="{594865E3-3C50-FB48-8316-2CD3220D232E}"/>
          </ac:spMkLst>
        </pc:spChg>
        <pc:spChg chg="mod">
          <ac:chgData name="이유림" userId="c4f7c10e-9591-4e08-8489-adf65147d8f2" providerId="ADAL" clId="{DE3C1487-1738-4003-969C-32B50BF54D0C}" dt="2025-04-01T06:12:56.039" v="712"/>
          <ac:spMkLst>
            <pc:docMk/>
            <pc:sldMk cId="2466279025" sldId="276"/>
            <ac:spMk id="175" creationId="{F0B5C5AF-2CC6-DFB4-28E5-8AEED4ED5327}"/>
          </ac:spMkLst>
        </pc:spChg>
        <pc:spChg chg="mod">
          <ac:chgData name="이유림" userId="c4f7c10e-9591-4e08-8489-adf65147d8f2" providerId="ADAL" clId="{DE3C1487-1738-4003-969C-32B50BF54D0C}" dt="2025-04-02T02:39:23.857" v="2154"/>
          <ac:spMkLst>
            <pc:docMk/>
            <pc:sldMk cId="2466279025" sldId="276"/>
            <ac:spMk id="176" creationId="{BD1BC246-BA7D-3AD7-9AA1-F5C69D1B2C48}"/>
          </ac:spMkLst>
        </pc:spChg>
        <pc:spChg chg="mod">
          <ac:chgData name="이유림" userId="c4f7c10e-9591-4e08-8489-adf65147d8f2" providerId="ADAL" clId="{DE3C1487-1738-4003-969C-32B50BF54D0C}" dt="2025-04-02T02:39:08.285" v="2138" actId="20577"/>
          <ac:spMkLst>
            <pc:docMk/>
            <pc:sldMk cId="2466279025" sldId="276"/>
            <ac:spMk id="178" creationId="{44247B0E-BD32-3F4F-6353-7CD3B7209D74}"/>
          </ac:spMkLst>
        </pc:spChg>
        <pc:grpChg chg="add mod">
          <ac:chgData name="이유림" userId="c4f7c10e-9591-4e08-8489-adf65147d8f2" providerId="ADAL" clId="{DE3C1487-1738-4003-969C-32B50BF54D0C}" dt="2025-04-11T06:57:20.780" v="2277"/>
          <ac:grpSpMkLst>
            <pc:docMk/>
            <pc:sldMk cId="2466279025" sldId="276"/>
            <ac:grpSpMk id="2" creationId="{6C99F8B1-6683-5AF0-1369-2402A2FA771E}"/>
          </ac:grpSpMkLst>
        </pc:grpChg>
        <pc:grpChg chg="mod">
          <ac:chgData name="이유림" userId="c4f7c10e-9591-4e08-8489-adf65147d8f2" providerId="ADAL" clId="{DE3C1487-1738-4003-969C-32B50BF54D0C}" dt="2025-04-01T09:09:41.814" v="915" actId="1076"/>
          <ac:grpSpMkLst>
            <pc:docMk/>
            <pc:sldMk cId="2466279025" sldId="276"/>
            <ac:grpSpMk id="8" creationId="{280900D9-2D6A-4752-EEC3-6DB965C1B1F4}"/>
          </ac:grpSpMkLst>
        </pc:grpChg>
        <pc:grpChg chg="mod">
          <ac:chgData name="이유림" userId="c4f7c10e-9591-4e08-8489-adf65147d8f2" providerId="ADAL" clId="{DE3C1487-1738-4003-969C-32B50BF54D0C}" dt="2025-04-01T09:26:00.290" v="1647" actId="465"/>
          <ac:grpSpMkLst>
            <pc:docMk/>
            <pc:sldMk cId="2466279025" sldId="276"/>
            <ac:grpSpMk id="13" creationId="{E5B56EEC-7D9C-7341-1D3A-14811A5E008A}"/>
          </ac:grpSpMkLst>
        </pc:grpChg>
        <pc:grpChg chg="mod">
          <ac:chgData name="이유림" userId="c4f7c10e-9591-4e08-8489-adf65147d8f2" providerId="ADAL" clId="{DE3C1487-1738-4003-969C-32B50BF54D0C}" dt="2025-04-01T09:09:53.583" v="918" actId="1076"/>
          <ac:grpSpMkLst>
            <pc:docMk/>
            <pc:sldMk cId="2466279025" sldId="276"/>
            <ac:grpSpMk id="48" creationId="{E4869D35-84EC-5B41-1D80-A290D3E89A61}"/>
          </ac:grpSpMkLst>
        </pc:grpChg>
        <pc:picChg chg="mod">
          <ac:chgData name="이유림" userId="c4f7c10e-9591-4e08-8489-adf65147d8f2" providerId="ADAL" clId="{DE3C1487-1738-4003-969C-32B50BF54D0C}" dt="2025-04-11T06:57:20.780" v="2277"/>
          <ac:picMkLst>
            <pc:docMk/>
            <pc:sldMk cId="2466279025" sldId="276"/>
            <ac:picMk id="9" creationId="{F5419B40-3D49-FCD1-87AC-A76F8B02DA9C}"/>
          </ac:picMkLst>
        </pc:picChg>
        <pc:picChg chg="add del">
          <ac:chgData name="이유림" userId="c4f7c10e-9591-4e08-8489-adf65147d8f2" providerId="ADAL" clId="{DE3C1487-1738-4003-969C-32B50BF54D0C}" dt="2025-04-02T02:35:54.136" v="2031" actId="22"/>
          <ac:picMkLst>
            <pc:docMk/>
            <pc:sldMk cId="2466279025" sldId="276"/>
            <ac:picMk id="14" creationId="{E48B8463-5844-3D68-72D2-61D8B2A9FB4B}"/>
          </ac:picMkLst>
        </pc:picChg>
      </pc:sldChg>
    </pc:docChg>
  </pc:docChgLst>
  <pc:docChgLst>
    <pc:chgData name="유승철" userId="9584054c-e08f-4935-bde6-b53c2dd0dfbc" providerId="ADAL" clId="{B8688F81-C33F-4FAF-AB89-8ED1F289B15B}"/>
    <pc:docChg chg="undo custSel modSld">
      <pc:chgData name="유승철" userId="9584054c-e08f-4935-bde6-b53c2dd0dfbc" providerId="ADAL" clId="{B8688F81-C33F-4FAF-AB89-8ED1F289B15B}" dt="2021-12-10T01:22:47.813" v="376" actId="20577"/>
      <pc:docMkLst>
        <pc:docMk/>
      </pc:docMkLst>
      <pc:sldChg chg="modSp mod">
        <pc:chgData name="유승철" userId="9584054c-e08f-4935-bde6-b53c2dd0dfbc" providerId="ADAL" clId="{B8688F81-C33F-4FAF-AB89-8ED1F289B15B}" dt="2021-12-10T01:22:47.813" v="376" actId="20577"/>
        <pc:sldMkLst>
          <pc:docMk/>
          <pc:sldMk cId="882373454" sldId="274"/>
        </pc:sldMkLst>
        <pc:spChg chg="mod">
          <ac:chgData name="유승철" userId="9584054c-e08f-4935-bde6-b53c2dd0dfbc" providerId="ADAL" clId="{B8688F81-C33F-4FAF-AB89-8ED1F289B15B}" dt="2021-12-10T01:22:47.813" v="376" actId="20577"/>
          <ac:spMkLst>
            <pc:docMk/>
            <pc:sldMk cId="882373454" sldId="274"/>
            <ac:spMk id="111" creationId="{DBDB8DD5-5529-4E2C-9BDB-5CAB844DDD5F}"/>
          </ac:spMkLst>
        </pc:spChg>
        <pc:spChg chg="mod">
          <ac:chgData name="유승철" userId="9584054c-e08f-4935-bde6-b53c2dd0dfbc" providerId="ADAL" clId="{B8688F81-C33F-4FAF-AB89-8ED1F289B15B}" dt="2021-12-10T01:17:44.250" v="284" actId="20577"/>
          <ac:spMkLst>
            <pc:docMk/>
            <pc:sldMk cId="882373454" sldId="274"/>
            <ac:spMk id="122" creationId="{68D86FB5-FE22-4A5C-9881-2ABD30ED15CD}"/>
          </ac:spMkLst>
        </pc:spChg>
        <pc:spChg chg="mod">
          <ac:chgData name="유승철" userId="9584054c-e08f-4935-bde6-b53c2dd0dfbc" providerId="ADAL" clId="{B8688F81-C33F-4FAF-AB89-8ED1F289B15B}" dt="2021-12-09T03:00:42.815" v="221" actId="14100"/>
          <ac:spMkLst>
            <pc:docMk/>
            <pc:sldMk cId="882373454" sldId="274"/>
            <ac:spMk id="124" creationId="{64B7CCAC-2819-43E1-AB74-8C89226C4573}"/>
          </ac:spMkLst>
        </pc:spChg>
        <pc:spChg chg="mod">
          <ac:chgData name="유승철" userId="9584054c-e08f-4935-bde6-b53c2dd0dfbc" providerId="ADAL" clId="{B8688F81-C33F-4FAF-AB89-8ED1F289B15B}" dt="2021-12-09T03:05:30.075" v="227" actId="20577"/>
          <ac:spMkLst>
            <pc:docMk/>
            <pc:sldMk cId="882373454" sldId="274"/>
            <ac:spMk id="130" creationId="{77C85092-3F0B-4B18-934D-0B5941FB7FD1}"/>
          </ac:spMkLst>
        </pc:spChg>
        <pc:spChg chg="mod">
          <ac:chgData name="유승철" userId="9584054c-e08f-4935-bde6-b53c2dd0dfbc" providerId="ADAL" clId="{B8688F81-C33F-4FAF-AB89-8ED1F289B15B}" dt="2021-12-08T06:35:48.922" v="0" actId="20577"/>
          <ac:spMkLst>
            <pc:docMk/>
            <pc:sldMk cId="882373454" sldId="274"/>
            <ac:spMk id="139" creationId="{21E0BDBC-66AC-485A-801C-218154DF3576}"/>
          </ac:spMkLst>
        </pc:spChg>
      </pc:sldChg>
    </pc:docChg>
  </pc:docChgLst>
  <pc:docChgLst>
    <pc:chgData name="김예은" userId="6526923f-0c52-4639-9dbd-0f483d8fd367" providerId="ADAL" clId="{F210BC15-FB5E-40BD-99C6-E088DC972E95}"/>
    <pc:docChg chg="undo custSel modSld">
      <pc:chgData name="김예은" userId="6526923f-0c52-4639-9dbd-0f483d8fd367" providerId="ADAL" clId="{F210BC15-FB5E-40BD-99C6-E088DC972E95}" dt="2023-02-07T01:54:50.344" v="306" actId="20577"/>
      <pc:docMkLst>
        <pc:docMk/>
      </pc:docMkLst>
      <pc:sldChg chg="delSp modSp mod">
        <pc:chgData name="김예은" userId="6526923f-0c52-4639-9dbd-0f483d8fd367" providerId="ADAL" clId="{F210BC15-FB5E-40BD-99C6-E088DC972E95}" dt="2023-02-07T01:52:43.582" v="303" actId="478"/>
        <pc:sldMkLst>
          <pc:docMk/>
          <pc:sldMk cId="2782649627" sldId="272"/>
        </pc:sldMkLst>
        <pc:spChg chg="mod">
          <ac:chgData name="김예은" userId="6526923f-0c52-4639-9dbd-0f483d8fd367" providerId="ADAL" clId="{F210BC15-FB5E-40BD-99C6-E088DC972E95}" dt="2023-02-07T01:52:36.804" v="299" actId="21"/>
          <ac:spMkLst>
            <pc:docMk/>
            <pc:sldMk cId="2782649627" sldId="272"/>
            <ac:spMk id="4" creationId="{9D58376D-1425-5DF3-2E0B-DB49C470CB01}"/>
          </ac:spMkLst>
        </pc:spChg>
        <pc:spChg chg="mod">
          <ac:chgData name="김예은" userId="6526923f-0c52-4639-9dbd-0f483d8fd367" providerId="ADAL" clId="{F210BC15-FB5E-40BD-99C6-E088DC972E95}" dt="2023-02-07T01:52:40.391" v="302" actId="20577"/>
          <ac:spMkLst>
            <pc:docMk/>
            <pc:sldMk cId="2782649627" sldId="272"/>
            <ac:spMk id="6" creationId="{8FAFF0BB-DAF4-6A94-6106-814C0C5871F6}"/>
          </ac:spMkLst>
        </pc:spChg>
        <pc:picChg chg="mod">
          <ac:chgData name="김예은" userId="6526923f-0c52-4639-9dbd-0f483d8fd367" providerId="ADAL" clId="{F210BC15-FB5E-40BD-99C6-E088DC972E95}" dt="2023-02-07T01:36:57.028" v="235" actId="1035"/>
          <ac:picMkLst>
            <pc:docMk/>
            <pc:sldMk cId="2782649627" sldId="272"/>
            <ac:picMk id="13" creationId="{AEFF3492-F9C4-586B-63BC-80E34E161AE2}"/>
          </ac:picMkLst>
        </pc:picChg>
        <pc:picChg chg="mod">
          <ac:chgData name="김예은" userId="6526923f-0c52-4639-9dbd-0f483d8fd367" providerId="ADAL" clId="{F210BC15-FB5E-40BD-99C6-E088DC972E95}" dt="2023-02-07T01:33:48.522" v="195" actId="1035"/>
          <ac:picMkLst>
            <pc:docMk/>
            <pc:sldMk cId="2782649627" sldId="272"/>
            <ac:picMk id="15" creationId="{8ACB1AC5-D614-AD6B-D225-585AA60F3D3B}"/>
          </ac:picMkLst>
        </pc:picChg>
        <pc:picChg chg="mod">
          <ac:chgData name="김예은" userId="6526923f-0c52-4639-9dbd-0f483d8fd367" providerId="ADAL" clId="{F210BC15-FB5E-40BD-99C6-E088DC972E95}" dt="2023-02-07T01:36:57.028" v="235" actId="1035"/>
          <ac:picMkLst>
            <pc:docMk/>
            <pc:sldMk cId="2782649627" sldId="272"/>
            <ac:picMk id="16" creationId="{52FCB077-EB3D-8D96-2FA9-184BA1AE1828}"/>
          </ac:picMkLst>
        </pc:picChg>
        <pc:picChg chg="mod">
          <ac:chgData name="김예은" userId="6526923f-0c52-4639-9dbd-0f483d8fd367" providerId="ADAL" clId="{F210BC15-FB5E-40BD-99C6-E088DC972E95}" dt="2023-02-07T01:36:57.028" v="235" actId="1035"/>
          <ac:picMkLst>
            <pc:docMk/>
            <pc:sldMk cId="2782649627" sldId="272"/>
            <ac:picMk id="18" creationId="{78822F54-5AF8-87D7-3A92-A7115ADBE26F}"/>
          </ac:picMkLst>
        </pc:picChg>
        <pc:picChg chg="mod">
          <ac:chgData name="김예은" userId="6526923f-0c52-4639-9dbd-0f483d8fd367" providerId="ADAL" clId="{F210BC15-FB5E-40BD-99C6-E088DC972E95}" dt="2023-02-07T01:33:48.522" v="195" actId="1035"/>
          <ac:picMkLst>
            <pc:docMk/>
            <pc:sldMk cId="2782649627" sldId="272"/>
            <ac:picMk id="19" creationId="{12E902E7-52DC-EDF3-9903-5787E10A7355}"/>
          </ac:picMkLst>
        </pc:picChg>
        <pc:picChg chg="mod">
          <ac:chgData name="김예은" userId="6526923f-0c52-4639-9dbd-0f483d8fd367" providerId="ADAL" clId="{F210BC15-FB5E-40BD-99C6-E088DC972E95}" dt="2023-02-07T01:36:57.028" v="235" actId="1035"/>
          <ac:picMkLst>
            <pc:docMk/>
            <pc:sldMk cId="2782649627" sldId="272"/>
            <ac:picMk id="21" creationId="{8B2A1036-453F-6675-0BA4-AA5686A1FDD9}"/>
          </ac:picMkLst>
        </pc:picChg>
        <pc:picChg chg="mod">
          <ac:chgData name="김예은" userId="6526923f-0c52-4639-9dbd-0f483d8fd367" providerId="ADAL" clId="{F210BC15-FB5E-40BD-99C6-E088DC972E95}" dt="2023-02-07T01:36:57.028" v="235" actId="1035"/>
          <ac:picMkLst>
            <pc:docMk/>
            <pc:sldMk cId="2782649627" sldId="272"/>
            <ac:picMk id="22" creationId="{0DC05744-52D5-BAD0-600E-4F78A8E664E9}"/>
          </ac:picMkLst>
        </pc:picChg>
        <pc:picChg chg="mod">
          <ac:chgData name="김예은" userId="6526923f-0c52-4639-9dbd-0f483d8fd367" providerId="ADAL" clId="{F210BC15-FB5E-40BD-99C6-E088DC972E95}" dt="2023-02-07T01:36:57.028" v="235" actId="1035"/>
          <ac:picMkLst>
            <pc:docMk/>
            <pc:sldMk cId="2782649627" sldId="272"/>
            <ac:picMk id="24" creationId="{EDD840AD-E420-18F0-214C-FCE36FF27E4E}"/>
          </ac:picMkLst>
        </pc:picChg>
        <pc:picChg chg="del mod">
          <ac:chgData name="김예은" userId="6526923f-0c52-4639-9dbd-0f483d8fd367" providerId="ADAL" clId="{F210BC15-FB5E-40BD-99C6-E088DC972E95}" dt="2023-02-07T01:52:43.582" v="303" actId="478"/>
          <ac:picMkLst>
            <pc:docMk/>
            <pc:sldMk cId="2782649627" sldId="272"/>
            <ac:picMk id="25" creationId="{443EA95F-AAE3-064A-344C-9AC3572DB9EB}"/>
          </ac:picMkLst>
        </pc:picChg>
        <pc:picChg chg="mod">
          <ac:chgData name="김예은" userId="6526923f-0c52-4639-9dbd-0f483d8fd367" providerId="ADAL" clId="{F210BC15-FB5E-40BD-99C6-E088DC972E95}" dt="2023-02-07T01:36:57.028" v="235" actId="1035"/>
          <ac:picMkLst>
            <pc:docMk/>
            <pc:sldMk cId="2782649627" sldId="272"/>
            <ac:picMk id="26" creationId="{A9F45CC0-20DF-4573-1CBB-C6AE6ACC8207}"/>
          </ac:picMkLst>
        </pc:picChg>
      </pc:sldChg>
      <pc:sldChg chg="modSp mod">
        <pc:chgData name="김예은" userId="6526923f-0c52-4639-9dbd-0f483d8fd367" providerId="ADAL" clId="{F210BC15-FB5E-40BD-99C6-E088DC972E95}" dt="2023-02-07T01:54:50.344" v="306" actId="20577"/>
        <pc:sldMkLst>
          <pc:docMk/>
          <pc:sldMk cId="2466279025" sldId="276"/>
        </pc:sldMkLst>
        <pc:spChg chg="mod">
          <ac:chgData name="김예은" userId="6526923f-0c52-4639-9dbd-0f483d8fd367" providerId="ADAL" clId="{F210BC15-FB5E-40BD-99C6-E088DC972E95}" dt="2023-02-07T01:20:31.066" v="16" actId="20577"/>
          <ac:spMkLst>
            <pc:docMk/>
            <pc:sldMk cId="2466279025" sldId="276"/>
            <ac:spMk id="111" creationId="{9B3FAADE-62CB-1627-946C-00DA9E3E4BA6}"/>
          </ac:spMkLst>
        </pc:spChg>
        <pc:spChg chg="mod">
          <ac:chgData name="김예은" userId="6526923f-0c52-4639-9dbd-0f483d8fd367" providerId="ADAL" clId="{F210BC15-FB5E-40BD-99C6-E088DC972E95}" dt="2023-02-07T01:27:14.362" v="94" actId="255"/>
          <ac:spMkLst>
            <pc:docMk/>
            <pc:sldMk cId="2466279025" sldId="276"/>
            <ac:spMk id="113" creationId="{753130E7-0351-2A00-B06C-90BD547323AA}"/>
          </ac:spMkLst>
        </pc:spChg>
        <pc:spChg chg="mod">
          <ac:chgData name="김예은" userId="6526923f-0c52-4639-9dbd-0f483d8fd367" providerId="ADAL" clId="{F210BC15-FB5E-40BD-99C6-E088DC972E95}" dt="2023-02-07T01:26:16.677" v="77" actId="20577"/>
          <ac:spMkLst>
            <pc:docMk/>
            <pc:sldMk cId="2466279025" sldId="276"/>
            <ac:spMk id="122" creationId="{39FCE55A-95C4-8B19-C9CF-C69E097FDCDE}"/>
          </ac:spMkLst>
        </pc:spChg>
        <pc:spChg chg="mod">
          <ac:chgData name="김예은" userId="6526923f-0c52-4639-9dbd-0f483d8fd367" providerId="ADAL" clId="{F210BC15-FB5E-40BD-99C6-E088DC972E95}" dt="2023-02-07T01:26:25.085" v="89" actId="20577"/>
          <ac:spMkLst>
            <pc:docMk/>
            <pc:sldMk cId="2466279025" sldId="276"/>
            <ac:spMk id="124" creationId="{247334D1-318A-36C3-31B0-35072BB8B8FC}"/>
          </ac:spMkLst>
        </pc:spChg>
        <pc:spChg chg="mod">
          <ac:chgData name="김예은" userId="6526923f-0c52-4639-9dbd-0f483d8fd367" providerId="ADAL" clId="{F210BC15-FB5E-40BD-99C6-E088DC972E95}" dt="2023-02-07T01:23:57.624" v="38"/>
          <ac:spMkLst>
            <pc:docMk/>
            <pc:sldMk cId="2466279025" sldId="276"/>
            <ac:spMk id="127" creationId="{E61DF555-0E6D-8ECB-0C8A-9D60C3F72825}"/>
          </ac:spMkLst>
        </pc:spChg>
        <pc:spChg chg="mod">
          <ac:chgData name="김예은" userId="6526923f-0c52-4639-9dbd-0f483d8fd367" providerId="ADAL" clId="{F210BC15-FB5E-40BD-99C6-E088DC972E95}" dt="2023-02-07T01:54:19.568" v="304" actId="20577"/>
          <ac:spMkLst>
            <pc:docMk/>
            <pc:sldMk cId="2466279025" sldId="276"/>
            <ac:spMk id="130" creationId="{DBE3A232-77E1-9C69-5805-1FB1AC9A403C}"/>
          </ac:spMkLst>
        </pc:spChg>
        <pc:spChg chg="mod">
          <ac:chgData name="김예은" userId="6526923f-0c52-4639-9dbd-0f483d8fd367" providerId="ADAL" clId="{F210BC15-FB5E-40BD-99C6-E088DC972E95}" dt="2023-02-07T01:28:15.335" v="112" actId="20577"/>
          <ac:spMkLst>
            <pc:docMk/>
            <pc:sldMk cId="2466279025" sldId="276"/>
            <ac:spMk id="139" creationId="{5EE6D517-3E97-2B2D-5CA3-D5EE33FBBDA7}"/>
          </ac:spMkLst>
        </pc:spChg>
        <pc:spChg chg="mod">
          <ac:chgData name="김예은" userId="6526923f-0c52-4639-9dbd-0f483d8fd367" providerId="ADAL" clId="{F210BC15-FB5E-40BD-99C6-E088DC972E95}" dt="2023-02-07T01:54:50.344" v="306" actId="20577"/>
          <ac:spMkLst>
            <pc:docMk/>
            <pc:sldMk cId="2466279025" sldId="276"/>
            <ac:spMk id="141" creationId="{A5DE7E25-9941-B777-B6E9-8BD7D4ECE3A1}"/>
          </ac:spMkLst>
        </pc:spChg>
      </pc:sldChg>
    </pc:docChg>
  </pc:docChgLst>
  <pc:docChgLst>
    <pc:chgData name="김예은" userId="6526923f-0c52-4639-9dbd-0f483d8fd367" providerId="ADAL" clId="{D8781D74-D875-47DE-BBC2-940922F7CF8D}"/>
    <pc:docChg chg="undo custSel modSld">
      <pc:chgData name="김예은" userId="6526923f-0c52-4639-9dbd-0f483d8fd367" providerId="ADAL" clId="{D8781D74-D875-47DE-BBC2-940922F7CF8D}" dt="2022-04-14T01:37:38.646" v="822" actId="20577"/>
      <pc:docMkLst>
        <pc:docMk/>
      </pc:docMkLst>
      <pc:sldChg chg="modSp mod">
        <pc:chgData name="김예은" userId="6526923f-0c52-4639-9dbd-0f483d8fd367" providerId="ADAL" clId="{D8781D74-D875-47DE-BBC2-940922F7CF8D}" dt="2022-04-14T01:37:38.646" v="822" actId="20577"/>
        <pc:sldMkLst>
          <pc:docMk/>
          <pc:sldMk cId="2782649627" sldId="272"/>
        </pc:sldMkLst>
        <pc:spChg chg="mod">
          <ac:chgData name="김예은" userId="6526923f-0c52-4639-9dbd-0f483d8fd367" providerId="ADAL" clId="{D8781D74-D875-47DE-BBC2-940922F7CF8D}" dt="2022-04-14T01:34:39.291" v="779" actId="20577"/>
          <ac:spMkLst>
            <pc:docMk/>
            <pc:sldMk cId="2782649627" sldId="272"/>
            <ac:spMk id="94" creationId="{6D2F5501-4571-46B4-9EFD-4A566A77C630}"/>
          </ac:spMkLst>
        </pc:spChg>
        <pc:spChg chg="mod">
          <ac:chgData name="김예은" userId="6526923f-0c52-4639-9dbd-0f483d8fd367" providerId="ADAL" clId="{D8781D74-D875-47DE-BBC2-940922F7CF8D}" dt="2022-04-14T01:37:38.646" v="822" actId="20577"/>
          <ac:spMkLst>
            <pc:docMk/>
            <pc:sldMk cId="2782649627" sldId="272"/>
            <ac:spMk id="108" creationId="{31266A5D-2E7A-402C-8432-C5224A629A2D}"/>
          </ac:spMkLst>
        </pc:spChg>
      </pc:sldChg>
      <pc:sldChg chg="modSp mod">
        <pc:chgData name="김예은" userId="6526923f-0c52-4639-9dbd-0f483d8fd367" providerId="ADAL" clId="{D8781D74-D875-47DE-BBC2-940922F7CF8D}" dt="2022-04-14T01:21:54.354" v="468" actId="20577"/>
        <pc:sldMkLst>
          <pc:docMk/>
          <pc:sldMk cId="2577289479" sldId="275"/>
        </pc:sldMkLst>
        <pc:spChg chg="mod">
          <ac:chgData name="김예은" userId="6526923f-0c52-4639-9dbd-0f483d8fd367" providerId="ADAL" clId="{D8781D74-D875-47DE-BBC2-940922F7CF8D}" dt="2022-04-14T01:07:40.953" v="254" actId="20577"/>
          <ac:spMkLst>
            <pc:docMk/>
            <pc:sldMk cId="2577289479" sldId="275"/>
            <ac:spMk id="79" creationId="{BBF47C98-D10A-491D-A273-23C33A2AEDCE}"/>
          </ac:spMkLst>
        </pc:spChg>
        <pc:spChg chg="mod">
          <ac:chgData name="김예은" userId="6526923f-0c52-4639-9dbd-0f483d8fd367" providerId="ADAL" clId="{D8781D74-D875-47DE-BBC2-940922F7CF8D}" dt="2022-04-14T01:19:09.273" v="367" actId="20577"/>
          <ac:spMkLst>
            <pc:docMk/>
            <pc:sldMk cId="2577289479" sldId="275"/>
            <ac:spMk id="81" creationId="{4D7D6310-AC13-4B9F-B65B-56B8C08D6243}"/>
          </ac:spMkLst>
        </pc:spChg>
        <pc:spChg chg="mod">
          <ac:chgData name="김예은" userId="6526923f-0c52-4639-9dbd-0f483d8fd367" providerId="ADAL" clId="{D8781D74-D875-47DE-BBC2-940922F7CF8D}" dt="2022-04-14T01:20:54.075" v="454" actId="20577"/>
          <ac:spMkLst>
            <pc:docMk/>
            <pc:sldMk cId="2577289479" sldId="275"/>
            <ac:spMk id="90" creationId="{9BB0B01F-3D9B-430E-881D-CD24F48146BE}"/>
          </ac:spMkLst>
        </pc:spChg>
        <pc:spChg chg="mod">
          <ac:chgData name="김예은" userId="6526923f-0c52-4639-9dbd-0f483d8fd367" providerId="ADAL" clId="{D8781D74-D875-47DE-BBC2-940922F7CF8D}" dt="2022-04-14T01:08:09.545" v="300" actId="20577"/>
          <ac:spMkLst>
            <pc:docMk/>
            <pc:sldMk cId="2577289479" sldId="275"/>
            <ac:spMk id="91" creationId="{24378A38-3B33-43E0-B47D-DDDD9B78AAE0}"/>
          </ac:spMkLst>
        </pc:spChg>
        <pc:spChg chg="mod">
          <ac:chgData name="김예은" userId="6526923f-0c52-4639-9dbd-0f483d8fd367" providerId="ADAL" clId="{D8781D74-D875-47DE-BBC2-940922F7CF8D}" dt="2022-04-14T01:20:12.098" v="410" actId="20577"/>
          <ac:spMkLst>
            <pc:docMk/>
            <pc:sldMk cId="2577289479" sldId="275"/>
            <ac:spMk id="95" creationId="{11A78C36-1CAB-4A74-9F89-83AA95B48D3B}"/>
          </ac:spMkLst>
        </pc:spChg>
        <pc:spChg chg="mod">
          <ac:chgData name="김예은" userId="6526923f-0c52-4639-9dbd-0f483d8fd367" providerId="ADAL" clId="{D8781D74-D875-47DE-BBC2-940922F7CF8D}" dt="2022-04-14T01:19:36.938" v="388" actId="20577"/>
          <ac:spMkLst>
            <pc:docMk/>
            <pc:sldMk cId="2577289479" sldId="275"/>
            <ac:spMk id="97" creationId="{54D1D033-829C-4CDB-9843-B2C6C1FC3915}"/>
          </ac:spMkLst>
        </pc:spChg>
        <pc:spChg chg="mod">
          <ac:chgData name="김예은" userId="6526923f-0c52-4639-9dbd-0f483d8fd367" providerId="ADAL" clId="{D8781D74-D875-47DE-BBC2-940922F7CF8D}" dt="2022-04-14T01:21:54.354" v="468" actId="20577"/>
          <ac:spMkLst>
            <pc:docMk/>
            <pc:sldMk cId="2577289479" sldId="275"/>
            <ac:spMk id="106" creationId="{EB20EABD-4B62-4E0C-87A0-FE1C2966E45A}"/>
          </ac:spMkLst>
        </pc:spChg>
      </pc:sldChg>
    </pc:docChg>
  </pc:docChgLst>
  <pc:docChgLst>
    <pc:chgData name="김예은" userId="6526923f-0c52-4639-9dbd-0f483d8fd367" providerId="ADAL" clId="{75EB361C-6951-4C12-AF88-4AA564262159}"/>
    <pc:docChg chg="undo custSel modSld">
      <pc:chgData name="김예은" userId="6526923f-0c52-4639-9dbd-0f483d8fd367" providerId="ADAL" clId="{75EB361C-6951-4C12-AF88-4AA564262159}" dt="2022-03-11T01:23:57.656" v="866" actId="20577"/>
      <pc:docMkLst>
        <pc:docMk/>
      </pc:docMkLst>
      <pc:sldChg chg="modSp mod">
        <pc:chgData name="김예은" userId="6526923f-0c52-4639-9dbd-0f483d8fd367" providerId="ADAL" clId="{75EB361C-6951-4C12-AF88-4AA564262159}" dt="2022-03-11T01:21:30.970" v="828" actId="20577"/>
        <pc:sldMkLst>
          <pc:docMk/>
          <pc:sldMk cId="2782649627" sldId="272"/>
        </pc:sldMkLst>
        <pc:spChg chg="mod">
          <ac:chgData name="김예은" userId="6526923f-0c52-4639-9dbd-0f483d8fd367" providerId="ADAL" clId="{75EB361C-6951-4C12-AF88-4AA564262159}" dt="2022-03-11T01:17:08.363" v="595" actId="20577"/>
          <ac:spMkLst>
            <pc:docMk/>
            <pc:sldMk cId="2782649627" sldId="272"/>
            <ac:spMk id="68" creationId="{B28EB228-2E60-4E4A-A788-4DAC49431389}"/>
          </ac:spMkLst>
        </pc:spChg>
        <pc:spChg chg="mod">
          <ac:chgData name="김예은" userId="6526923f-0c52-4639-9dbd-0f483d8fd367" providerId="ADAL" clId="{75EB361C-6951-4C12-AF88-4AA564262159}" dt="2022-03-11T01:19:49.558" v="777" actId="21"/>
          <ac:spMkLst>
            <pc:docMk/>
            <pc:sldMk cId="2782649627" sldId="272"/>
            <ac:spMk id="83" creationId="{DFBDA7B1-6ED9-4E5C-AC54-CE5100FD4F17}"/>
          </ac:spMkLst>
        </pc:spChg>
        <pc:spChg chg="mod">
          <ac:chgData name="김예은" userId="6526923f-0c52-4639-9dbd-0f483d8fd367" providerId="ADAL" clId="{75EB361C-6951-4C12-AF88-4AA564262159}" dt="2022-03-11T01:21:30.970" v="828" actId="20577"/>
          <ac:spMkLst>
            <pc:docMk/>
            <pc:sldMk cId="2782649627" sldId="272"/>
            <ac:spMk id="133" creationId="{8A21F6E4-B1AE-4A5B-ACC5-13C3AA08CA97}"/>
          </ac:spMkLst>
        </pc:spChg>
      </pc:sldChg>
      <pc:sldChg chg="modSp mod">
        <pc:chgData name="김예은" userId="6526923f-0c52-4639-9dbd-0f483d8fd367" providerId="ADAL" clId="{75EB361C-6951-4C12-AF88-4AA564262159}" dt="2022-03-11T01:23:57.656" v="866" actId="20577"/>
        <pc:sldMkLst>
          <pc:docMk/>
          <pc:sldMk cId="2577289479" sldId="275"/>
        </pc:sldMkLst>
        <pc:spChg chg="mod">
          <ac:chgData name="김예은" userId="6526923f-0c52-4639-9dbd-0f483d8fd367" providerId="ADAL" clId="{75EB361C-6951-4C12-AF88-4AA564262159}" dt="2022-03-11T00:45:58.185" v="124" actId="20577"/>
          <ac:spMkLst>
            <pc:docMk/>
            <pc:sldMk cId="2577289479" sldId="275"/>
            <ac:spMk id="79" creationId="{BBF47C98-D10A-491D-A273-23C33A2AEDCE}"/>
          </ac:spMkLst>
        </pc:spChg>
        <pc:spChg chg="mod">
          <ac:chgData name="김예은" userId="6526923f-0c52-4639-9dbd-0f483d8fd367" providerId="ADAL" clId="{75EB361C-6951-4C12-AF88-4AA564262159}" dt="2022-03-11T01:05:54.161" v="311" actId="20577"/>
          <ac:spMkLst>
            <pc:docMk/>
            <pc:sldMk cId="2577289479" sldId="275"/>
            <ac:spMk id="81" creationId="{4D7D6310-AC13-4B9F-B65B-56B8C08D6243}"/>
          </ac:spMkLst>
        </pc:spChg>
        <pc:spChg chg="mod">
          <ac:chgData name="김예은" userId="6526923f-0c52-4639-9dbd-0f483d8fd367" providerId="ADAL" clId="{75EB361C-6951-4C12-AF88-4AA564262159}" dt="2022-03-11T01:02:04.656" v="221" actId="20577"/>
          <ac:spMkLst>
            <pc:docMk/>
            <pc:sldMk cId="2577289479" sldId="275"/>
            <ac:spMk id="90" creationId="{9BB0B01F-3D9B-430E-881D-CD24F48146BE}"/>
          </ac:spMkLst>
        </pc:spChg>
        <pc:spChg chg="mod">
          <ac:chgData name="김예은" userId="6526923f-0c52-4639-9dbd-0f483d8fd367" providerId="ADAL" clId="{75EB361C-6951-4C12-AF88-4AA564262159}" dt="2022-03-11T01:02:36.895" v="238" actId="20577"/>
          <ac:spMkLst>
            <pc:docMk/>
            <pc:sldMk cId="2577289479" sldId="275"/>
            <ac:spMk id="91" creationId="{24378A38-3B33-43E0-B47D-DDDD9B78AAE0}"/>
          </ac:spMkLst>
        </pc:spChg>
        <pc:spChg chg="mod">
          <ac:chgData name="김예은" userId="6526923f-0c52-4639-9dbd-0f483d8fd367" providerId="ADAL" clId="{75EB361C-6951-4C12-AF88-4AA564262159}" dt="2022-03-11T01:23:29.222" v="846" actId="20577"/>
          <ac:spMkLst>
            <pc:docMk/>
            <pc:sldMk cId="2577289479" sldId="275"/>
            <ac:spMk id="92" creationId="{500517D8-2248-49CD-9A1C-556A0F698B06}"/>
          </ac:spMkLst>
        </pc:spChg>
        <pc:spChg chg="mod">
          <ac:chgData name="김예은" userId="6526923f-0c52-4639-9dbd-0f483d8fd367" providerId="ADAL" clId="{75EB361C-6951-4C12-AF88-4AA564262159}" dt="2022-03-11T01:21:58.208" v="837" actId="20577"/>
          <ac:spMkLst>
            <pc:docMk/>
            <pc:sldMk cId="2577289479" sldId="275"/>
            <ac:spMk id="95" creationId="{11A78C36-1CAB-4A74-9F89-83AA95B48D3B}"/>
          </ac:spMkLst>
        </pc:spChg>
        <pc:spChg chg="mod">
          <ac:chgData name="김예은" userId="6526923f-0c52-4639-9dbd-0f483d8fd367" providerId="ADAL" clId="{75EB361C-6951-4C12-AF88-4AA564262159}" dt="2022-03-11T01:23:57.656" v="866" actId="20577"/>
          <ac:spMkLst>
            <pc:docMk/>
            <pc:sldMk cId="2577289479" sldId="275"/>
            <ac:spMk id="105" creationId="{FB314576-209E-4E73-B90C-5716F864354A}"/>
          </ac:spMkLst>
        </pc:spChg>
      </pc:sldChg>
    </pc:docChg>
  </pc:docChgLst>
  <pc:docChgLst>
    <pc:chgData name="유승철" userId="9584054c-e08f-4935-bde6-b53c2dd0dfbc" providerId="ADAL" clId="{0F1B9B90-5CAE-4C29-B5E3-69539BD433CC}"/>
    <pc:docChg chg="undo custSel modSld">
      <pc:chgData name="유승철" userId="9584054c-e08f-4935-bde6-b53c2dd0dfbc" providerId="ADAL" clId="{0F1B9B90-5CAE-4C29-B5E3-69539BD433CC}" dt="2022-11-09T05:54:52.681" v="598" actId="20577"/>
      <pc:docMkLst>
        <pc:docMk/>
      </pc:docMkLst>
      <pc:sldChg chg="addSp delSp modSp mod">
        <pc:chgData name="유승철" userId="9584054c-e08f-4935-bde6-b53c2dd0dfbc" providerId="ADAL" clId="{0F1B9B90-5CAE-4C29-B5E3-69539BD433CC}" dt="2022-11-07T09:11:12.663" v="16" actId="20577"/>
        <pc:sldMkLst>
          <pc:docMk/>
          <pc:sldMk cId="2782649627" sldId="272"/>
        </pc:sldMkLst>
        <pc:spChg chg="add mod">
          <ac:chgData name="유승철" userId="9584054c-e08f-4935-bde6-b53c2dd0dfbc" providerId="ADAL" clId="{0F1B9B90-5CAE-4C29-B5E3-69539BD433CC}" dt="2022-11-07T09:11:12.663" v="16" actId="20577"/>
          <ac:spMkLst>
            <pc:docMk/>
            <pc:sldMk cId="2782649627" sldId="272"/>
            <ac:spMk id="4" creationId="{6EB7467C-90E6-4A9B-8668-C402E1BC3F93}"/>
          </ac:spMkLst>
        </pc:spChg>
        <pc:spChg chg="mod topLvl">
          <ac:chgData name="유승철" userId="9584054c-e08f-4935-bde6-b53c2dd0dfbc" providerId="ADAL" clId="{0F1B9B90-5CAE-4C29-B5E3-69539BD433CC}" dt="2022-11-07T09:11:02.065" v="15" actId="20577"/>
          <ac:spMkLst>
            <pc:docMk/>
            <pc:sldMk cId="2782649627" sldId="272"/>
            <ac:spMk id="54" creationId="{8B79E6EB-F34F-3DA5-8B74-3AC3757002E2}"/>
          </ac:spMkLst>
        </pc:spChg>
        <pc:spChg chg="del mod topLvl">
          <ac:chgData name="유승철" userId="9584054c-e08f-4935-bde6-b53c2dd0dfbc" providerId="ADAL" clId="{0F1B9B90-5CAE-4C29-B5E3-69539BD433CC}" dt="2022-11-07T09:10:52.863" v="10" actId="478"/>
          <ac:spMkLst>
            <pc:docMk/>
            <pc:sldMk cId="2782649627" sldId="272"/>
            <ac:spMk id="55" creationId="{D4CE30D2-E0D1-6BC3-CE28-8DCF22AF127C}"/>
          </ac:spMkLst>
        </pc:spChg>
        <pc:spChg chg="mod">
          <ac:chgData name="유승철" userId="9584054c-e08f-4935-bde6-b53c2dd0dfbc" providerId="ADAL" clId="{0F1B9B90-5CAE-4C29-B5E3-69539BD433CC}" dt="2022-11-07T09:09:01.431" v="8" actId="20577"/>
          <ac:spMkLst>
            <pc:docMk/>
            <pc:sldMk cId="2782649627" sldId="272"/>
            <ac:spMk id="65" creationId="{A8B70E2F-0FB7-D45E-B52B-5D078ADA1A3D}"/>
          </ac:spMkLst>
        </pc:spChg>
        <pc:grpChg chg="del">
          <ac:chgData name="유승철" userId="9584054c-e08f-4935-bde6-b53c2dd0dfbc" providerId="ADAL" clId="{0F1B9B90-5CAE-4C29-B5E3-69539BD433CC}" dt="2022-11-07T09:10:51.020" v="9" actId="165"/>
          <ac:grpSpMkLst>
            <pc:docMk/>
            <pc:sldMk cId="2782649627" sldId="272"/>
            <ac:grpSpMk id="52" creationId="{CBF50183-75C1-5FE2-1DCD-D7F9594DB544}"/>
          </ac:grpSpMkLst>
        </pc:grpChg>
        <pc:picChg chg="add mod">
          <ac:chgData name="유승철" userId="9584054c-e08f-4935-bde6-b53c2dd0dfbc" providerId="ADAL" clId="{0F1B9B90-5CAE-4C29-B5E3-69539BD433CC}" dt="2022-11-07T09:10:53.825" v="11"/>
          <ac:picMkLst>
            <pc:docMk/>
            <pc:sldMk cId="2782649627" sldId="272"/>
            <ac:picMk id="9" creationId="{3A76E6CC-06FD-F3F8-9C7E-3ABA4163B260}"/>
          </ac:picMkLst>
        </pc:picChg>
        <pc:picChg chg="add mod">
          <ac:chgData name="유승철" userId="9584054c-e08f-4935-bde6-b53c2dd0dfbc" providerId="ADAL" clId="{0F1B9B90-5CAE-4C29-B5E3-69539BD433CC}" dt="2022-11-07T09:10:53.825" v="11"/>
          <ac:picMkLst>
            <pc:docMk/>
            <pc:sldMk cId="2782649627" sldId="272"/>
            <ac:picMk id="10" creationId="{72D991B3-517A-FC17-A1B5-CBD0EC8FEED2}"/>
          </ac:picMkLst>
        </pc:picChg>
        <pc:picChg chg="add mod">
          <ac:chgData name="유승철" userId="9584054c-e08f-4935-bde6-b53c2dd0dfbc" providerId="ADAL" clId="{0F1B9B90-5CAE-4C29-B5E3-69539BD433CC}" dt="2022-11-07T09:10:53.825" v="11"/>
          <ac:picMkLst>
            <pc:docMk/>
            <pc:sldMk cId="2782649627" sldId="272"/>
            <ac:picMk id="11" creationId="{C602F061-A87D-1DCD-6C37-F096AD20CF30}"/>
          </ac:picMkLst>
        </pc:picChg>
        <pc:picChg chg="del mod topLvl">
          <ac:chgData name="유승철" userId="9584054c-e08f-4935-bde6-b53c2dd0dfbc" providerId="ADAL" clId="{0F1B9B90-5CAE-4C29-B5E3-69539BD433CC}" dt="2022-11-07T09:10:52.863" v="10" actId="478"/>
          <ac:picMkLst>
            <pc:docMk/>
            <pc:sldMk cId="2782649627" sldId="272"/>
            <ac:picMk id="57" creationId="{E5313EDE-A6BD-6D61-514F-E08BDCD6CA4E}"/>
          </ac:picMkLst>
        </pc:picChg>
        <pc:picChg chg="del mod topLvl">
          <ac:chgData name="유승철" userId="9584054c-e08f-4935-bde6-b53c2dd0dfbc" providerId="ADAL" clId="{0F1B9B90-5CAE-4C29-B5E3-69539BD433CC}" dt="2022-11-07T09:10:52.863" v="10" actId="478"/>
          <ac:picMkLst>
            <pc:docMk/>
            <pc:sldMk cId="2782649627" sldId="272"/>
            <ac:picMk id="58" creationId="{47D485EF-343B-2FE6-1B4E-8E48F0462F07}"/>
          </ac:picMkLst>
        </pc:picChg>
        <pc:cxnChg chg="add mod">
          <ac:chgData name="유승철" userId="9584054c-e08f-4935-bde6-b53c2dd0dfbc" providerId="ADAL" clId="{0F1B9B90-5CAE-4C29-B5E3-69539BD433CC}" dt="2022-11-07T09:10:53.825" v="11"/>
          <ac:cxnSpMkLst>
            <pc:docMk/>
            <pc:sldMk cId="2782649627" sldId="272"/>
            <ac:cxnSpMk id="6" creationId="{E294EC30-9B10-09D0-29D3-B01EE6AD0A80}"/>
          </ac:cxnSpMkLst>
        </pc:cxnChg>
        <pc:cxnChg chg="del mod topLvl">
          <ac:chgData name="유승철" userId="9584054c-e08f-4935-bde6-b53c2dd0dfbc" providerId="ADAL" clId="{0F1B9B90-5CAE-4C29-B5E3-69539BD433CC}" dt="2022-11-07T09:10:52.863" v="10" actId="478"/>
          <ac:cxnSpMkLst>
            <pc:docMk/>
            <pc:sldMk cId="2782649627" sldId="272"/>
            <ac:cxnSpMk id="56" creationId="{7569D182-E24A-1340-B51B-B1793E589F2A}"/>
          </ac:cxnSpMkLst>
        </pc:cxnChg>
      </pc:sldChg>
      <pc:sldChg chg="modSp mod">
        <pc:chgData name="유승철" userId="9584054c-e08f-4935-bde6-b53c2dd0dfbc" providerId="ADAL" clId="{0F1B9B90-5CAE-4C29-B5E3-69539BD433CC}" dt="2022-11-09T05:54:52.681" v="598" actId="20577"/>
        <pc:sldMkLst>
          <pc:docMk/>
          <pc:sldMk cId="2466279025" sldId="276"/>
        </pc:sldMkLst>
        <pc:spChg chg="mod">
          <ac:chgData name="유승철" userId="9584054c-e08f-4935-bde6-b53c2dd0dfbc" providerId="ADAL" clId="{0F1B9B90-5CAE-4C29-B5E3-69539BD433CC}" dt="2022-11-08T01:11:43.974" v="387" actId="20577"/>
          <ac:spMkLst>
            <pc:docMk/>
            <pc:sldMk cId="2466279025" sldId="276"/>
            <ac:spMk id="113" creationId="{753130E7-0351-2A00-B06C-90BD547323AA}"/>
          </ac:spMkLst>
        </pc:spChg>
        <pc:spChg chg="mod">
          <ac:chgData name="유승철" userId="9584054c-e08f-4935-bde6-b53c2dd0dfbc" providerId="ADAL" clId="{0F1B9B90-5CAE-4C29-B5E3-69539BD433CC}" dt="2022-11-08T00:57:42.540" v="91" actId="20577"/>
          <ac:spMkLst>
            <pc:docMk/>
            <pc:sldMk cId="2466279025" sldId="276"/>
            <ac:spMk id="122" creationId="{39FCE55A-95C4-8B19-C9CF-C69E097FDCDE}"/>
          </ac:spMkLst>
        </pc:spChg>
        <pc:spChg chg="mod">
          <ac:chgData name="유승철" userId="9584054c-e08f-4935-bde6-b53c2dd0dfbc" providerId="ADAL" clId="{0F1B9B90-5CAE-4C29-B5E3-69539BD433CC}" dt="2022-11-08T00:58:46.622" v="134" actId="313"/>
          <ac:spMkLst>
            <pc:docMk/>
            <pc:sldMk cId="2466279025" sldId="276"/>
            <ac:spMk id="123" creationId="{6B612028-15B8-793C-4BDE-D794BBB28331}"/>
          </ac:spMkLst>
        </pc:spChg>
        <pc:spChg chg="mod">
          <ac:chgData name="유승철" userId="9584054c-e08f-4935-bde6-b53c2dd0dfbc" providerId="ADAL" clId="{0F1B9B90-5CAE-4C29-B5E3-69539BD433CC}" dt="2022-11-09T05:54:52.681" v="598" actId="20577"/>
          <ac:spMkLst>
            <pc:docMk/>
            <pc:sldMk cId="2466279025" sldId="276"/>
            <ac:spMk id="124" creationId="{247334D1-318A-36C3-31B0-35072BB8B8FC}"/>
          </ac:spMkLst>
        </pc:spChg>
        <pc:spChg chg="mod">
          <ac:chgData name="유승철" userId="9584054c-e08f-4935-bde6-b53c2dd0dfbc" providerId="ADAL" clId="{0F1B9B90-5CAE-4C29-B5E3-69539BD433CC}" dt="2022-11-08T01:20:36.670" v="551" actId="20577"/>
          <ac:spMkLst>
            <pc:docMk/>
            <pc:sldMk cId="2466279025" sldId="276"/>
            <ac:spMk id="127" creationId="{E61DF555-0E6D-8ECB-0C8A-9D60C3F72825}"/>
          </ac:spMkLst>
        </pc:spChg>
        <pc:grpChg chg="mod">
          <ac:chgData name="유승철" userId="9584054c-e08f-4935-bde6-b53c2dd0dfbc" providerId="ADAL" clId="{0F1B9B90-5CAE-4C29-B5E3-69539BD433CC}" dt="2022-11-08T01:21:58.801" v="552" actId="465"/>
          <ac:grpSpMkLst>
            <pc:docMk/>
            <pc:sldMk cId="2466279025" sldId="276"/>
            <ac:grpSpMk id="115" creationId="{C8033C70-FC41-E101-42D5-270DA836C088}"/>
          </ac:grpSpMkLst>
        </pc:grpChg>
      </pc:sldChg>
    </pc:docChg>
  </pc:docChgLst>
  <pc:docChgLst>
    <pc:chgData name="유승철" userId="9584054c-e08f-4935-bde6-b53c2dd0dfbc" providerId="ADAL" clId="{69AAB31B-A406-4AA5-840D-40DFE5B887B7}"/>
    <pc:docChg chg="mod modSld">
      <pc:chgData name="유승철" userId="9584054c-e08f-4935-bde6-b53c2dd0dfbc" providerId="ADAL" clId="{69AAB31B-A406-4AA5-840D-40DFE5B887B7}" dt="2023-05-12T01:42:23.838" v="51" actId="20577"/>
      <pc:docMkLst>
        <pc:docMk/>
      </pc:docMkLst>
      <pc:sldChg chg="modSp mod">
        <pc:chgData name="유승철" userId="9584054c-e08f-4935-bde6-b53c2dd0dfbc" providerId="ADAL" clId="{69AAB31B-A406-4AA5-840D-40DFE5B887B7}" dt="2023-05-12T01:42:23.838" v="51" actId="20577"/>
        <pc:sldMkLst>
          <pc:docMk/>
          <pc:sldMk cId="2466279025" sldId="276"/>
        </pc:sldMkLst>
        <pc:spChg chg="mod">
          <ac:chgData name="유승철" userId="9584054c-e08f-4935-bde6-b53c2dd0dfbc" providerId="ADAL" clId="{69AAB31B-A406-4AA5-840D-40DFE5B887B7}" dt="2023-05-11T05:06:37.677" v="31" actId="20577"/>
          <ac:spMkLst>
            <pc:docMk/>
            <pc:sldMk cId="2466279025" sldId="276"/>
            <ac:spMk id="21" creationId="{C4C25FF0-E925-9D2B-7EDA-1C5A1107C4BB}"/>
          </ac:spMkLst>
        </pc:spChg>
        <pc:spChg chg="mod">
          <ac:chgData name="유승철" userId="9584054c-e08f-4935-bde6-b53c2dd0dfbc" providerId="ADAL" clId="{69AAB31B-A406-4AA5-840D-40DFE5B887B7}" dt="2023-05-12T01:42:23.838" v="51" actId="20577"/>
          <ac:spMkLst>
            <pc:docMk/>
            <pc:sldMk cId="2466279025" sldId="276"/>
            <ac:spMk id="23" creationId="{8C0D453F-3D57-8DFD-C676-666742C16C79}"/>
          </ac:spMkLst>
        </pc:spChg>
      </pc:sldChg>
    </pc:docChg>
  </pc:docChgLst>
  <pc:docChgLst>
    <pc:chgData name="승철 유" userId="9584054c-e08f-4935-bde6-b53c2dd0dfbc" providerId="ADAL" clId="{3F933221-537F-4220-84E7-8BF3FA1EDA43}"/>
    <pc:docChg chg="modSld">
      <pc:chgData name="승철 유" userId="9584054c-e08f-4935-bde6-b53c2dd0dfbc" providerId="ADAL" clId="{3F933221-537F-4220-84E7-8BF3FA1EDA43}" dt="2021-03-05T01:27:18.101" v="4" actId="20577"/>
      <pc:docMkLst>
        <pc:docMk/>
      </pc:docMkLst>
      <pc:sldChg chg="modSp mod">
        <pc:chgData name="승철 유" userId="9584054c-e08f-4935-bde6-b53c2dd0dfbc" providerId="ADAL" clId="{3F933221-537F-4220-84E7-8BF3FA1EDA43}" dt="2021-03-05T01:27:18.101" v="4" actId="20577"/>
        <pc:sldMkLst>
          <pc:docMk/>
          <pc:sldMk cId="2782649627" sldId="272"/>
        </pc:sldMkLst>
        <pc:spChg chg="mod">
          <ac:chgData name="승철 유" userId="9584054c-e08f-4935-bde6-b53c2dd0dfbc" providerId="ADAL" clId="{3F933221-537F-4220-84E7-8BF3FA1EDA43}" dt="2021-03-05T01:27:18.101" v="4" actId="20577"/>
          <ac:spMkLst>
            <pc:docMk/>
            <pc:sldMk cId="2782649627" sldId="272"/>
            <ac:spMk id="101" creationId="{286914DA-4E29-4FE7-922D-868ED8A70A1B}"/>
          </ac:spMkLst>
        </pc:spChg>
      </pc:sldChg>
    </pc:docChg>
  </pc:docChgLst>
  <pc:docChgLst>
    <pc:chgData name="seungchul you" userId="e71affdd49f1a5fa" providerId="LiveId" clId="{BEAE5118-0C5F-44B9-AB46-D73CD8BA36B5}"/>
    <pc:docChg chg="undo redo custSel addSld delSld modSld sldOrd">
      <pc:chgData name="seungchul you" userId="e71affdd49f1a5fa" providerId="LiveId" clId="{BEAE5118-0C5F-44B9-AB46-D73CD8BA36B5}" dt="2021-02-01T15:03:13.582" v="1354" actId="20577"/>
      <pc:docMkLst>
        <pc:docMk/>
      </pc:docMkLst>
      <pc:sldChg chg="addSp delSp modSp mod">
        <pc:chgData name="seungchul you" userId="e71affdd49f1a5fa" providerId="LiveId" clId="{BEAE5118-0C5F-44B9-AB46-D73CD8BA36B5}" dt="2021-02-01T15:03:13.582" v="1354" actId="20577"/>
        <pc:sldMkLst>
          <pc:docMk/>
          <pc:sldMk cId="3894148367" sldId="268"/>
        </pc:sldMkLst>
        <pc:spChg chg="mod">
          <ac:chgData name="seungchul you" userId="e71affdd49f1a5fa" providerId="LiveId" clId="{BEAE5118-0C5F-44B9-AB46-D73CD8BA36B5}" dt="2021-02-01T13:27:45.939" v="23"/>
          <ac:spMkLst>
            <pc:docMk/>
            <pc:sldMk cId="3894148367" sldId="268"/>
            <ac:spMk id="51" creationId="{B947CE22-72BB-4950-B7C0-12BB54EDFF2C}"/>
          </ac:spMkLst>
        </pc:spChg>
        <pc:spChg chg="mod">
          <ac:chgData name="seungchul you" userId="e71affdd49f1a5fa" providerId="LiveId" clId="{BEAE5118-0C5F-44B9-AB46-D73CD8BA36B5}" dt="2021-02-01T13:27:45.939" v="23"/>
          <ac:spMkLst>
            <pc:docMk/>
            <pc:sldMk cId="3894148367" sldId="268"/>
            <ac:spMk id="52" creationId="{FF961435-82AE-43E0-8D44-421F079CEE93}"/>
          </ac:spMkLst>
        </pc:spChg>
        <pc:spChg chg="mod">
          <ac:chgData name="seungchul you" userId="e71affdd49f1a5fa" providerId="LiveId" clId="{BEAE5118-0C5F-44B9-AB46-D73CD8BA36B5}" dt="2021-02-01T13:27:45.939" v="23"/>
          <ac:spMkLst>
            <pc:docMk/>
            <pc:sldMk cId="3894148367" sldId="268"/>
            <ac:spMk id="54" creationId="{35462AA9-91C9-44ED-866A-7F12928A9AB6}"/>
          </ac:spMkLst>
        </pc:spChg>
        <pc:spChg chg="mod">
          <ac:chgData name="seungchul you" userId="e71affdd49f1a5fa" providerId="LiveId" clId="{BEAE5118-0C5F-44B9-AB46-D73CD8BA36B5}" dt="2021-02-01T13:27:45.939" v="23"/>
          <ac:spMkLst>
            <pc:docMk/>
            <pc:sldMk cId="3894148367" sldId="268"/>
            <ac:spMk id="55" creationId="{5EFD5718-19C0-4DA3-81B7-414671AC4CA1}"/>
          </ac:spMkLst>
        </pc:spChg>
        <pc:spChg chg="mod">
          <ac:chgData name="seungchul you" userId="e71affdd49f1a5fa" providerId="LiveId" clId="{BEAE5118-0C5F-44B9-AB46-D73CD8BA36B5}" dt="2021-02-01T13:27:45.939" v="23"/>
          <ac:spMkLst>
            <pc:docMk/>
            <pc:sldMk cId="3894148367" sldId="268"/>
            <ac:spMk id="60" creationId="{DB24A712-FFF1-4662-A637-9022E44947B4}"/>
          </ac:spMkLst>
        </pc:spChg>
        <pc:spChg chg="mod">
          <ac:chgData name="seungchul you" userId="e71affdd49f1a5fa" providerId="LiveId" clId="{BEAE5118-0C5F-44B9-AB46-D73CD8BA36B5}" dt="2021-02-01T13:27:45.939" v="23"/>
          <ac:spMkLst>
            <pc:docMk/>
            <pc:sldMk cId="3894148367" sldId="268"/>
            <ac:spMk id="61" creationId="{BE9C2584-075F-4666-89C3-2B87F274985B}"/>
          </ac:spMkLst>
        </pc:spChg>
        <pc:spChg chg="mod">
          <ac:chgData name="seungchul you" userId="e71affdd49f1a5fa" providerId="LiveId" clId="{BEAE5118-0C5F-44B9-AB46-D73CD8BA36B5}" dt="2021-02-01T13:27:45.939" v="23"/>
          <ac:spMkLst>
            <pc:docMk/>
            <pc:sldMk cId="3894148367" sldId="268"/>
            <ac:spMk id="62" creationId="{E83E7C9E-29C2-44AB-B803-A4DEAB9453B2}"/>
          </ac:spMkLst>
        </pc:spChg>
        <pc:spChg chg="mod">
          <ac:chgData name="seungchul you" userId="e71affdd49f1a5fa" providerId="LiveId" clId="{BEAE5118-0C5F-44B9-AB46-D73CD8BA36B5}" dt="2021-02-01T13:27:45.939" v="23"/>
          <ac:spMkLst>
            <pc:docMk/>
            <pc:sldMk cId="3894148367" sldId="268"/>
            <ac:spMk id="63" creationId="{BE4D8636-2D30-450E-B16B-6CF3EC7AE8C1}"/>
          </ac:spMkLst>
        </pc:spChg>
        <pc:spChg chg="mod">
          <ac:chgData name="seungchul you" userId="e71affdd49f1a5fa" providerId="LiveId" clId="{BEAE5118-0C5F-44B9-AB46-D73CD8BA36B5}" dt="2021-02-01T13:27:45.939" v="23"/>
          <ac:spMkLst>
            <pc:docMk/>
            <pc:sldMk cId="3894148367" sldId="268"/>
            <ac:spMk id="68" creationId="{6CB1C3F1-E938-4502-A2E3-784D0774C88A}"/>
          </ac:spMkLst>
        </pc:spChg>
        <pc:spChg chg="mod">
          <ac:chgData name="seungchul you" userId="e71affdd49f1a5fa" providerId="LiveId" clId="{BEAE5118-0C5F-44B9-AB46-D73CD8BA36B5}" dt="2021-02-01T13:27:45.939" v="23"/>
          <ac:spMkLst>
            <pc:docMk/>
            <pc:sldMk cId="3894148367" sldId="268"/>
            <ac:spMk id="73" creationId="{13736B25-57C0-4DF9-873D-AFB46DDB88F4}"/>
          </ac:spMkLst>
        </pc:spChg>
        <pc:spChg chg="mod">
          <ac:chgData name="seungchul you" userId="e71affdd49f1a5fa" providerId="LiveId" clId="{BEAE5118-0C5F-44B9-AB46-D73CD8BA36B5}" dt="2021-02-01T13:27:45.939" v="23"/>
          <ac:spMkLst>
            <pc:docMk/>
            <pc:sldMk cId="3894148367" sldId="268"/>
            <ac:spMk id="74" creationId="{D02E6665-873D-4A3A-8B3B-FB55265582BB}"/>
          </ac:spMkLst>
        </pc:spChg>
        <pc:spChg chg="mod">
          <ac:chgData name="seungchul you" userId="e71affdd49f1a5fa" providerId="LiveId" clId="{BEAE5118-0C5F-44B9-AB46-D73CD8BA36B5}" dt="2021-02-01T13:27:45.939" v="23"/>
          <ac:spMkLst>
            <pc:docMk/>
            <pc:sldMk cId="3894148367" sldId="268"/>
            <ac:spMk id="75" creationId="{E838D7A2-F9C8-4C42-BF04-41C992CFCFAF}"/>
          </ac:spMkLst>
        </pc:spChg>
        <pc:spChg chg="mod">
          <ac:chgData name="seungchul you" userId="e71affdd49f1a5fa" providerId="LiveId" clId="{BEAE5118-0C5F-44B9-AB46-D73CD8BA36B5}" dt="2021-02-01T13:27:45.939" v="23"/>
          <ac:spMkLst>
            <pc:docMk/>
            <pc:sldMk cId="3894148367" sldId="268"/>
            <ac:spMk id="76" creationId="{34B1EB47-03E5-449D-A8E9-7CE81C9128C0}"/>
          </ac:spMkLst>
        </pc:spChg>
        <pc:spChg chg="mod">
          <ac:chgData name="seungchul you" userId="e71affdd49f1a5fa" providerId="LiveId" clId="{BEAE5118-0C5F-44B9-AB46-D73CD8BA36B5}" dt="2021-02-01T13:27:45.939" v="23"/>
          <ac:spMkLst>
            <pc:docMk/>
            <pc:sldMk cId="3894148367" sldId="268"/>
            <ac:spMk id="77" creationId="{ECA57654-6DFE-4ED4-9B80-E593BB4B884A}"/>
          </ac:spMkLst>
        </pc:spChg>
        <pc:spChg chg="mod">
          <ac:chgData name="seungchul you" userId="e71affdd49f1a5fa" providerId="LiveId" clId="{BEAE5118-0C5F-44B9-AB46-D73CD8BA36B5}" dt="2021-02-01T13:27:45.939" v="23"/>
          <ac:spMkLst>
            <pc:docMk/>
            <pc:sldMk cId="3894148367" sldId="268"/>
            <ac:spMk id="78" creationId="{97E5209A-BE94-4511-ADBE-6E144A42FDB2}"/>
          </ac:spMkLst>
        </pc:spChg>
        <pc:spChg chg="mod">
          <ac:chgData name="seungchul you" userId="e71affdd49f1a5fa" providerId="LiveId" clId="{BEAE5118-0C5F-44B9-AB46-D73CD8BA36B5}" dt="2021-02-01T13:27:45.939" v="23"/>
          <ac:spMkLst>
            <pc:docMk/>
            <pc:sldMk cId="3894148367" sldId="268"/>
            <ac:spMk id="79" creationId="{75EE863D-4CC3-4092-A39C-7F20614B3AA3}"/>
          </ac:spMkLst>
        </pc:spChg>
        <pc:spChg chg="mod">
          <ac:chgData name="seungchul you" userId="e71affdd49f1a5fa" providerId="LiveId" clId="{BEAE5118-0C5F-44B9-AB46-D73CD8BA36B5}" dt="2021-02-01T13:27:45.939" v="23"/>
          <ac:spMkLst>
            <pc:docMk/>
            <pc:sldMk cId="3894148367" sldId="268"/>
            <ac:spMk id="80" creationId="{36BD4E4B-ABDD-4710-88B2-BA45C821599C}"/>
          </ac:spMkLst>
        </pc:spChg>
        <pc:spChg chg="mod">
          <ac:chgData name="seungchul you" userId="e71affdd49f1a5fa" providerId="LiveId" clId="{BEAE5118-0C5F-44B9-AB46-D73CD8BA36B5}" dt="2021-02-01T13:27:45.939" v="23"/>
          <ac:spMkLst>
            <pc:docMk/>
            <pc:sldMk cId="3894148367" sldId="268"/>
            <ac:spMk id="81" creationId="{6D56DAEC-FDA4-4CB4-A43A-58C39C135083}"/>
          </ac:spMkLst>
        </pc:spChg>
        <pc:spChg chg="mod">
          <ac:chgData name="seungchul you" userId="e71affdd49f1a5fa" providerId="LiveId" clId="{BEAE5118-0C5F-44B9-AB46-D73CD8BA36B5}" dt="2021-02-01T13:27:45.939" v="23"/>
          <ac:spMkLst>
            <pc:docMk/>
            <pc:sldMk cId="3894148367" sldId="268"/>
            <ac:spMk id="82" creationId="{B173B666-B723-44CB-9879-063421E84CC5}"/>
          </ac:spMkLst>
        </pc:spChg>
        <pc:spChg chg="mod">
          <ac:chgData name="seungchul you" userId="e71affdd49f1a5fa" providerId="LiveId" clId="{BEAE5118-0C5F-44B9-AB46-D73CD8BA36B5}" dt="2021-02-01T13:28:47.930" v="32"/>
          <ac:spMkLst>
            <pc:docMk/>
            <pc:sldMk cId="3894148367" sldId="268"/>
            <ac:spMk id="85" creationId="{05B50246-8F46-43FE-9FB1-5FEA777987CB}"/>
          </ac:spMkLst>
        </pc:spChg>
        <pc:spChg chg="mod">
          <ac:chgData name="seungchul you" userId="e71affdd49f1a5fa" providerId="LiveId" clId="{BEAE5118-0C5F-44B9-AB46-D73CD8BA36B5}" dt="2021-02-01T13:38:55.338" v="302" actId="20577"/>
          <ac:spMkLst>
            <pc:docMk/>
            <pc:sldMk cId="3894148367" sldId="268"/>
            <ac:spMk id="86" creationId="{2FB208A2-5040-435C-9D5C-77A79580CD48}"/>
          </ac:spMkLst>
        </pc:spChg>
        <pc:spChg chg="mod">
          <ac:chgData name="seungchul you" userId="e71affdd49f1a5fa" providerId="LiveId" clId="{BEAE5118-0C5F-44B9-AB46-D73CD8BA36B5}" dt="2021-02-01T13:53:14.490" v="415" actId="20577"/>
          <ac:spMkLst>
            <pc:docMk/>
            <pc:sldMk cId="3894148367" sldId="268"/>
            <ac:spMk id="88" creationId="{B9AF96FD-7095-4EA1-8FE3-8952A9F2407D}"/>
          </ac:spMkLst>
        </pc:spChg>
        <pc:spChg chg="mod">
          <ac:chgData name="seungchul you" userId="e71affdd49f1a5fa" providerId="LiveId" clId="{BEAE5118-0C5F-44B9-AB46-D73CD8BA36B5}" dt="2021-02-01T13:27:59.133" v="26"/>
          <ac:spMkLst>
            <pc:docMk/>
            <pc:sldMk cId="3894148367" sldId="268"/>
            <ac:spMk id="89" creationId="{DF1D4483-B4D2-48EA-9C58-839FB39A279F}"/>
          </ac:spMkLst>
        </pc:spChg>
        <pc:spChg chg="mod">
          <ac:chgData name="seungchul you" userId="e71affdd49f1a5fa" providerId="LiveId" clId="{BEAE5118-0C5F-44B9-AB46-D73CD8BA36B5}" dt="2021-02-01T15:00:27.918" v="1259" actId="313"/>
          <ac:spMkLst>
            <pc:docMk/>
            <pc:sldMk cId="3894148367" sldId="268"/>
            <ac:spMk id="93" creationId="{F4C162F3-CD18-4A27-9B6C-E5C8B9DE3435}"/>
          </ac:spMkLst>
        </pc:spChg>
        <pc:spChg chg="mod">
          <ac:chgData name="seungchul you" userId="e71affdd49f1a5fa" providerId="LiveId" clId="{BEAE5118-0C5F-44B9-AB46-D73CD8BA36B5}" dt="2021-02-01T13:27:59.133" v="26"/>
          <ac:spMkLst>
            <pc:docMk/>
            <pc:sldMk cId="3894148367" sldId="268"/>
            <ac:spMk id="94" creationId="{BDAE0E63-1D79-45CC-876C-21D594162BF0}"/>
          </ac:spMkLst>
        </pc:spChg>
        <pc:spChg chg="mod">
          <ac:chgData name="seungchul you" userId="e71affdd49f1a5fa" providerId="LiveId" clId="{BEAE5118-0C5F-44B9-AB46-D73CD8BA36B5}" dt="2021-02-01T13:29:00.140" v="34"/>
          <ac:spMkLst>
            <pc:docMk/>
            <pc:sldMk cId="3894148367" sldId="268"/>
            <ac:spMk id="95" creationId="{C3FFDAE9-4323-4C76-9D0F-BE6CAEAB8AB5}"/>
          </ac:spMkLst>
        </pc:spChg>
        <pc:spChg chg="mod">
          <ac:chgData name="seungchul you" userId="e71affdd49f1a5fa" providerId="LiveId" clId="{BEAE5118-0C5F-44B9-AB46-D73CD8BA36B5}" dt="2021-02-01T14:52:04.975" v="1131" actId="20577"/>
          <ac:spMkLst>
            <pc:docMk/>
            <pc:sldMk cId="3894148367" sldId="268"/>
            <ac:spMk id="96" creationId="{9486AA31-488D-48FD-9DA0-2E250C7EC552}"/>
          </ac:spMkLst>
        </pc:spChg>
        <pc:spChg chg="mod">
          <ac:chgData name="seungchul you" userId="e71affdd49f1a5fa" providerId="LiveId" clId="{BEAE5118-0C5F-44B9-AB46-D73CD8BA36B5}" dt="2021-02-01T14:49:05.597" v="1035" actId="20577"/>
          <ac:spMkLst>
            <pc:docMk/>
            <pc:sldMk cId="3894148367" sldId="268"/>
            <ac:spMk id="100" creationId="{412F53A5-E27C-4754-80D5-0162C06C89D6}"/>
          </ac:spMkLst>
        </pc:spChg>
        <pc:spChg chg="mod">
          <ac:chgData name="seungchul you" userId="e71affdd49f1a5fa" providerId="LiveId" clId="{BEAE5118-0C5F-44B9-AB46-D73CD8BA36B5}" dt="2021-02-01T13:27:59.133" v="26"/>
          <ac:spMkLst>
            <pc:docMk/>
            <pc:sldMk cId="3894148367" sldId="268"/>
            <ac:spMk id="105" creationId="{7257E63F-74EE-4808-AE09-6ADC95118B7E}"/>
          </ac:spMkLst>
        </pc:spChg>
        <pc:spChg chg="mod">
          <ac:chgData name="seungchul you" userId="e71affdd49f1a5fa" providerId="LiveId" clId="{BEAE5118-0C5F-44B9-AB46-D73CD8BA36B5}" dt="2021-02-01T13:27:59.133" v="26"/>
          <ac:spMkLst>
            <pc:docMk/>
            <pc:sldMk cId="3894148367" sldId="268"/>
            <ac:spMk id="106" creationId="{3D87A129-D4DD-4D9F-B441-A63EA86B086F}"/>
          </ac:spMkLst>
        </pc:spChg>
        <pc:spChg chg="mod">
          <ac:chgData name="seungchul you" userId="e71affdd49f1a5fa" providerId="LiveId" clId="{BEAE5118-0C5F-44B9-AB46-D73CD8BA36B5}" dt="2021-02-01T15:00:08.498" v="1255" actId="313"/>
          <ac:spMkLst>
            <pc:docMk/>
            <pc:sldMk cId="3894148367" sldId="268"/>
            <ac:spMk id="107" creationId="{F7335B0A-DFBD-4C6E-B7E9-B3BFCF2C694D}"/>
          </ac:spMkLst>
        </pc:spChg>
        <pc:spChg chg="mod">
          <ac:chgData name="seungchul you" userId="e71affdd49f1a5fa" providerId="LiveId" clId="{BEAE5118-0C5F-44B9-AB46-D73CD8BA36B5}" dt="2021-02-01T14:07:11.655" v="843" actId="20577"/>
          <ac:spMkLst>
            <pc:docMk/>
            <pc:sldMk cId="3894148367" sldId="268"/>
            <ac:spMk id="108" creationId="{2208B16F-A57D-477B-B768-FE216F691CBA}"/>
          </ac:spMkLst>
        </pc:spChg>
        <pc:spChg chg="mod">
          <ac:chgData name="seungchul you" userId="e71affdd49f1a5fa" providerId="LiveId" clId="{BEAE5118-0C5F-44B9-AB46-D73CD8BA36B5}" dt="2021-02-01T13:31:16.353" v="48"/>
          <ac:spMkLst>
            <pc:docMk/>
            <pc:sldMk cId="3894148367" sldId="268"/>
            <ac:spMk id="109" creationId="{5A782F20-1206-4D59-882D-A453E290214D}"/>
          </ac:spMkLst>
        </pc:spChg>
        <pc:spChg chg="mod">
          <ac:chgData name="seungchul you" userId="e71affdd49f1a5fa" providerId="LiveId" clId="{BEAE5118-0C5F-44B9-AB46-D73CD8BA36B5}" dt="2021-02-01T13:32:08.593" v="86" actId="20577"/>
          <ac:spMkLst>
            <pc:docMk/>
            <pc:sldMk cId="3894148367" sldId="268"/>
            <ac:spMk id="110" creationId="{ACCA02C7-54D5-480F-B920-77B2A2C11171}"/>
          </ac:spMkLst>
        </pc:spChg>
        <pc:spChg chg="mod">
          <ac:chgData name="seungchul you" userId="e71affdd49f1a5fa" providerId="LiveId" clId="{BEAE5118-0C5F-44B9-AB46-D73CD8BA36B5}" dt="2021-02-01T15:03:13.582" v="1354" actId="20577"/>
          <ac:spMkLst>
            <pc:docMk/>
            <pc:sldMk cId="3894148367" sldId="268"/>
            <ac:spMk id="111" creationId="{8E87B08F-2845-48F9-BC2C-67EC43E32A5C}"/>
          </ac:spMkLst>
        </pc:spChg>
        <pc:spChg chg="mod">
          <ac:chgData name="seungchul you" userId="e71affdd49f1a5fa" providerId="LiveId" clId="{BEAE5118-0C5F-44B9-AB46-D73CD8BA36B5}" dt="2021-02-01T14:00:51.511" v="633" actId="20577"/>
          <ac:spMkLst>
            <pc:docMk/>
            <pc:sldMk cId="3894148367" sldId="268"/>
            <ac:spMk id="112" creationId="{54500A70-C67A-4F3F-A8AC-612BFC81A1DF}"/>
          </ac:spMkLst>
        </pc:spChg>
        <pc:spChg chg="mod">
          <ac:chgData name="seungchul you" userId="e71affdd49f1a5fa" providerId="LiveId" clId="{BEAE5118-0C5F-44B9-AB46-D73CD8BA36B5}" dt="2021-02-01T13:28:56.192" v="33"/>
          <ac:spMkLst>
            <pc:docMk/>
            <pc:sldMk cId="3894148367" sldId="268"/>
            <ac:spMk id="113" creationId="{D356733D-8EE0-4AC6-B027-2DA2ED0CA294}"/>
          </ac:spMkLst>
        </pc:spChg>
        <pc:spChg chg="mod">
          <ac:chgData name="seungchul you" userId="e71affdd49f1a5fa" providerId="LiveId" clId="{BEAE5118-0C5F-44B9-AB46-D73CD8BA36B5}" dt="2021-02-01T14:49:57.456" v="1078" actId="20577"/>
          <ac:spMkLst>
            <pc:docMk/>
            <pc:sldMk cId="3894148367" sldId="268"/>
            <ac:spMk id="114" creationId="{9D73037A-339E-407D-9048-EC577AFA503F}"/>
          </ac:spMkLst>
        </pc:spChg>
        <pc:spChg chg="mod">
          <ac:chgData name="seungchul you" userId="e71affdd49f1a5fa" providerId="LiveId" clId="{BEAE5118-0C5F-44B9-AB46-D73CD8BA36B5}" dt="2021-02-01T13:28:31.473" v="27"/>
          <ac:spMkLst>
            <pc:docMk/>
            <pc:sldMk cId="3894148367" sldId="268"/>
            <ac:spMk id="118" creationId="{2FA5706B-D573-4C04-AC3E-292D3EA511F0}"/>
          </ac:spMkLst>
        </pc:spChg>
        <pc:spChg chg="mod">
          <ac:chgData name="seungchul you" userId="e71affdd49f1a5fa" providerId="LiveId" clId="{BEAE5118-0C5F-44B9-AB46-D73CD8BA36B5}" dt="2021-02-01T13:28:31.473" v="27"/>
          <ac:spMkLst>
            <pc:docMk/>
            <pc:sldMk cId="3894148367" sldId="268"/>
            <ac:spMk id="126" creationId="{FD04A3F5-4DD3-4971-908D-AAE638BDEE37}"/>
          </ac:spMkLst>
        </pc:spChg>
        <pc:spChg chg="mod">
          <ac:chgData name="seungchul you" userId="e71affdd49f1a5fa" providerId="LiveId" clId="{BEAE5118-0C5F-44B9-AB46-D73CD8BA36B5}" dt="2021-02-01T13:28:31.473" v="27"/>
          <ac:spMkLst>
            <pc:docMk/>
            <pc:sldMk cId="3894148367" sldId="268"/>
            <ac:spMk id="130" creationId="{CBFE7F3C-11A0-47FD-85A4-9153156B1B6A}"/>
          </ac:spMkLst>
        </pc:spChg>
        <pc:spChg chg="mod">
          <ac:chgData name="seungchul you" userId="e71affdd49f1a5fa" providerId="LiveId" clId="{BEAE5118-0C5F-44B9-AB46-D73CD8BA36B5}" dt="2021-02-01T13:28:31.473" v="27"/>
          <ac:spMkLst>
            <pc:docMk/>
            <pc:sldMk cId="3894148367" sldId="268"/>
            <ac:spMk id="131" creationId="{D6A603E9-7957-44BE-A140-A45CBF8C2AD8}"/>
          </ac:spMkLst>
        </pc:spChg>
        <pc:spChg chg="mod">
          <ac:chgData name="seungchul you" userId="e71affdd49f1a5fa" providerId="LiveId" clId="{BEAE5118-0C5F-44B9-AB46-D73CD8BA36B5}" dt="2021-02-01T13:28:31.473" v="27"/>
          <ac:spMkLst>
            <pc:docMk/>
            <pc:sldMk cId="3894148367" sldId="268"/>
            <ac:spMk id="132" creationId="{7A91ACEF-A7E2-4318-BBA6-A46A2A79DFC1}"/>
          </ac:spMkLst>
        </pc:spChg>
        <pc:spChg chg="mod">
          <ac:chgData name="seungchul you" userId="e71affdd49f1a5fa" providerId="LiveId" clId="{BEAE5118-0C5F-44B9-AB46-D73CD8BA36B5}" dt="2021-02-01T13:28:31.473" v="27"/>
          <ac:spMkLst>
            <pc:docMk/>
            <pc:sldMk cId="3894148367" sldId="268"/>
            <ac:spMk id="133" creationId="{DA38F6F1-2A71-4677-B11D-03A0922126C9}"/>
          </ac:spMkLst>
        </pc:spChg>
        <pc:spChg chg="mod">
          <ac:chgData name="seungchul you" userId="e71affdd49f1a5fa" providerId="LiveId" clId="{BEAE5118-0C5F-44B9-AB46-D73CD8BA36B5}" dt="2021-02-01T13:28:31.473" v="27"/>
          <ac:spMkLst>
            <pc:docMk/>
            <pc:sldMk cId="3894148367" sldId="268"/>
            <ac:spMk id="134" creationId="{329D04B4-B775-49AE-9BE5-76699E09988B}"/>
          </ac:spMkLst>
        </pc:spChg>
        <pc:spChg chg="mod">
          <ac:chgData name="seungchul you" userId="e71affdd49f1a5fa" providerId="LiveId" clId="{BEAE5118-0C5F-44B9-AB46-D73CD8BA36B5}" dt="2021-02-01T13:28:31.473" v="27"/>
          <ac:spMkLst>
            <pc:docMk/>
            <pc:sldMk cId="3894148367" sldId="268"/>
            <ac:spMk id="135" creationId="{FC344B58-C55F-42AE-9A1D-56BB9A437F96}"/>
          </ac:spMkLst>
        </pc:spChg>
        <pc:spChg chg="mod">
          <ac:chgData name="seungchul you" userId="e71affdd49f1a5fa" providerId="LiveId" clId="{BEAE5118-0C5F-44B9-AB46-D73CD8BA36B5}" dt="2021-02-01T13:28:31.473" v="27"/>
          <ac:spMkLst>
            <pc:docMk/>
            <pc:sldMk cId="3894148367" sldId="268"/>
            <ac:spMk id="136" creationId="{F0149125-2079-4038-B0DE-9CDFCF5ED8B8}"/>
          </ac:spMkLst>
        </pc:spChg>
        <pc:spChg chg="mod">
          <ac:chgData name="seungchul you" userId="e71affdd49f1a5fa" providerId="LiveId" clId="{BEAE5118-0C5F-44B9-AB46-D73CD8BA36B5}" dt="2021-02-01T13:28:31.473" v="27"/>
          <ac:spMkLst>
            <pc:docMk/>
            <pc:sldMk cId="3894148367" sldId="268"/>
            <ac:spMk id="137" creationId="{D3AB90AD-D66F-47CF-BDD4-3BD9907531C4}"/>
          </ac:spMkLst>
        </pc:spChg>
        <pc:spChg chg="mod">
          <ac:chgData name="seungchul you" userId="e71affdd49f1a5fa" providerId="LiveId" clId="{BEAE5118-0C5F-44B9-AB46-D73CD8BA36B5}" dt="2021-02-01T13:28:31.473" v="27"/>
          <ac:spMkLst>
            <pc:docMk/>
            <pc:sldMk cId="3894148367" sldId="268"/>
            <ac:spMk id="138" creationId="{04605284-AD2B-4EAB-A0B5-C77D70E4AD62}"/>
          </ac:spMkLst>
        </pc:spChg>
        <pc:spChg chg="mod">
          <ac:chgData name="seungchul you" userId="e71affdd49f1a5fa" providerId="LiveId" clId="{BEAE5118-0C5F-44B9-AB46-D73CD8BA36B5}" dt="2021-02-01T13:28:31.473" v="27"/>
          <ac:spMkLst>
            <pc:docMk/>
            <pc:sldMk cId="3894148367" sldId="268"/>
            <ac:spMk id="139" creationId="{4EB92892-1902-4C0A-AD99-F6A0417AD3EF}"/>
          </ac:spMkLst>
        </pc:spChg>
        <pc:spChg chg="mod">
          <ac:chgData name="seungchul you" userId="e71affdd49f1a5fa" providerId="LiveId" clId="{BEAE5118-0C5F-44B9-AB46-D73CD8BA36B5}" dt="2021-02-01T13:28:31.473" v="27"/>
          <ac:spMkLst>
            <pc:docMk/>
            <pc:sldMk cId="3894148367" sldId="268"/>
            <ac:spMk id="141" creationId="{8172E1C4-65FC-4B53-B306-E6D93E1017D1}"/>
          </ac:spMkLst>
        </pc:spChg>
        <pc:spChg chg="mod">
          <ac:chgData name="seungchul you" userId="e71affdd49f1a5fa" providerId="LiveId" clId="{BEAE5118-0C5F-44B9-AB46-D73CD8BA36B5}" dt="2021-02-01T13:28:31.473" v="27"/>
          <ac:spMkLst>
            <pc:docMk/>
            <pc:sldMk cId="3894148367" sldId="268"/>
            <ac:spMk id="142" creationId="{0797FCC0-D497-4C52-A0F5-39C9810B774D}"/>
          </ac:spMkLst>
        </pc:spChg>
        <pc:spChg chg="mod">
          <ac:chgData name="seungchul you" userId="e71affdd49f1a5fa" providerId="LiveId" clId="{BEAE5118-0C5F-44B9-AB46-D73CD8BA36B5}" dt="2021-02-01T13:28:31.473" v="27"/>
          <ac:spMkLst>
            <pc:docMk/>
            <pc:sldMk cId="3894148367" sldId="268"/>
            <ac:spMk id="144" creationId="{59D1024E-1E19-4EBF-B8E9-F9CDF1B4E09B}"/>
          </ac:spMkLst>
        </pc:spChg>
        <pc:spChg chg="mod">
          <ac:chgData name="seungchul you" userId="e71affdd49f1a5fa" providerId="LiveId" clId="{BEAE5118-0C5F-44B9-AB46-D73CD8BA36B5}" dt="2021-02-01T13:28:31.473" v="27"/>
          <ac:spMkLst>
            <pc:docMk/>
            <pc:sldMk cId="3894148367" sldId="268"/>
            <ac:spMk id="145" creationId="{44B3C5BA-FE7C-4A92-90F0-AD9C2E9F1A09}"/>
          </ac:spMkLst>
        </pc:spChg>
        <pc:spChg chg="mod">
          <ac:chgData name="seungchul you" userId="e71affdd49f1a5fa" providerId="LiveId" clId="{BEAE5118-0C5F-44B9-AB46-D73CD8BA36B5}" dt="2021-02-01T13:28:31.473" v="27"/>
          <ac:spMkLst>
            <pc:docMk/>
            <pc:sldMk cId="3894148367" sldId="268"/>
            <ac:spMk id="146" creationId="{3F225958-EC11-49DD-BF98-C2A56AB03313}"/>
          </ac:spMkLst>
        </pc:spChg>
        <pc:spChg chg="mod">
          <ac:chgData name="seungchul you" userId="e71affdd49f1a5fa" providerId="LiveId" clId="{BEAE5118-0C5F-44B9-AB46-D73CD8BA36B5}" dt="2021-02-01T13:28:31.473" v="27"/>
          <ac:spMkLst>
            <pc:docMk/>
            <pc:sldMk cId="3894148367" sldId="268"/>
            <ac:spMk id="147" creationId="{C77A6E3B-7627-4204-B077-454F58FB6EB8}"/>
          </ac:spMkLst>
        </pc:spChg>
        <pc:spChg chg="mod">
          <ac:chgData name="seungchul you" userId="e71affdd49f1a5fa" providerId="LiveId" clId="{BEAE5118-0C5F-44B9-AB46-D73CD8BA36B5}" dt="2021-02-01T13:28:31.473" v="27"/>
          <ac:spMkLst>
            <pc:docMk/>
            <pc:sldMk cId="3894148367" sldId="268"/>
            <ac:spMk id="149" creationId="{0BAA1A04-1CCD-4760-A2C2-533BEDE27155}"/>
          </ac:spMkLst>
        </pc:spChg>
        <pc:spChg chg="mod">
          <ac:chgData name="seungchul you" userId="e71affdd49f1a5fa" providerId="LiveId" clId="{BEAE5118-0C5F-44B9-AB46-D73CD8BA36B5}" dt="2021-02-01T13:28:31.473" v="27"/>
          <ac:spMkLst>
            <pc:docMk/>
            <pc:sldMk cId="3894148367" sldId="268"/>
            <ac:spMk id="150" creationId="{090DD6CE-5D81-47B6-8D18-7898F3CBCE83}"/>
          </ac:spMkLst>
        </pc:spChg>
        <pc:spChg chg="mod">
          <ac:chgData name="seungchul you" userId="e71affdd49f1a5fa" providerId="LiveId" clId="{BEAE5118-0C5F-44B9-AB46-D73CD8BA36B5}" dt="2021-02-01T13:28:31.473" v="27"/>
          <ac:spMkLst>
            <pc:docMk/>
            <pc:sldMk cId="3894148367" sldId="268"/>
            <ac:spMk id="151" creationId="{E82E7DF6-2836-4574-A98C-28B087246B97}"/>
          </ac:spMkLst>
        </pc:spChg>
        <pc:spChg chg="mod">
          <ac:chgData name="seungchul you" userId="e71affdd49f1a5fa" providerId="LiveId" clId="{BEAE5118-0C5F-44B9-AB46-D73CD8BA36B5}" dt="2021-02-01T13:28:31.473" v="27"/>
          <ac:spMkLst>
            <pc:docMk/>
            <pc:sldMk cId="3894148367" sldId="268"/>
            <ac:spMk id="152" creationId="{DBBF1D61-4E4D-40F1-9622-99B7BC1E92EC}"/>
          </ac:spMkLst>
        </pc:spChg>
        <pc:spChg chg="mod">
          <ac:chgData name="seungchul you" userId="e71affdd49f1a5fa" providerId="LiveId" clId="{BEAE5118-0C5F-44B9-AB46-D73CD8BA36B5}" dt="2021-02-01T13:28:31.473" v="27"/>
          <ac:spMkLst>
            <pc:docMk/>
            <pc:sldMk cId="3894148367" sldId="268"/>
            <ac:spMk id="153" creationId="{593428D2-A423-46DA-A0F9-FD2ACAB840FA}"/>
          </ac:spMkLst>
        </pc:spChg>
        <pc:spChg chg="mod">
          <ac:chgData name="seungchul you" userId="e71affdd49f1a5fa" providerId="LiveId" clId="{BEAE5118-0C5F-44B9-AB46-D73CD8BA36B5}" dt="2021-02-01T13:28:31.473" v="27"/>
          <ac:spMkLst>
            <pc:docMk/>
            <pc:sldMk cId="3894148367" sldId="268"/>
            <ac:spMk id="154" creationId="{F483550D-D0AC-4E9F-B30E-AFB0DA043930}"/>
          </ac:spMkLst>
        </pc:spChg>
        <pc:spChg chg="mod">
          <ac:chgData name="seungchul you" userId="e71affdd49f1a5fa" providerId="LiveId" clId="{BEAE5118-0C5F-44B9-AB46-D73CD8BA36B5}" dt="2021-02-01T13:28:34.769" v="29"/>
          <ac:spMkLst>
            <pc:docMk/>
            <pc:sldMk cId="3894148367" sldId="268"/>
            <ac:spMk id="158" creationId="{6F0FFB37-B87A-4436-BC43-81744DABBD0C}"/>
          </ac:spMkLst>
        </pc:spChg>
        <pc:spChg chg="mod">
          <ac:chgData name="seungchul you" userId="e71affdd49f1a5fa" providerId="LiveId" clId="{BEAE5118-0C5F-44B9-AB46-D73CD8BA36B5}" dt="2021-02-01T13:28:34.769" v="29"/>
          <ac:spMkLst>
            <pc:docMk/>
            <pc:sldMk cId="3894148367" sldId="268"/>
            <ac:spMk id="166" creationId="{C70C26DB-856B-4DEC-A393-F1602143F97A}"/>
          </ac:spMkLst>
        </pc:spChg>
        <pc:spChg chg="mod">
          <ac:chgData name="seungchul you" userId="e71affdd49f1a5fa" providerId="LiveId" clId="{BEAE5118-0C5F-44B9-AB46-D73CD8BA36B5}" dt="2021-02-01T13:28:34.769" v="29"/>
          <ac:spMkLst>
            <pc:docMk/>
            <pc:sldMk cId="3894148367" sldId="268"/>
            <ac:spMk id="170" creationId="{10296F70-196F-42D6-B11A-82416182ECEE}"/>
          </ac:spMkLst>
        </pc:spChg>
        <pc:spChg chg="mod">
          <ac:chgData name="seungchul you" userId="e71affdd49f1a5fa" providerId="LiveId" clId="{BEAE5118-0C5F-44B9-AB46-D73CD8BA36B5}" dt="2021-02-01T13:28:34.769" v="29"/>
          <ac:spMkLst>
            <pc:docMk/>
            <pc:sldMk cId="3894148367" sldId="268"/>
            <ac:spMk id="171" creationId="{0B523F9C-2674-43F3-BDA1-F0FCA4931D92}"/>
          </ac:spMkLst>
        </pc:spChg>
        <pc:spChg chg="mod">
          <ac:chgData name="seungchul you" userId="e71affdd49f1a5fa" providerId="LiveId" clId="{BEAE5118-0C5F-44B9-AB46-D73CD8BA36B5}" dt="2021-02-01T13:28:34.769" v="29"/>
          <ac:spMkLst>
            <pc:docMk/>
            <pc:sldMk cId="3894148367" sldId="268"/>
            <ac:spMk id="172" creationId="{09B8DE2D-9C70-47D2-851F-3F4CB8637801}"/>
          </ac:spMkLst>
        </pc:spChg>
        <pc:spChg chg="mod">
          <ac:chgData name="seungchul you" userId="e71affdd49f1a5fa" providerId="LiveId" clId="{BEAE5118-0C5F-44B9-AB46-D73CD8BA36B5}" dt="2021-02-01T13:28:34.769" v="29"/>
          <ac:spMkLst>
            <pc:docMk/>
            <pc:sldMk cId="3894148367" sldId="268"/>
            <ac:spMk id="173" creationId="{F06671BB-2F55-4E98-9A51-E7F29D4BAB96}"/>
          </ac:spMkLst>
        </pc:spChg>
        <pc:spChg chg="mod">
          <ac:chgData name="seungchul you" userId="e71affdd49f1a5fa" providerId="LiveId" clId="{BEAE5118-0C5F-44B9-AB46-D73CD8BA36B5}" dt="2021-02-01T13:28:34.769" v="29"/>
          <ac:spMkLst>
            <pc:docMk/>
            <pc:sldMk cId="3894148367" sldId="268"/>
            <ac:spMk id="174" creationId="{14A79843-26AD-4686-AA58-ED5E53691A14}"/>
          </ac:spMkLst>
        </pc:spChg>
        <pc:spChg chg="mod">
          <ac:chgData name="seungchul you" userId="e71affdd49f1a5fa" providerId="LiveId" clId="{BEAE5118-0C5F-44B9-AB46-D73CD8BA36B5}" dt="2021-02-01T13:28:34.769" v="29"/>
          <ac:spMkLst>
            <pc:docMk/>
            <pc:sldMk cId="3894148367" sldId="268"/>
            <ac:spMk id="175" creationId="{6FB8E34C-98E8-4F46-B423-4605C545EC6D}"/>
          </ac:spMkLst>
        </pc:spChg>
        <pc:spChg chg="mod">
          <ac:chgData name="seungchul you" userId="e71affdd49f1a5fa" providerId="LiveId" clId="{BEAE5118-0C5F-44B9-AB46-D73CD8BA36B5}" dt="2021-02-01T13:28:34.769" v="29"/>
          <ac:spMkLst>
            <pc:docMk/>
            <pc:sldMk cId="3894148367" sldId="268"/>
            <ac:spMk id="176" creationId="{2831F03C-619E-4DAD-A623-19643C33E549}"/>
          </ac:spMkLst>
        </pc:spChg>
        <pc:spChg chg="mod">
          <ac:chgData name="seungchul you" userId="e71affdd49f1a5fa" providerId="LiveId" clId="{BEAE5118-0C5F-44B9-AB46-D73CD8BA36B5}" dt="2021-02-01T13:28:34.769" v="29"/>
          <ac:spMkLst>
            <pc:docMk/>
            <pc:sldMk cId="3894148367" sldId="268"/>
            <ac:spMk id="177" creationId="{6D4BA76A-7CFA-48F4-BB36-DEB96CD9D9DF}"/>
          </ac:spMkLst>
        </pc:spChg>
        <pc:spChg chg="mod">
          <ac:chgData name="seungchul you" userId="e71affdd49f1a5fa" providerId="LiveId" clId="{BEAE5118-0C5F-44B9-AB46-D73CD8BA36B5}" dt="2021-02-01T13:28:34.769" v="29"/>
          <ac:spMkLst>
            <pc:docMk/>
            <pc:sldMk cId="3894148367" sldId="268"/>
            <ac:spMk id="178" creationId="{F715BFD6-C33C-405A-9925-E8F19EAF677F}"/>
          </ac:spMkLst>
        </pc:spChg>
        <pc:spChg chg="mod">
          <ac:chgData name="seungchul you" userId="e71affdd49f1a5fa" providerId="LiveId" clId="{BEAE5118-0C5F-44B9-AB46-D73CD8BA36B5}" dt="2021-02-01T13:28:34.769" v="29"/>
          <ac:spMkLst>
            <pc:docMk/>
            <pc:sldMk cId="3894148367" sldId="268"/>
            <ac:spMk id="179" creationId="{02B4F4F1-BDE5-4019-97A5-D621A7C8185E}"/>
          </ac:spMkLst>
        </pc:spChg>
        <pc:spChg chg="mod">
          <ac:chgData name="seungchul you" userId="e71affdd49f1a5fa" providerId="LiveId" clId="{BEAE5118-0C5F-44B9-AB46-D73CD8BA36B5}" dt="2021-02-01T13:28:34.769" v="29"/>
          <ac:spMkLst>
            <pc:docMk/>
            <pc:sldMk cId="3894148367" sldId="268"/>
            <ac:spMk id="181" creationId="{B6C101F8-9714-41B6-BB47-67B9E7084961}"/>
          </ac:spMkLst>
        </pc:spChg>
        <pc:spChg chg="mod">
          <ac:chgData name="seungchul you" userId="e71affdd49f1a5fa" providerId="LiveId" clId="{BEAE5118-0C5F-44B9-AB46-D73CD8BA36B5}" dt="2021-02-01T13:28:34.769" v="29"/>
          <ac:spMkLst>
            <pc:docMk/>
            <pc:sldMk cId="3894148367" sldId="268"/>
            <ac:spMk id="182" creationId="{CFA90176-040B-4FB3-B4E0-88321F85C20F}"/>
          </ac:spMkLst>
        </pc:spChg>
        <pc:spChg chg="mod">
          <ac:chgData name="seungchul you" userId="e71affdd49f1a5fa" providerId="LiveId" clId="{BEAE5118-0C5F-44B9-AB46-D73CD8BA36B5}" dt="2021-02-01T13:28:34.769" v="29"/>
          <ac:spMkLst>
            <pc:docMk/>
            <pc:sldMk cId="3894148367" sldId="268"/>
            <ac:spMk id="184" creationId="{61B0B0E3-D73F-4618-8569-CEFC77DC85A0}"/>
          </ac:spMkLst>
        </pc:spChg>
        <pc:spChg chg="mod">
          <ac:chgData name="seungchul you" userId="e71affdd49f1a5fa" providerId="LiveId" clId="{BEAE5118-0C5F-44B9-AB46-D73CD8BA36B5}" dt="2021-02-01T13:28:34.769" v="29"/>
          <ac:spMkLst>
            <pc:docMk/>
            <pc:sldMk cId="3894148367" sldId="268"/>
            <ac:spMk id="185" creationId="{D6562C43-D1D7-4A4C-81BC-25473F5B30D0}"/>
          </ac:spMkLst>
        </pc:spChg>
        <pc:spChg chg="mod">
          <ac:chgData name="seungchul you" userId="e71affdd49f1a5fa" providerId="LiveId" clId="{BEAE5118-0C5F-44B9-AB46-D73CD8BA36B5}" dt="2021-02-01T13:28:34.769" v="29"/>
          <ac:spMkLst>
            <pc:docMk/>
            <pc:sldMk cId="3894148367" sldId="268"/>
            <ac:spMk id="186" creationId="{85355390-5C82-45B9-A535-F4831BA85129}"/>
          </ac:spMkLst>
        </pc:spChg>
        <pc:spChg chg="mod">
          <ac:chgData name="seungchul you" userId="e71affdd49f1a5fa" providerId="LiveId" clId="{BEAE5118-0C5F-44B9-AB46-D73CD8BA36B5}" dt="2021-02-01T13:28:34.769" v="29"/>
          <ac:spMkLst>
            <pc:docMk/>
            <pc:sldMk cId="3894148367" sldId="268"/>
            <ac:spMk id="187" creationId="{DE770E42-337D-4A87-986F-C2A91A2B7AE9}"/>
          </ac:spMkLst>
        </pc:spChg>
        <pc:spChg chg="mod">
          <ac:chgData name="seungchul you" userId="e71affdd49f1a5fa" providerId="LiveId" clId="{BEAE5118-0C5F-44B9-AB46-D73CD8BA36B5}" dt="2021-02-01T13:28:34.769" v="29"/>
          <ac:spMkLst>
            <pc:docMk/>
            <pc:sldMk cId="3894148367" sldId="268"/>
            <ac:spMk id="189" creationId="{AA031F08-D8A3-4AC5-A45C-B317DA2893AD}"/>
          </ac:spMkLst>
        </pc:spChg>
        <pc:spChg chg="mod">
          <ac:chgData name="seungchul you" userId="e71affdd49f1a5fa" providerId="LiveId" clId="{BEAE5118-0C5F-44B9-AB46-D73CD8BA36B5}" dt="2021-02-01T13:28:34.769" v="29"/>
          <ac:spMkLst>
            <pc:docMk/>
            <pc:sldMk cId="3894148367" sldId="268"/>
            <ac:spMk id="190" creationId="{17B9A678-7312-436A-8362-428EB6A3305E}"/>
          </ac:spMkLst>
        </pc:spChg>
        <pc:spChg chg="mod">
          <ac:chgData name="seungchul you" userId="e71affdd49f1a5fa" providerId="LiveId" clId="{BEAE5118-0C5F-44B9-AB46-D73CD8BA36B5}" dt="2021-02-01T13:28:34.769" v="29"/>
          <ac:spMkLst>
            <pc:docMk/>
            <pc:sldMk cId="3894148367" sldId="268"/>
            <ac:spMk id="191" creationId="{12292178-62B9-4676-9AA1-05A20E17CEFE}"/>
          </ac:spMkLst>
        </pc:spChg>
        <pc:spChg chg="mod">
          <ac:chgData name="seungchul you" userId="e71affdd49f1a5fa" providerId="LiveId" clId="{BEAE5118-0C5F-44B9-AB46-D73CD8BA36B5}" dt="2021-02-01T13:28:34.769" v="29"/>
          <ac:spMkLst>
            <pc:docMk/>
            <pc:sldMk cId="3894148367" sldId="268"/>
            <ac:spMk id="192" creationId="{A6C6C7EC-F62B-4916-A01C-1A4300E2E603}"/>
          </ac:spMkLst>
        </pc:spChg>
        <pc:spChg chg="mod">
          <ac:chgData name="seungchul you" userId="e71affdd49f1a5fa" providerId="LiveId" clId="{BEAE5118-0C5F-44B9-AB46-D73CD8BA36B5}" dt="2021-02-01T13:28:34.769" v="29"/>
          <ac:spMkLst>
            <pc:docMk/>
            <pc:sldMk cId="3894148367" sldId="268"/>
            <ac:spMk id="226" creationId="{98670A54-DC3C-4047-B218-93758CB1E7A4}"/>
          </ac:spMkLst>
        </pc:spChg>
        <pc:spChg chg="mod">
          <ac:chgData name="seungchul you" userId="e71affdd49f1a5fa" providerId="LiveId" clId="{BEAE5118-0C5F-44B9-AB46-D73CD8BA36B5}" dt="2021-02-01T13:28:34.769" v="29"/>
          <ac:spMkLst>
            <pc:docMk/>
            <pc:sldMk cId="3894148367" sldId="268"/>
            <ac:spMk id="227" creationId="{C0440A5D-E5CC-4794-B9E8-261E1E1F18D9}"/>
          </ac:spMkLst>
        </pc:spChg>
        <pc:grpChg chg="del">
          <ac:chgData name="seungchul you" userId="e71affdd49f1a5fa" providerId="LiveId" clId="{BEAE5118-0C5F-44B9-AB46-D73CD8BA36B5}" dt="2021-02-01T13:27:58.783" v="25" actId="478"/>
          <ac:grpSpMkLst>
            <pc:docMk/>
            <pc:sldMk cId="3894148367" sldId="268"/>
            <ac:grpSpMk id="2" creationId="{7E93C094-447B-40B5-BF25-FDB5FB794739}"/>
          </ac:grpSpMkLst>
        </pc:grpChg>
        <pc:grpChg chg="add del mod">
          <ac:chgData name="seungchul you" userId="e71affdd49f1a5fa" providerId="LiveId" clId="{BEAE5118-0C5F-44B9-AB46-D73CD8BA36B5}" dt="2021-02-01T13:27:53.371" v="24"/>
          <ac:grpSpMkLst>
            <pc:docMk/>
            <pc:sldMk cId="3894148367" sldId="268"/>
            <ac:grpSpMk id="50" creationId="{8E35E7AA-3091-4665-B2D4-6AAFD1749384}"/>
          </ac:grpSpMkLst>
        </pc:grpChg>
        <pc:grpChg chg="add del mod">
          <ac:chgData name="seungchul you" userId="e71affdd49f1a5fa" providerId="LiveId" clId="{BEAE5118-0C5F-44B9-AB46-D73CD8BA36B5}" dt="2021-02-01T13:27:53.371" v="24"/>
          <ac:grpSpMkLst>
            <pc:docMk/>
            <pc:sldMk cId="3894148367" sldId="268"/>
            <ac:grpSpMk id="56" creationId="{97B0853A-2F23-44DE-A818-B75B86C498A8}"/>
          </ac:grpSpMkLst>
        </pc:grpChg>
        <pc:grpChg chg="mod">
          <ac:chgData name="seungchul you" userId="e71affdd49f1a5fa" providerId="LiveId" clId="{BEAE5118-0C5F-44B9-AB46-D73CD8BA36B5}" dt="2021-02-01T13:27:45.939" v="23"/>
          <ac:grpSpMkLst>
            <pc:docMk/>
            <pc:sldMk cId="3894148367" sldId="268"/>
            <ac:grpSpMk id="57" creationId="{080E919F-B8AD-426E-8F3A-244246DC4D29}"/>
          </ac:grpSpMkLst>
        </pc:grpChg>
        <pc:grpChg chg="mod">
          <ac:chgData name="seungchul you" userId="e71affdd49f1a5fa" providerId="LiveId" clId="{BEAE5118-0C5F-44B9-AB46-D73CD8BA36B5}" dt="2021-02-01T13:27:45.939" v="23"/>
          <ac:grpSpMkLst>
            <pc:docMk/>
            <pc:sldMk cId="3894148367" sldId="268"/>
            <ac:grpSpMk id="59" creationId="{D7BB2C63-8DBF-4ED1-8E5C-247E65625E85}"/>
          </ac:grpSpMkLst>
        </pc:grpChg>
        <pc:grpChg chg="add del mod">
          <ac:chgData name="seungchul you" userId="e71affdd49f1a5fa" providerId="LiveId" clId="{BEAE5118-0C5F-44B9-AB46-D73CD8BA36B5}" dt="2021-02-01T13:27:53.371" v="24"/>
          <ac:grpSpMkLst>
            <pc:docMk/>
            <pc:sldMk cId="3894148367" sldId="268"/>
            <ac:grpSpMk id="66" creationId="{07F4EDB0-8464-466E-93CE-4E0AF211B717}"/>
          </ac:grpSpMkLst>
        </pc:grpChg>
        <pc:grpChg chg="mod">
          <ac:chgData name="seungchul you" userId="e71affdd49f1a5fa" providerId="LiveId" clId="{BEAE5118-0C5F-44B9-AB46-D73CD8BA36B5}" dt="2021-02-01T13:27:45.939" v="23"/>
          <ac:grpSpMkLst>
            <pc:docMk/>
            <pc:sldMk cId="3894148367" sldId="268"/>
            <ac:grpSpMk id="67" creationId="{6FE82145-1A70-4AE1-962B-0B7B3DC98B5C}"/>
          </ac:grpSpMkLst>
        </pc:grpChg>
        <pc:grpChg chg="mod">
          <ac:chgData name="seungchul you" userId="e71affdd49f1a5fa" providerId="LiveId" clId="{BEAE5118-0C5F-44B9-AB46-D73CD8BA36B5}" dt="2021-02-01T13:27:45.939" v="23"/>
          <ac:grpSpMkLst>
            <pc:docMk/>
            <pc:sldMk cId="3894148367" sldId="268"/>
            <ac:grpSpMk id="69" creationId="{7961296B-31B8-4639-A9DE-DCB323DE4F7F}"/>
          </ac:grpSpMkLst>
        </pc:grpChg>
        <pc:grpChg chg="mod">
          <ac:chgData name="seungchul you" userId="e71affdd49f1a5fa" providerId="LiveId" clId="{BEAE5118-0C5F-44B9-AB46-D73CD8BA36B5}" dt="2021-02-01T13:27:45.939" v="23"/>
          <ac:grpSpMkLst>
            <pc:docMk/>
            <pc:sldMk cId="3894148367" sldId="268"/>
            <ac:grpSpMk id="70" creationId="{C117FAF0-2720-489D-8BBF-9ABF3AAD341D}"/>
          </ac:grpSpMkLst>
        </pc:grpChg>
        <pc:grpChg chg="mod">
          <ac:chgData name="seungchul you" userId="e71affdd49f1a5fa" providerId="LiveId" clId="{BEAE5118-0C5F-44B9-AB46-D73CD8BA36B5}" dt="2021-02-01T13:27:45.939" v="23"/>
          <ac:grpSpMkLst>
            <pc:docMk/>
            <pc:sldMk cId="3894148367" sldId="268"/>
            <ac:grpSpMk id="71" creationId="{643C02E7-845D-4449-9F42-8EB24E3EE435}"/>
          </ac:grpSpMkLst>
        </pc:grpChg>
        <pc:grpChg chg="mod">
          <ac:chgData name="seungchul you" userId="e71affdd49f1a5fa" providerId="LiveId" clId="{BEAE5118-0C5F-44B9-AB46-D73CD8BA36B5}" dt="2021-02-01T13:27:45.939" v="23"/>
          <ac:grpSpMkLst>
            <pc:docMk/>
            <pc:sldMk cId="3894148367" sldId="268"/>
            <ac:grpSpMk id="72" creationId="{13E212FA-2AE8-4DE7-8F99-7085139845A0}"/>
          </ac:grpSpMkLst>
        </pc:grpChg>
        <pc:grpChg chg="add mod">
          <ac:chgData name="seungchul you" userId="e71affdd49f1a5fa" providerId="LiveId" clId="{BEAE5118-0C5F-44B9-AB46-D73CD8BA36B5}" dt="2021-02-01T13:27:59.133" v="26"/>
          <ac:grpSpMkLst>
            <pc:docMk/>
            <pc:sldMk cId="3894148367" sldId="268"/>
            <ac:grpSpMk id="84" creationId="{AE8F26BF-B761-4498-8DE7-914D8EC55508}"/>
          </ac:grpSpMkLst>
        </pc:grpChg>
        <pc:grpChg chg="add mod">
          <ac:chgData name="seungchul you" userId="e71affdd49f1a5fa" providerId="LiveId" clId="{BEAE5118-0C5F-44B9-AB46-D73CD8BA36B5}" dt="2021-02-01T13:27:59.133" v="26"/>
          <ac:grpSpMkLst>
            <pc:docMk/>
            <pc:sldMk cId="3894148367" sldId="268"/>
            <ac:grpSpMk id="90" creationId="{4F2176D1-9A44-46E8-80BC-407B5EE83B89}"/>
          </ac:grpSpMkLst>
        </pc:grpChg>
        <pc:grpChg chg="mod">
          <ac:chgData name="seungchul you" userId="e71affdd49f1a5fa" providerId="LiveId" clId="{BEAE5118-0C5F-44B9-AB46-D73CD8BA36B5}" dt="2021-02-01T13:27:59.133" v="26"/>
          <ac:grpSpMkLst>
            <pc:docMk/>
            <pc:sldMk cId="3894148367" sldId="268"/>
            <ac:grpSpMk id="91" creationId="{C2323802-38B4-45E4-9802-C59C849CD41B}"/>
          </ac:grpSpMkLst>
        </pc:grpChg>
        <pc:grpChg chg="mod">
          <ac:chgData name="seungchul you" userId="e71affdd49f1a5fa" providerId="LiveId" clId="{BEAE5118-0C5F-44B9-AB46-D73CD8BA36B5}" dt="2021-02-01T13:27:59.133" v="26"/>
          <ac:grpSpMkLst>
            <pc:docMk/>
            <pc:sldMk cId="3894148367" sldId="268"/>
            <ac:grpSpMk id="92" creationId="{97FE54E5-2CDA-4D36-A644-31B8EF374E45}"/>
          </ac:grpSpMkLst>
        </pc:grpChg>
        <pc:grpChg chg="add mod">
          <ac:chgData name="seungchul you" userId="e71affdd49f1a5fa" providerId="LiveId" clId="{BEAE5118-0C5F-44B9-AB46-D73CD8BA36B5}" dt="2021-02-01T13:27:59.133" v="26"/>
          <ac:grpSpMkLst>
            <pc:docMk/>
            <pc:sldMk cId="3894148367" sldId="268"/>
            <ac:grpSpMk id="98" creationId="{EBB07EEF-476C-4ADB-96C9-98F33D8A38C9}"/>
          </ac:grpSpMkLst>
        </pc:grpChg>
        <pc:grpChg chg="mod">
          <ac:chgData name="seungchul you" userId="e71affdd49f1a5fa" providerId="LiveId" clId="{BEAE5118-0C5F-44B9-AB46-D73CD8BA36B5}" dt="2021-02-01T13:27:59.133" v="26"/>
          <ac:grpSpMkLst>
            <pc:docMk/>
            <pc:sldMk cId="3894148367" sldId="268"/>
            <ac:grpSpMk id="99" creationId="{5A61A996-8EE8-48CB-8000-EC9E240B0E2D}"/>
          </ac:grpSpMkLst>
        </pc:grpChg>
        <pc:grpChg chg="mod">
          <ac:chgData name="seungchul you" userId="e71affdd49f1a5fa" providerId="LiveId" clId="{BEAE5118-0C5F-44B9-AB46-D73CD8BA36B5}" dt="2021-02-01T13:27:59.133" v="26"/>
          <ac:grpSpMkLst>
            <pc:docMk/>
            <pc:sldMk cId="3894148367" sldId="268"/>
            <ac:grpSpMk id="101" creationId="{2153E846-28E8-40AF-83CE-5667B7E1B82D}"/>
          </ac:grpSpMkLst>
        </pc:grpChg>
        <pc:grpChg chg="mod">
          <ac:chgData name="seungchul you" userId="e71affdd49f1a5fa" providerId="LiveId" clId="{BEAE5118-0C5F-44B9-AB46-D73CD8BA36B5}" dt="2021-02-01T13:27:59.133" v="26"/>
          <ac:grpSpMkLst>
            <pc:docMk/>
            <pc:sldMk cId="3894148367" sldId="268"/>
            <ac:grpSpMk id="102" creationId="{7A7D7332-2891-4A87-8618-B9137A02D766}"/>
          </ac:grpSpMkLst>
        </pc:grpChg>
        <pc:grpChg chg="mod">
          <ac:chgData name="seungchul you" userId="e71affdd49f1a5fa" providerId="LiveId" clId="{BEAE5118-0C5F-44B9-AB46-D73CD8BA36B5}" dt="2021-02-01T13:27:59.133" v="26"/>
          <ac:grpSpMkLst>
            <pc:docMk/>
            <pc:sldMk cId="3894148367" sldId="268"/>
            <ac:grpSpMk id="103" creationId="{7D6C21B7-87AB-4120-A32A-ADA7BCC9C29F}"/>
          </ac:grpSpMkLst>
        </pc:grpChg>
        <pc:grpChg chg="mod">
          <ac:chgData name="seungchul you" userId="e71affdd49f1a5fa" providerId="LiveId" clId="{BEAE5118-0C5F-44B9-AB46-D73CD8BA36B5}" dt="2021-02-01T13:27:59.133" v="26"/>
          <ac:grpSpMkLst>
            <pc:docMk/>
            <pc:sldMk cId="3894148367" sldId="268"/>
            <ac:grpSpMk id="104" creationId="{2EC44CE0-4735-4484-ADA5-621381E26584}"/>
          </ac:grpSpMkLst>
        </pc:grpChg>
        <pc:grpChg chg="add del mod">
          <ac:chgData name="seungchul you" userId="e71affdd49f1a5fa" providerId="LiveId" clId="{BEAE5118-0C5F-44B9-AB46-D73CD8BA36B5}" dt="2021-02-01T13:28:34.017" v="28"/>
          <ac:grpSpMkLst>
            <pc:docMk/>
            <pc:sldMk cId="3894148367" sldId="268"/>
            <ac:grpSpMk id="116" creationId="{00953208-6D11-4A21-9DC8-FCA0912C087A}"/>
          </ac:grpSpMkLst>
        </pc:grpChg>
        <pc:grpChg chg="mod">
          <ac:chgData name="seungchul you" userId="e71affdd49f1a5fa" providerId="LiveId" clId="{BEAE5118-0C5F-44B9-AB46-D73CD8BA36B5}" dt="2021-02-01T13:28:31.473" v="27"/>
          <ac:grpSpMkLst>
            <pc:docMk/>
            <pc:sldMk cId="3894148367" sldId="268"/>
            <ac:grpSpMk id="117" creationId="{BE20788B-C9E1-4A85-AB94-B90301F41E13}"/>
          </ac:grpSpMkLst>
        </pc:grpChg>
        <pc:grpChg chg="mod">
          <ac:chgData name="seungchul you" userId="e71affdd49f1a5fa" providerId="LiveId" clId="{BEAE5118-0C5F-44B9-AB46-D73CD8BA36B5}" dt="2021-02-01T13:28:31.473" v="27"/>
          <ac:grpSpMkLst>
            <pc:docMk/>
            <pc:sldMk cId="3894148367" sldId="268"/>
            <ac:grpSpMk id="119" creationId="{0E83AF1A-A1E4-4991-954F-9D3B89965FC3}"/>
          </ac:grpSpMkLst>
        </pc:grpChg>
        <pc:grpChg chg="mod">
          <ac:chgData name="seungchul you" userId="e71affdd49f1a5fa" providerId="LiveId" clId="{BEAE5118-0C5F-44B9-AB46-D73CD8BA36B5}" dt="2021-02-01T13:28:31.473" v="27"/>
          <ac:grpSpMkLst>
            <pc:docMk/>
            <pc:sldMk cId="3894148367" sldId="268"/>
            <ac:grpSpMk id="120" creationId="{BF6F39E6-CE74-4427-BE51-6E433EDB8CE3}"/>
          </ac:grpSpMkLst>
        </pc:grpChg>
        <pc:grpChg chg="mod">
          <ac:chgData name="seungchul you" userId="e71affdd49f1a5fa" providerId="LiveId" clId="{BEAE5118-0C5F-44B9-AB46-D73CD8BA36B5}" dt="2021-02-01T13:28:31.473" v="27"/>
          <ac:grpSpMkLst>
            <pc:docMk/>
            <pc:sldMk cId="3894148367" sldId="268"/>
            <ac:grpSpMk id="121" creationId="{BE571EEF-7073-4A51-A80F-538D25D38453}"/>
          </ac:grpSpMkLst>
        </pc:grpChg>
        <pc:grpChg chg="mod">
          <ac:chgData name="seungchul you" userId="e71affdd49f1a5fa" providerId="LiveId" clId="{BEAE5118-0C5F-44B9-AB46-D73CD8BA36B5}" dt="2021-02-01T13:28:31.473" v="27"/>
          <ac:grpSpMkLst>
            <pc:docMk/>
            <pc:sldMk cId="3894148367" sldId="268"/>
            <ac:grpSpMk id="122" creationId="{154136CD-6A8C-427F-8833-FE6B5DDFE76D}"/>
          </ac:grpSpMkLst>
        </pc:grpChg>
        <pc:grpChg chg="mod">
          <ac:chgData name="seungchul you" userId="e71affdd49f1a5fa" providerId="LiveId" clId="{BEAE5118-0C5F-44B9-AB46-D73CD8BA36B5}" dt="2021-02-01T13:28:31.473" v="27"/>
          <ac:grpSpMkLst>
            <pc:docMk/>
            <pc:sldMk cId="3894148367" sldId="268"/>
            <ac:grpSpMk id="123" creationId="{02025473-20F6-4148-BF68-05A31CAA9EC1}"/>
          </ac:grpSpMkLst>
        </pc:grpChg>
        <pc:grpChg chg="mod">
          <ac:chgData name="seungchul you" userId="e71affdd49f1a5fa" providerId="LiveId" clId="{BEAE5118-0C5F-44B9-AB46-D73CD8BA36B5}" dt="2021-02-01T13:28:31.473" v="27"/>
          <ac:grpSpMkLst>
            <pc:docMk/>
            <pc:sldMk cId="3894148367" sldId="268"/>
            <ac:grpSpMk id="124" creationId="{951EDCE0-3ADD-41BF-9B8B-91D034090590}"/>
          </ac:grpSpMkLst>
        </pc:grpChg>
        <pc:grpChg chg="mod">
          <ac:chgData name="seungchul you" userId="e71affdd49f1a5fa" providerId="LiveId" clId="{BEAE5118-0C5F-44B9-AB46-D73CD8BA36B5}" dt="2021-02-01T13:28:31.473" v="27"/>
          <ac:grpSpMkLst>
            <pc:docMk/>
            <pc:sldMk cId="3894148367" sldId="268"/>
            <ac:grpSpMk id="125" creationId="{B4281EAB-C516-4738-A6DF-F928AA815684}"/>
          </ac:grpSpMkLst>
        </pc:grpChg>
        <pc:grpChg chg="mod">
          <ac:chgData name="seungchul you" userId="e71affdd49f1a5fa" providerId="LiveId" clId="{BEAE5118-0C5F-44B9-AB46-D73CD8BA36B5}" dt="2021-02-01T13:28:31.473" v="27"/>
          <ac:grpSpMkLst>
            <pc:docMk/>
            <pc:sldMk cId="3894148367" sldId="268"/>
            <ac:grpSpMk id="127" creationId="{D73B6271-C6A9-4D33-B262-8B48FC07E850}"/>
          </ac:grpSpMkLst>
        </pc:grpChg>
        <pc:grpChg chg="mod">
          <ac:chgData name="seungchul you" userId="e71affdd49f1a5fa" providerId="LiveId" clId="{BEAE5118-0C5F-44B9-AB46-D73CD8BA36B5}" dt="2021-02-01T13:28:31.473" v="27"/>
          <ac:grpSpMkLst>
            <pc:docMk/>
            <pc:sldMk cId="3894148367" sldId="268"/>
            <ac:grpSpMk id="128" creationId="{34144FC9-FABA-47B1-9EC8-09A74C07EB88}"/>
          </ac:grpSpMkLst>
        </pc:grpChg>
        <pc:grpChg chg="mod">
          <ac:chgData name="seungchul you" userId="e71affdd49f1a5fa" providerId="LiveId" clId="{BEAE5118-0C5F-44B9-AB46-D73CD8BA36B5}" dt="2021-02-01T13:28:31.473" v="27"/>
          <ac:grpSpMkLst>
            <pc:docMk/>
            <pc:sldMk cId="3894148367" sldId="268"/>
            <ac:grpSpMk id="129" creationId="{3A8E673D-C717-4C8E-A7DC-8349C2CB0007}"/>
          </ac:grpSpMkLst>
        </pc:grpChg>
        <pc:grpChg chg="add mod">
          <ac:chgData name="seungchul you" userId="e71affdd49f1a5fa" providerId="LiveId" clId="{BEAE5118-0C5F-44B9-AB46-D73CD8BA36B5}" dt="2021-02-01T13:28:37.937" v="30" actId="1076"/>
          <ac:grpSpMkLst>
            <pc:docMk/>
            <pc:sldMk cId="3894148367" sldId="268"/>
            <ac:grpSpMk id="156" creationId="{E6524A67-6FD2-4303-82EC-D5387F7C1F4D}"/>
          </ac:grpSpMkLst>
        </pc:grpChg>
        <pc:grpChg chg="mod">
          <ac:chgData name="seungchul you" userId="e71affdd49f1a5fa" providerId="LiveId" clId="{BEAE5118-0C5F-44B9-AB46-D73CD8BA36B5}" dt="2021-02-01T13:28:34.769" v="29"/>
          <ac:grpSpMkLst>
            <pc:docMk/>
            <pc:sldMk cId="3894148367" sldId="268"/>
            <ac:grpSpMk id="157" creationId="{496897C9-FD91-46F5-9808-FB178DD5A305}"/>
          </ac:grpSpMkLst>
        </pc:grpChg>
        <pc:grpChg chg="mod">
          <ac:chgData name="seungchul you" userId="e71affdd49f1a5fa" providerId="LiveId" clId="{BEAE5118-0C5F-44B9-AB46-D73CD8BA36B5}" dt="2021-02-01T13:28:34.769" v="29"/>
          <ac:grpSpMkLst>
            <pc:docMk/>
            <pc:sldMk cId="3894148367" sldId="268"/>
            <ac:grpSpMk id="159" creationId="{3BD06A9B-5397-42C1-AA0C-4E17212F4D3D}"/>
          </ac:grpSpMkLst>
        </pc:grpChg>
        <pc:grpChg chg="mod">
          <ac:chgData name="seungchul you" userId="e71affdd49f1a5fa" providerId="LiveId" clId="{BEAE5118-0C5F-44B9-AB46-D73CD8BA36B5}" dt="2021-02-01T13:28:34.769" v="29"/>
          <ac:grpSpMkLst>
            <pc:docMk/>
            <pc:sldMk cId="3894148367" sldId="268"/>
            <ac:grpSpMk id="160" creationId="{2DF9B2CA-06F3-43EF-BB54-E1F67EDCBDB2}"/>
          </ac:grpSpMkLst>
        </pc:grpChg>
        <pc:grpChg chg="mod">
          <ac:chgData name="seungchul you" userId="e71affdd49f1a5fa" providerId="LiveId" clId="{BEAE5118-0C5F-44B9-AB46-D73CD8BA36B5}" dt="2021-02-01T13:28:34.769" v="29"/>
          <ac:grpSpMkLst>
            <pc:docMk/>
            <pc:sldMk cId="3894148367" sldId="268"/>
            <ac:grpSpMk id="161" creationId="{0B02DA02-30F2-4882-9F77-F438E23F6910}"/>
          </ac:grpSpMkLst>
        </pc:grpChg>
        <pc:grpChg chg="mod">
          <ac:chgData name="seungchul you" userId="e71affdd49f1a5fa" providerId="LiveId" clId="{BEAE5118-0C5F-44B9-AB46-D73CD8BA36B5}" dt="2021-02-01T13:28:34.769" v="29"/>
          <ac:grpSpMkLst>
            <pc:docMk/>
            <pc:sldMk cId="3894148367" sldId="268"/>
            <ac:grpSpMk id="162" creationId="{256F4C30-2824-4AB9-82E8-FE2743F65FC6}"/>
          </ac:grpSpMkLst>
        </pc:grpChg>
        <pc:grpChg chg="mod">
          <ac:chgData name="seungchul you" userId="e71affdd49f1a5fa" providerId="LiveId" clId="{BEAE5118-0C5F-44B9-AB46-D73CD8BA36B5}" dt="2021-02-01T13:28:34.769" v="29"/>
          <ac:grpSpMkLst>
            <pc:docMk/>
            <pc:sldMk cId="3894148367" sldId="268"/>
            <ac:grpSpMk id="163" creationId="{0DE0A4DD-3979-447D-AE20-E4ED657917A7}"/>
          </ac:grpSpMkLst>
        </pc:grpChg>
        <pc:grpChg chg="mod">
          <ac:chgData name="seungchul you" userId="e71affdd49f1a5fa" providerId="LiveId" clId="{BEAE5118-0C5F-44B9-AB46-D73CD8BA36B5}" dt="2021-02-01T13:28:34.769" v="29"/>
          <ac:grpSpMkLst>
            <pc:docMk/>
            <pc:sldMk cId="3894148367" sldId="268"/>
            <ac:grpSpMk id="164" creationId="{322EF1EE-3600-4B62-9097-E3672B722268}"/>
          </ac:grpSpMkLst>
        </pc:grpChg>
        <pc:grpChg chg="mod">
          <ac:chgData name="seungchul you" userId="e71affdd49f1a5fa" providerId="LiveId" clId="{BEAE5118-0C5F-44B9-AB46-D73CD8BA36B5}" dt="2021-02-01T13:28:34.769" v="29"/>
          <ac:grpSpMkLst>
            <pc:docMk/>
            <pc:sldMk cId="3894148367" sldId="268"/>
            <ac:grpSpMk id="165" creationId="{EB0B960D-B4BD-449B-9899-0F341D2D155D}"/>
          </ac:grpSpMkLst>
        </pc:grpChg>
        <pc:grpChg chg="mod">
          <ac:chgData name="seungchul you" userId="e71affdd49f1a5fa" providerId="LiveId" clId="{BEAE5118-0C5F-44B9-AB46-D73CD8BA36B5}" dt="2021-02-01T13:28:34.769" v="29"/>
          <ac:grpSpMkLst>
            <pc:docMk/>
            <pc:sldMk cId="3894148367" sldId="268"/>
            <ac:grpSpMk id="167" creationId="{1D5B26CF-8C4F-43BE-A80E-4CF8BB04FD5A}"/>
          </ac:grpSpMkLst>
        </pc:grpChg>
        <pc:grpChg chg="mod">
          <ac:chgData name="seungchul you" userId="e71affdd49f1a5fa" providerId="LiveId" clId="{BEAE5118-0C5F-44B9-AB46-D73CD8BA36B5}" dt="2021-02-01T13:28:34.769" v="29"/>
          <ac:grpSpMkLst>
            <pc:docMk/>
            <pc:sldMk cId="3894148367" sldId="268"/>
            <ac:grpSpMk id="168" creationId="{2B4680FE-FAAA-44DF-B0E2-488A84D7A1DC}"/>
          </ac:grpSpMkLst>
        </pc:grpChg>
        <pc:grpChg chg="mod">
          <ac:chgData name="seungchul you" userId="e71affdd49f1a5fa" providerId="LiveId" clId="{BEAE5118-0C5F-44B9-AB46-D73CD8BA36B5}" dt="2021-02-01T13:28:34.769" v="29"/>
          <ac:grpSpMkLst>
            <pc:docMk/>
            <pc:sldMk cId="3894148367" sldId="268"/>
            <ac:grpSpMk id="169" creationId="{03B108EC-16DE-4D5B-8525-D56399D09812}"/>
          </ac:grpSpMkLst>
        </pc:grpChg>
        <pc:picChg chg="mod">
          <ac:chgData name="seungchul you" userId="e71affdd49f1a5fa" providerId="LiveId" clId="{BEAE5118-0C5F-44B9-AB46-D73CD8BA36B5}" dt="2021-02-01T13:27:45.939" v="23"/>
          <ac:picMkLst>
            <pc:docMk/>
            <pc:sldMk cId="3894148367" sldId="268"/>
            <ac:picMk id="53" creationId="{25C0DDC9-BA66-4489-8330-0B133C3675AA}"/>
          </ac:picMkLst>
        </pc:picChg>
        <pc:picChg chg="mod">
          <ac:chgData name="seungchul you" userId="e71affdd49f1a5fa" providerId="LiveId" clId="{BEAE5118-0C5F-44B9-AB46-D73CD8BA36B5}" dt="2021-02-01T13:27:45.939" v="23"/>
          <ac:picMkLst>
            <pc:docMk/>
            <pc:sldMk cId="3894148367" sldId="268"/>
            <ac:picMk id="65" creationId="{0328AA37-6202-446D-A110-E133F3A0D7AF}"/>
          </ac:picMkLst>
        </pc:picChg>
        <pc:picChg chg="mod">
          <ac:chgData name="seungchul you" userId="e71affdd49f1a5fa" providerId="LiveId" clId="{BEAE5118-0C5F-44B9-AB46-D73CD8BA36B5}" dt="2021-02-01T13:27:45.939" v="23"/>
          <ac:picMkLst>
            <pc:docMk/>
            <pc:sldMk cId="3894148367" sldId="268"/>
            <ac:picMk id="83" creationId="{1F81B1C3-22E5-410C-ACA2-E96D0E90D84E}"/>
          </ac:picMkLst>
        </pc:picChg>
        <pc:picChg chg="mod">
          <ac:chgData name="seungchul you" userId="e71affdd49f1a5fa" providerId="LiveId" clId="{BEAE5118-0C5F-44B9-AB46-D73CD8BA36B5}" dt="2021-02-01T13:27:59.133" v="26"/>
          <ac:picMkLst>
            <pc:docMk/>
            <pc:sldMk cId="3894148367" sldId="268"/>
            <ac:picMk id="87" creationId="{71649611-7F2D-4181-B446-D5D39D084A01}"/>
          </ac:picMkLst>
        </pc:picChg>
        <pc:picChg chg="mod">
          <ac:chgData name="seungchul you" userId="e71affdd49f1a5fa" providerId="LiveId" clId="{BEAE5118-0C5F-44B9-AB46-D73CD8BA36B5}" dt="2021-02-01T13:27:59.133" v="26"/>
          <ac:picMkLst>
            <pc:docMk/>
            <pc:sldMk cId="3894148367" sldId="268"/>
            <ac:picMk id="97" creationId="{08D27B19-8CA7-4E24-A255-C0A920418F95}"/>
          </ac:picMkLst>
        </pc:picChg>
        <pc:picChg chg="mod">
          <ac:chgData name="seungchul you" userId="e71affdd49f1a5fa" providerId="LiveId" clId="{BEAE5118-0C5F-44B9-AB46-D73CD8BA36B5}" dt="2021-02-01T13:27:59.133" v="26"/>
          <ac:picMkLst>
            <pc:docMk/>
            <pc:sldMk cId="3894148367" sldId="268"/>
            <ac:picMk id="115" creationId="{8BC4112A-3E45-41AD-9332-23DCA92C5387}"/>
          </ac:picMkLst>
        </pc:picChg>
        <pc:picChg chg="mod">
          <ac:chgData name="seungchul you" userId="e71affdd49f1a5fa" providerId="LiveId" clId="{BEAE5118-0C5F-44B9-AB46-D73CD8BA36B5}" dt="2021-02-01T13:28:31.473" v="27"/>
          <ac:picMkLst>
            <pc:docMk/>
            <pc:sldMk cId="3894148367" sldId="268"/>
            <ac:picMk id="140" creationId="{D55E41A1-DB22-4CDF-81E2-80C493A2D7EC}"/>
          </ac:picMkLst>
        </pc:picChg>
        <pc:picChg chg="mod">
          <ac:chgData name="seungchul you" userId="e71affdd49f1a5fa" providerId="LiveId" clId="{BEAE5118-0C5F-44B9-AB46-D73CD8BA36B5}" dt="2021-02-01T13:28:31.473" v="27"/>
          <ac:picMkLst>
            <pc:docMk/>
            <pc:sldMk cId="3894148367" sldId="268"/>
            <ac:picMk id="143" creationId="{A3750AEF-545A-43B7-B3A0-467D5592F47B}"/>
          </ac:picMkLst>
        </pc:picChg>
        <pc:picChg chg="mod">
          <ac:chgData name="seungchul you" userId="e71affdd49f1a5fa" providerId="LiveId" clId="{BEAE5118-0C5F-44B9-AB46-D73CD8BA36B5}" dt="2021-02-01T13:28:31.473" v="27"/>
          <ac:picMkLst>
            <pc:docMk/>
            <pc:sldMk cId="3894148367" sldId="268"/>
            <ac:picMk id="148" creationId="{9F1F5E14-17FE-438C-A0CF-0DBDF3E8C78F}"/>
          </ac:picMkLst>
        </pc:picChg>
        <pc:picChg chg="mod">
          <ac:chgData name="seungchul you" userId="e71affdd49f1a5fa" providerId="LiveId" clId="{BEAE5118-0C5F-44B9-AB46-D73CD8BA36B5}" dt="2021-02-01T13:28:31.473" v="27"/>
          <ac:picMkLst>
            <pc:docMk/>
            <pc:sldMk cId="3894148367" sldId="268"/>
            <ac:picMk id="155" creationId="{0094730C-3036-42AB-86E0-2C20A5D86679}"/>
          </ac:picMkLst>
        </pc:picChg>
        <pc:picChg chg="mod">
          <ac:chgData name="seungchul you" userId="e71affdd49f1a5fa" providerId="LiveId" clId="{BEAE5118-0C5F-44B9-AB46-D73CD8BA36B5}" dt="2021-02-01T13:28:34.769" v="29"/>
          <ac:picMkLst>
            <pc:docMk/>
            <pc:sldMk cId="3894148367" sldId="268"/>
            <ac:picMk id="180" creationId="{EA1F4296-E498-45E0-909A-2FA0B7B7C20F}"/>
          </ac:picMkLst>
        </pc:picChg>
        <pc:picChg chg="mod">
          <ac:chgData name="seungchul you" userId="e71affdd49f1a5fa" providerId="LiveId" clId="{BEAE5118-0C5F-44B9-AB46-D73CD8BA36B5}" dt="2021-02-01T13:28:34.769" v="29"/>
          <ac:picMkLst>
            <pc:docMk/>
            <pc:sldMk cId="3894148367" sldId="268"/>
            <ac:picMk id="183" creationId="{E20042A9-92AB-4141-9947-2618B8C345A9}"/>
          </ac:picMkLst>
        </pc:picChg>
        <pc:picChg chg="mod">
          <ac:chgData name="seungchul you" userId="e71affdd49f1a5fa" providerId="LiveId" clId="{BEAE5118-0C5F-44B9-AB46-D73CD8BA36B5}" dt="2021-02-01T13:28:34.769" v="29"/>
          <ac:picMkLst>
            <pc:docMk/>
            <pc:sldMk cId="3894148367" sldId="268"/>
            <ac:picMk id="188" creationId="{64AEE4AD-F651-49E0-B1E1-E51CAECFCCAA}"/>
          </ac:picMkLst>
        </pc:picChg>
        <pc:picChg chg="mod">
          <ac:chgData name="seungchul you" userId="e71affdd49f1a5fa" providerId="LiveId" clId="{BEAE5118-0C5F-44B9-AB46-D73CD8BA36B5}" dt="2021-02-01T13:28:34.769" v="29"/>
          <ac:picMkLst>
            <pc:docMk/>
            <pc:sldMk cId="3894148367" sldId="268"/>
            <ac:picMk id="228" creationId="{18CFDF0E-39CF-4B5F-876D-822C1ED6448E}"/>
          </ac:picMkLst>
        </pc:picChg>
      </pc:sldChg>
      <pc:sldChg chg="modSp mod">
        <pc:chgData name="seungchul you" userId="e71affdd49f1a5fa" providerId="LiveId" clId="{BEAE5118-0C5F-44B9-AB46-D73CD8BA36B5}" dt="2021-02-01T13:20:36.800" v="16" actId="1035"/>
        <pc:sldMkLst>
          <pc:docMk/>
          <pc:sldMk cId="2782649627" sldId="272"/>
        </pc:sldMkLst>
        <pc:spChg chg="mod">
          <ac:chgData name="seungchul you" userId="e71affdd49f1a5fa" providerId="LiveId" clId="{BEAE5118-0C5F-44B9-AB46-D73CD8BA36B5}" dt="2021-02-01T13:20:11.776" v="1" actId="20577"/>
          <ac:spMkLst>
            <pc:docMk/>
            <pc:sldMk cId="2782649627" sldId="272"/>
            <ac:spMk id="66" creationId="{0FF3D9F8-03FC-446F-8E66-7FA9E2624CCD}"/>
          </ac:spMkLst>
        </pc:spChg>
        <pc:spChg chg="mod">
          <ac:chgData name="seungchul you" userId="e71affdd49f1a5fa" providerId="LiveId" clId="{BEAE5118-0C5F-44B9-AB46-D73CD8BA36B5}" dt="2021-02-01T13:20:07.827" v="0" actId="20577"/>
          <ac:spMkLst>
            <pc:docMk/>
            <pc:sldMk cId="2782649627" sldId="272"/>
            <ac:spMk id="67" creationId="{FE2C91B8-DB55-4D39-ACE7-96BCAC935B91}"/>
          </ac:spMkLst>
        </pc:spChg>
        <pc:grpChg chg="mod">
          <ac:chgData name="seungchul you" userId="e71affdd49f1a5fa" providerId="LiveId" clId="{BEAE5118-0C5F-44B9-AB46-D73CD8BA36B5}" dt="2021-02-01T13:20:24.433" v="10" actId="1035"/>
          <ac:grpSpMkLst>
            <pc:docMk/>
            <pc:sldMk cId="2782649627" sldId="272"/>
            <ac:grpSpMk id="4" creationId="{07FD8F46-74B5-4F56-81F1-EC7AACA5E7D7}"/>
          </ac:grpSpMkLst>
        </pc:grpChg>
        <pc:picChg chg="mod">
          <ac:chgData name="seungchul you" userId="e71affdd49f1a5fa" providerId="LiveId" clId="{BEAE5118-0C5F-44B9-AB46-D73CD8BA36B5}" dt="2021-02-01T13:20:32.967" v="15" actId="1035"/>
          <ac:picMkLst>
            <pc:docMk/>
            <pc:sldMk cId="2782649627" sldId="272"/>
            <ac:picMk id="68" creationId="{D3A0CF89-6850-49DC-AE75-5B292A5F95C7}"/>
          </ac:picMkLst>
        </pc:picChg>
        <pc:picChg chg="mod">
          <ac:chgData name="seungchul you" userId="e71affdd49f1a5fa" providerId="LiveId" clId="{BEAE5118-0C5F-44B9-AB46-D73CD8BA36B5}" dt="2021-02-01T13:20:36.800" v="16" actId="1035"/>
          <ac:picMkLst>
            <pc:docMk/>
            <pc:sldMk cId="2782649627" sldId="272"/>
            <ac:picMk id="69" creationId="{107B8D02-0B93-4117-B019-33A47D28DC6C}"/>
          </ac:picMkLst>
        </pc:picChg>
      </pc:sldChg>
      <pc:sldChg chg="add del setBg">
        <pc:chgData name="seungchul you" userId="e71affdd49f1a5fa" providerId="LiveId" clId="{BEAE5118-0C5F-44B9-AB46-D73CD8BA36B5}" dt="2021-02-01T13:28:40.445" v="31" actId="47"/>
        <pc:sldMkLst>
          <pc:docMk/>
          <pc:sldMk cId="2083375189" sldId="273"/>
        </pc:sldMkLst>
      </pc:sldChg>
      <pc:sldChg chg="addSp modSp new del ord">
        <pc:chgData name="seungchul you" userId="e71affdd49f1a5fa" providerId="LiveId" clId="{BEAE5118-0C5F-44B9-AB46-D73CD8BA36B5}" dt="2021-02-01T13:22:15.467" v="21" actId="47"/>
        <pc:sldMkLst>
          <pc:docMk/>
          <pc:sldMk cId="3874842493" sldId="273"/>
        </pc:sldMkLst>
        <pc:spChg chg="mod">
          <ac:chgData name="seungchul you" userId="e71affdd49f1a5fa" providerId="LiveId" clId="{BEAE5118-0C5F-44B9-AB46-D73CD8BA36B5}" dt="2021-02-01T13:22:08.604" v="20"/>
          <ac:spMkLst>
            <pc:docMk/>
            <pc:sldMk cId="3874842493" sldId="273"/>
            <ac:spMk id="4" creationId="{D34A53B1-B92E-42E0-9622-91A8F74F3C8C}"/>
          </ac:spMkLst>
        </pc:spChg>
        <pc:spChg chg="mod">
          <ac:chgData name="seungchul you" userId="e71affdd49f1a5fa" providerId="LiveId" clId="{BEAE5118-0C5F-44B9-AB46-D73CD8BA36B5}" dt="2021-02-01T13:22:08.604" v="20"/>
          <ac:spMkLst>
            <pc:docMk/>
            <pc:sldMk cId="3874842493" sldId="273"/>
            <ac:spMk id="12" creationId="{1466712B-4FC1-4BF2-B39A-6C0D23FC50D4}"/>
          </ac:spMkLst>
        </pc:spChg>
        <pc:spChg chg="mod">
          <ac:chgData name="seungchul you" userId="e71affdd49f1a5fa" providerId="LiveId" clId="{BEAE5118-0C5F-44B9-AB46-D73CD8BA36B5}" dt="2021-02-01T13:22:08.604" v="20"/>
          <ac:spMkLst>
            <pc:docMk/>
            <pc:sldMk cId="3874842493" sldId="273"/>
            <ac:spMk id="16" creationId="{4A098222-28F5-4D97-AA5B-6A431353753C}"/>
          </ac:spMkLst>
        </pc:spChg>
        <pc:spChg chg="mod">
          <ac:chgData name="seungchul you" userId="e71affdd49f1a5fa" providerId="LiveId" clId="{BEAE5118-0C5F-44B9-AB46-D73CD8BA36B5}" dt="2021-02-01T13:22:08.604" v="20"/>
          <ac:spMkLst>
            <pc:docMk/>
            <pc:sldMk cId="3874842493" sldId="273"/>
            <ac:spMk id="17" creationId="{161E0AB8-3A73-485B-B34D-7411E94829FA}"/>
          </ac:spMkLst>
        </pc:spChg>
        <pc:spChg chg="mod">
          <ac:chgData name="seungchul you" userId="e71affdd49f1a5fa" providerId="LiveId" clId="{BEAE5118-0C5F-44B9-AB46-D73CD8BA36B5}" dt="2021-02-01T13:22:08.604" v="20"/>
          <ac:spMkLst>
            <pc:docMk/>
            <pc:sldMk cId="3874842493" sldId="273"/>
            <ac:spMk id="18" creationId="{7C809478-C16F-43D2-AAF0-CB6C59D02334}"/>
          </ac:spMkLst>
        </pc:spChg>
        <pc:spChg chg="mod">
          <ac:chgData name="seungchul you" userId="e71affdd49f1a5fa" providerId="LiveId" clId="{BEAE5118-0C5F-44B9-AB46-D73CD8BA36B5}" dt="2021-02-01T13:22:08.604" v="20"/>
          <ac:spMkLst>
            <pc:docMk/>
            <pc:sldMk cId="3874842493" sldId="273"/>
            <ac:spMk id="19" creationId="{BEBC7476-6D80-44B8-9BD7-7D115FEC4E7D}"/>
          </ac:spMkLst>
        </pc:spChg>
        <pc:spChg chg="mod">
          <ac:chgData name="seungchul you" userId="e71affdd49f1a5fa" providerId="LiveId" clId="{BEAE5118-0C5F-44B9-AB46-D73CD8BA36B5}" dt="2021-02-01T13:22:08.604" v="20"/>
          <ac:spMkLst>
            <pc:docMk/>
            <pc:sldMk cId="3874842493" sldId="273"/>
            <ac:spMk id="20" creationId="{4EA53C31-5CF2-4DC8-92DC-92A33FC99A4B}"/>
          </ac:spMkLst>
        </pc:spChg>
        <pc:spChg chg="mod">
          <ac:chgData name="seungchul you" userId="e71affdd49f1a5fa" providerId="LiveId" clId="{BEAE5118-0C5F-44B9-AB46-D73CD8BA36B5}" dt="2021-02-01T13:22:08.604" v="20"/>
          <ac:spMkLst>
            <pc:docMk/>
            <pc:sldMk cId="3874842493" sldId="273"/>
            <ac:spMk id="21" creationId="{E35827E4-E9A1-4B40-9A09-29D4FAACC56A}"/>
          </ac:spMkLst>
        </pc:spChg>
        <pc:spChg chg="mod">
          <ac:chgData name="seungchul you" userId="e71affdd49f1a5fa" providerId="LiveId" clId="{BEAE5118-0C5F-44B9-AB46-D73CD8BA36B5}" dt="2021-02-01T13:22:08.604" v="20"/>
          <ac:spMkLst>
            <pc:docMk/>
            <pc:sldMk cId="3874842493" sldId="273"/>
            <ac:spMk id="22" creationId="{15F03EAA-4265-4028-918D-B1F9B91967BD}"/>
          </ac:spMkLst>
        </pc:spChg>
        <pc:spChg chg="mod">
          <ac:chgData name="seungchul you" userId="e71affdd49f1a5fa" providerId="LiveId" clId="{BEAE5118-0C5F-44B9-AB46-D73CD8BA36B5}" dt="2021-02-01T13:22:08.604" v="20"/>
          <ac:spMkLst>
            <pc:docMk/>
            <pc:sldMk cId="3874842493" sldId="273"/>
            <ac:spMk id="23" creationId="{BD223F57-4EF2-432E-B27A-F223E8607C5B}"/>
          </ac:spMkLst>
        </pc:spChg>
        <pc:spChg chg="mod">
          <ac:chgData name="seungchul you" userId="e71affdd49f1a5fa" providerId="LiveId" clId="{BEAE5118-0C5F-44B9-AB46-D73CD8BA36B5}" dt="2021-02-01T13:22:08.604" v="20"/>
          <ac:spMkLst>
            <pc:docMk/>
            <pc:sldMk cId="3874842493" sldId="273"/>
            <ac:spMk id="24" creationId="{7E8B307E-A739-46A6-8672-2C296E8BB267}"/>
          </ac:spMkLst>
        </pc:spChg>
        <pc:spChg chg="mod">
          <ac:chgData name="seungchul you" userId="e71affdd49f1a5fa" providerId="LiveId" clId="{BEAE5118-0C5F-44B9-AB46-D73CD8BA36B5}" dt="2021-02-01T13:22:08.604" v="20"/>
          <ac:spMkLst>
            <pc:docMk/>
            <pc:sldMk cId="3874842493" sldId="273"/>
            <ac:spMk id="25" creationId="{BBF6E269-6C9F-4863-8BBF-2152C42B38A3}"/>
          </ac:spMkLst>
        </pc:spChg>
        <pc:spChg chg="mod">
          <ac:chgData name="seungchul you" userId="e71affdd49f1a5fa" providerId="LiveId" clId="{BEAE5118-0C5F-44B9-AB46-D73CD8BA36B5}" dt="2021-02-01T13:22:08.604" v="20"/>
          <ac:spMkLst>
            <pc:docMk/>
            <pc:sldMk cId="3874842493" sldId="273"/>
            <ac:spMk id="27" creationId="{7B06DDC8-D74D-4F0E-A275-F59CC5FF3D15}"/>
          </ac:spMkLst>
        </pc:spChg>
        <pc:spChg chg="mod">
          <ac:chgData name="seungchul you" userId="e71affdd49f1a5fa" providerId="LiveId" clId="{BEAE5118-0C5F-44B9-AB46-D73CD8BA36B5}" dt="2021-02-01T13:22:08.604" v="20"/>
          <ac:spMkLst>
            <pc:docMk/>
            <pc:sldMk cId="3874842493" sldId="273"/>
            <ac:spMk id="28" creationId="{A7042FC8-6449-4FD9-B590-CA12620FEA38}"/>
          </ac:spMkLst>
        </pc:spChg>
        <pc:spChg chg="mod">
          <ac:chgData name="seungchul you" userId="e71affdd49f1a5fa" providerId="LiveId" clId="{BEAE5118-0C5F-44B9-AB46-D73CD8BA36B5}" dt="2021-02-01T13:22:08.604" v="20"/>
          <ac:spMkLst>
            <pc:docMk/>
            <pc:sldMk cId="3874842493" sldId="273"/>
            <ac:spMk id="30" creationId="{B6355B86-4A60-4AEB-89DA-9B6052E39BBD}"/>
          </ac:spMkLst>
        </pc:spChg>
        <pc:spChg chg="mod">
          <ac:chgData name="seungchul you" userId="e71affdd49f1a5fa" providerId="LiveId" clId="{BEAE5118-0C5F-44B9-AB46-D73CD8BA36B5}" dt="2021-02-01T13:22:08.604" v="20"/>
          <ac:spMkLst>
            <pc:docMk/>
            <pc:sldMk cId="3874842493" sldId="273"/>
            <ac:spMk id="31" creationId="{4C1B6B5E-FD63-4FB6-9E98-CA5FDA13032C}"/>
          </ac:spMkLst>
        </pc:spChg>
        <pc:spChg chg="mod">
          <ac:chgData name="seungchul you" userId="e71affdd49f1a5fa" providerId="LiveId" clId="{BEAE5118-0C5F-44B9-AB46-D73CD8BA36B5}" dt="2021-02-01T13:22:08.604" v="20"/>
          <ac:spMkLst>
            <pc:docMk/>
            <pc:sldMk cId="3874842493" sldId="273"/>
            <ac:spMk id="32" creationId="{ACDD92E0-4781-45E4-957B-86AB6425DA29}"/>
          </ac:spMkLst>
        </pc:spChg>
        <pc:spChg chg="mod">
          <ac:chgData name="seungchul you" userId="e71affdd49f1a5fa" providerId="LiveId" clId="{BEAE5118-0C5F-44B9-AB46-D73CD8BA36B5}" dt="2021-02-01T13:22:08.604" v="20"/>
          <ac:spMkLst>
            <pc:docMk/>
            <pc:sldMk cId="3874842493" sldId="273"/>
            <ac:spMk id="33" creationId="{A2DDECAC-C83B-4449-8A4B-D7007C07BA9C}"/>
          </ac:spMkLst>
        </pc:spChg>
        <pc:spChg chg="mod">
          <ac:chgData name="seungchul you" userId="e71affdd49f1a5fa" providerId="LiveId" clId="{BEAE5118-0C5F-44B9-AB46-D73CD8BA36B5}" dt="2021-02-01T13:22:08.604" v="20"/>
          <ac:spMkLst>
            <pc:docMk/>
            <pc:sldMk cId="3874842493" sldId="273"/>
            <ac:spMk id="35" creationId="{51286B7B-5678-4790-997F-8B5532CD279B}"/>
          </ac:spMkLst>
        </pc:spChg>
        <pc:spChg chg="mod">
          <ac:chgData name="seungchul you" userId="e71affdd49f1a5fa" providerId="LiveId" clId="{BEAE5118-0C5F-44B9-AB46-D73CD8BA36B5}" dt="2021-02-01T13:22:08.604" v="20"/>
          <ac:spMkLst>
            <pc:docMk/>
            <pc:sldMk cId="3874842493" sldId="273"/>
            <ac:spMk id="36" creationId="{62C828EB-B7CE-4AED-BB5B-60E0F21EA655}"/>
          </ac:spMkLst>
        </pc:spChg>
        <pc:spChg chg="mod">
          <ac:chgData name="seungchul you" userId="e71affdd49f1a5fa" providerId="LiveId" clId="{BEAE5118-0C5F-44B9-AB46-D73CD8BA36B5}" dt="2021-02-01T13:22:08.604" v="20"/>
          <ac:spMkLst>
            <pc:docMk/>
            <pc:sldMk cId="3874842493" sldId="273"/>
            <ac:spMk id="37" creationId="{512AD2C9-8DBA-48BD-AF4B-CB4B77692094}"/>
          </ac:spMkLst>
        </pc:spChg>
        <pc:spChg chg="mod">
          <ac:chgData name="seungchul you" userId="e71affdd49f1a5fa" providerId="LiveId" clId="{BEAE5118-0C5F-44B9-AB46-D73CD8BA36B5}" dt="2021-02-01T13:22:08.604" v="20"/>
          <ac:spMkLst>
            <pc:docMk/>
            <pc:sldMk cId="3874842493" sldId="273"/>
            <ac:spMk id="38" creationId="{F20A53E5-D873-45DE-9E0D-A2A881BA5DA0}"/>
          </ac:spMkLst>
        </pc:spChg>
        <pc:spChg chg="mod">
          <ac:chgData name="seungchul you" userId="e71affdd49f1a5fa" providerId="LiveId" clId="{BEAE5118-0C5F-44B9-AB46-D73CD8BA36B5}" dt="2021-02-01T13:22:08.604" v="20"/>
          <ac:spMkLst>
            <pc:docMk/>
            <pc:sldMk cId="3874842493" sldId="273"/>
            <ac:spMk id="39" creationId="{F103613E-F5DC-45DE-A0DB-EE4B31AB6D2A}"/>
          </ac:spMkLst>
        </pc:spChg>
        <pc:spChg chg="mod">
          <ac:chgData name="seungchul you" userId="e71affdd49f1a5fa" providerId="LiveId" clId="{BEAE5118-0C5F-44B9-AB46-D73CD8BA36B5}" dt="2021-02-01T13:22:08.604" v="20"/>
          <ac:spMkLst>
            <pc:docMk/>
            <pc:sldMk cId="3874842493" sldId="273"/>
            <ac:spMk id="40" creationId="{43A31DA4-E480-4734-9397-41D70582D8C2}"/>
          </ac:spMkLst>
        </pc:spChg>
        <pc:grpChg chg="add mod">
          <ac:chgData name="seungchul you" userId="e71affdd49f1a5fa" providerId="LiveId" clId="{BEAE5118-0C5F-44B9-AB46-D73CD8BA36B5}" dt="2021-02-01T13:22:08.604" v="20"/>
          <ac:grpSpMkLst>
            <pc:docMk/>
            <pc:sldMk cId="3874842493" sldId="273"/>
            <ac:grpSpMk id="2" creationId="{1C32B803-24F7-4BD4-B985-2E7AD62A0486}"/>
          </ac:grpSpMkLst>
        </pc:grpChg>
        <pc:grpChg chg="mod">
          <ac:chgData name="seungchul you" userId="e71affdd49f1a5fa" providerId="LiveId" clId="{BEAE5118-0C5F-44B9-AB46-D73CD8BA36B5}" dt="2021-02-01T13:22:08.604" v="20"/>
          <ac:grpSpMkLst>
            <pc:docMk/>
            <pc:sldMk cId="3874842493" sldId="273"/>
            <ac:grpSpMk id="3" creationId="{4D93FD2D-67F0-4E44-B819-A8D6EF296A67}"/>
          </ac:grpSpMkLst>
        </pc:grpChg>
        <pc:grpChg chg="mod">
          <ac:chgData name="seungchul you" userId="e71affdd49f1a5fa" providerId="LiveId" clId="{BEAE5118-0C5F-44B9-AB46-D73CD8BA36B5}" dt="2021-02-01T13:22:08.604" v="20"/>
          <ac:grpSpMkLst>
            <pc:docMk/>
            <pc:sldMk cId="3874842493" sldId="273"/>
            <ac:grpSpMk id="5" creationId="{8837F433-3BA5-4A3D-B404-08F2E558EA60}"/>
          </ac:grpSpMkLst>
        </pc:grpChg>
        <pc:grpChg chg="mod">
          <ac:chgData name="seungchul you" userId="e71affdd49f1a5fa" providerId="LiveId" clId="{BEAE5118-0C5F-44B9-AB46-D73CD8BA36B5}" dt="2021-02-01T13:22:08.604" v="20"/>
          <ac:grpSpMkLst>
            <pc:docMk/>
            <pc:sldMk cId="3874842493" sldId="273"/>
            <ac:grpSpMk id="6" creationId="{DA55467C-79E7-45FD-9D3C-82A61846CB7A}"/>
          </ac:grpSpMkLst>
        </pc:grpChg>
        <pc:grpChg chg="mod">
          <ac:chgData name="seungchul you" userId="e71affdd49f1a5fa" providerId="LiveId" clId="{BEAE5118-0C5F-44B9-AB46-D73CD8BA36B5}" dt="2021-02-01T13:22:08.604" v="20"/>
          <ac:grpSpMkLst>
            <pc:docMk/>
            <pc:sldMk cId="3874842493" sldId="273"/>
            <ac:grpSpMk id="7" creationId="{DEAAF8D6-56A1-4C53-A503-44970948EECE}"/>
          </ac:grpSpMkLst>
        </pc:grpChg>
        <pc:grpChg chg="mod">
          <ac:chgData name="seungchul you" userId="e71affdd49f1a5fa" providerId="LiveId" clId="{BEAE5118-0C5F-44B9-AB46-D73CD8BA36B5}" dt="2021-02-01T13:22:08.604" v="20"/>
          <ac:grpSpMkLst>
            <pc:docMk/>
            <pc:sldMk cId="3874842493" sldId="273"/>
            <ac:grpSpMk id="8" creationId="{EF16734D-00A0-443A-86A7-AB721F4144E7}"/>
          </ac:grpSpMkLst>
        </pc:grpChg>
        <pc:grpChg chg="mod">
          <ac:chgData name="seungchul you" userId="e71affdd49f1a5fa" providerId="LiveId" clId="{BEAE5118-0C5F-44B9-AB46-D73CD8BA36B5}" dt="2021-02-01T13:22:08.604" v="20"/>
          <ac:grpSpMkLst>
            <pc:docMk/>
            <pc:sldMk cId="3874842493" sldId="273"/>
            <ac:grpSpMk id="9" creationId="{C4C0A5BA-7D38-49E5-9B24-2506B67E735B}"/>
          </ac:grpSpMkLst>
        </pc:grpChg>
        <pc:grpChg chg="mod">
          <ac:chgData name="seungchul you" userId="e71affdd49f1a5fa" providerId="LiveId" clId="{BEAE5118-0C5F-44B9-AB46-D73CD8BA36B5}" dt="2021-02-01T13:22:08.604" v="20"/>
          <ac:grpSpMkLst>
            <pc:docMk/>
            <pc:sldMk cId="3874842493" sldId="273"/>
            <ac:grpSpMk id="10" creationId="{DCE7383E-6FAC-4C6F-9611-636FD31CE748}"/>
          </ac:grpSpMkLst>
        </pc:grpChg>
        <pc:grpChg chg="mod">
          <ac:chgData name="seungchul you" userId="e71affdd49f1a5fa" providerId="LiveId" clId="{BEAE5118-0C5F-44B9-AB46-D73CD8BA36B5}" dt="2021-02-01T13:22:08.604" v="20"/>
          <ac:grpSpMkLst>
            <pc:docMk/>
            <pc:sldMk cId="3874842493" sldId="273"/>
            <ac:grpSpMk id="11" creationId="{B9E39C97-5228-42F8-8938-4B83C9C03D07}"/>
          </ac:grpSpMkLst>
        </pc:grpChg>
        <pc:grpChg chg="mod">
          <ac:chgData name="seungchul you" userId="e71affdd49f1a5fa" providerId="LiveId" clId="{BEAE5118-0C5F-44B9-AB46-D73CD8BA36B5}" dt="2021-02-01T13:22:08.604" v="20"/>
          <ac:grpSpMkLst>
            <pc:docMk/>
            <pc:sldMk cId="3874842493" sldId="273"/>
            <ac:grpSpMk id="13" creationId="{57999366-C528-42B4-A796-990BF39AAA71}"/>
          </ac:grpSpMkLst>
        </pc:grpChg>
        <pc:grpChg chg="mod">
          <ac:chgData name="seungchul you" userId="e71affdd49f1a5fa" providerId="LiveId" clId="{BEAE5118-0C5F-44B9-AB46-D73CD8BA36B5}" dt="2021-02-01T13:22:08.604" v="20"/>
          <ac:grpSpMkLst>
            <pc:docMk/>
            <pc:sldMk cId="3874842493" sldId="273"/>
            <ac:grpSpMk id="14" creationId="{69287C36-7C86-4825-A182-2040C89FFF7E}"/>
          </ac:grpSpMkLst>
        </pc:grpChg>
        <pc:grpChg chg="mod">
          <ac:chgData name="seungchul you" userId="e71affdd49f1a5fa" providerId="LiveId" clId="{BEAE5118-0C5F-44B9-AB46-D73CD8BA36B5}" dt="2021-02-01T13:22:08.604" v="20"/>
          <ac:grpSpMkLst>
            <pc:docMk/>
            <pc:sldMk cId="3874842493" sldId="273"/>
            <ac:grpSpMk id="15" creationId="{708E2F51-E194-4F98-803E-8EBFC6E9C6F7}"/>
          </ac:grpSpMkLst>
        </pc:grpChg>
        <pc:picChg chg="mod">
          <ac:chgData name="seungchul you" userId="e71affdd49f1a5fa" providerId="LiveId" clId="{BEAE5118-0C5F-44B9-AB46-D73CD8BA36B5}" dt="2021-02-01T13:22:08.604" v="20"/>
          <ac:picMkLst>
            <pc:docMk/>
            <pc:sldMk cId="3874842493" sldId="273"/>
            <ac:picMk id="26" creationId="{B06FA5CB-CDD5-4BEA-89C4-D984F53149AF}"/>
          </ac:picMkLst>
        </pc:picChg>
        <pc:picChg chg="mod">
          <ac:chgData name="seungchul you" userId="e71affdd49f1a5fa" providerId="LiveId" clId="{BEAE5118-0C5F-44B9-AB46-D73CD8BA36B5}" dt="2021-02-01T13:22:08.604" v="20"/>
          <ac:picMkLst>
            <pc:docMk/>
            <pc:sldMk cId="3874842493" sldId="273"/>
            <ac:picMk id="29" creationId="{A37FD420-6BAA-4AD4-9BE4-3A98D1E2DE67}"/>
          </ac:picMkLst>
        </pc:picChg>
        <pc:picChg chg="mod">
          <ac:chgData name="seungchul you" userId="e71affdd49f1a5fa" providerId="LiveId" clId="{BEAE5118-0C5F-44B9-AB46-D73CD8BA36B5}" dt="2021-02-01T13:22:08.604" v="20"/>
          <ac:picMkLst>
            <pc:docMk/>
            <pc:sldMk cId="3874842493" sldId="273"/>
            <ac:picMk id="34" creationId="{4F214769-742B-41A3-A2E0-C31162D4F2BC}"/>
          </ac:picMkLst>
        </pc:picChg>
        <pc:picChg chg="mod">
          <ac:chgData name="seungchul you" userId="e71affdd49f1a5fa" providerId="LiveId" clId="{BEAE5118-0C5F-44B9-AB46-D73CD8BA36B5}" dt="2021-02-01T13:22:08.604" v="20"/>
          <ac:picMkLst>
            <pc:docMk/>
            <pc:sldMk cId="3874842493" sldId="273"/>
            <ac:picMk id="41" creationId="{A4E3BCB3-CBE2-4A77-A2EF-F9A7249E9322}"/>
          </ac:picMkLst>
        </pc:picChg>
      </pc:sldChg>
    </pc:docChg>
  </pc:docChgLst>
  <pc:docChgLst>
    <pc:chgData name="유승철" userId="9584054c-e08f-4935-bde6-b53c2dd0dfbc" providerId="ADAL" clId="{4429A729-2498-4619-801D-CD20A14C395E}"/>
    <pc:docChg chg="modSld">
      <pc:chgData name="유승철" userId="9584054c-e08f-4935-bde6-b53c2dd0dfbc" providerId="ADAL" clId="{4429A729-2498-4619-801D-CD20A14C395E}" dt="2021-12-08T04:30:14.628" v="0" actId="465"/>
      <pc:docMkLst>
        <pc:docMk/>
      </pc:docMkLst>
      <pc:sldChg chg="modSp mod">
        <pc:chgData name="유승철" userId="9584054c-e08f-4935-bde6-b53c2dd0dfbc" providerId="ADAL" clId="{4429A729-2498-4619-801D-CD20A14C395E}" dt="2021-12-08T04:30:14.628" v="0" actId="465"/>
        <pc:sldMkLst>
          <pc:docMk/>
          <pc:sldMk cId="882373454" sldId="274"/>
        </pc:sldMkLst>
        <pc:grpChg chg="mod">
          <ac:chgData name="유승철" userId="9584054c-e08f-4935-bde6-b53c2dd0dfbc" providerId="ADAL" clId="{4429A729-2498-4619-801D-CD20A14C395E}" dt="2021-12-08T04:30:14.628" v="0" actId="465"/>
          <ac:grpSpMkLst>
            <pc:docMk/>
            <pc:sldMk cId="882373454" sldId="274"/>
            <ac:grpSpMk id="115" creationId="{A4CE1D3A-5EB7-4BAE-87D1-0CAD11259B22}"/>
          </ac:grpSpMkLst>
        </pc:grpChg>
      </pc:sldChg>
    </pc:docChg>
  </pc:docChgLst>
  <pc:docChgLst>
    <pc:chgData name="유승철" userId="9584054c-e08f-4935-bde6-b53c2dd0dfbc" providerId="ADAL" clId="{7C750F8B-BB9F-4B14-95D8-6116C6ED6FBF}"/>
    <pc:docChg chg="modSld">
      <pc:chgData name="유승철" userId="9584054c-e08f-4935-bde6-b53c2dd0dfbc" providerId="ADAL" clId="{7C750F8B-BB9F-4B14-95D8-6116C6ED6FBF}" dt="2021-01-07T07:46:24.244" v="4" actId="2711"/>
      <pc:docMkLst>
        <pc:docMk/>
      </pc:docMkLst>
      <pc:sldChg chg="modSp">
        <pc:chgData name="유승철" userId="9584054c-e08f-4935-bde6-b53c2dd0dfbc" providerId="ADAL" clId="{7C750F8B-BB9F-4B14-95D8-6116C6ED6FBF}" dt="2021-01-07T07:46:24.244" v="4" actId="2711"/>
        <pc:sldMkLst>
          <pc:docMk/>
          <pc:sldMk cId="3894148367" sldId="268"/>
        </pc:sldMkLst>
        <pc:spChg chg="mod">
          <ac:chgData name="유승철" userId="9584054c-e08f-4935-bde6-b53c2dd0dfbc" providerId="ADAL" clId="{7C750F8B-BB9F-4B14-95D8-6116C6ED6FBF}" dt="2021-01-07T07:41:06.573" v="3" actId="2711"/>
          <ac:spMkLst>
            <pc:docMk/>
            <pc:sldMk cId="3894148367" sldId="268"/>
            <ac:spMk id="4" creationId="{B236E1EA-0BE4-F745-8BF1-E5362265090C}"/>
          </ac:spMkLst>
        </pc:spChg>
        <pc:spChg chg="mod">
          <ac:chgData name="유승철" userId="9584054c-e08f-4935-bde6-b53c2dd0dfbc" providerId="ADAL" clId="{7C750F8B-BB9F-4B14-95D8-6116C6ED6FBF}" dt="2021-01-07T07:24:14.657" v="2" actId="20577"/>
          <ac:spMkLst>
            <pc:docMk/>
            <pc:sldMk cId="3894148367" sldId="268"/>
            <ac:spMk id="202" creationId="{12A0E0E2-1B23-4696-A12D-C721126D89B4}"/>
          </ac:spMkLst>
        </pc:spChg>
        <pc:spChg chg="mod">
          <ac:chgData name="유승철" userId="9584054c-e08f-4935-bde6-b53c2dd0dfbc" providerId="ADAL" clId="{7C750F8B-BB9F-4B14-95D8-6116C6ED6FBF}" dt="2021-01-07T07:46:24.244" v="4" actId="2711"/>
          <ac:spMkLst>
            <pc:docMk/>
            <pc:sldMk cId="3894148367" sldId="268"/>
            <ac:spMk id="224" creationId="{3EE99997-2A24-40C5-A109-8AED5D2AD216}"/>
          </ac:spMkLst>
        </pc:spChg>
      </pc:sldChg>
    </pc:docChg>
  </pc:docChgLst>
  <pc:docChgLst>
    <pc:chgData name="이유림" userId="c4f7c10e-9591-4e08-8489-adf65147d8f2" providerId="ADAL" clId="{3F21633C-31C2-4902-AC3E-9390B9C1A027}"/>
    <pc:docChg chg="undo custSel modSld">
      <pc:chgData name="이유림" userId="c4f7c10e-9591-4e08-8489-adf65147d8f2" providerId="ADAL" clId="{3F21633C-31C2-4902-AC3E-9390B9C1A027}" dt="2025-05-19T08:00:03.881" v="4303" actId="20577"/>
      <pc:docMkLst>
        <pc:docMk/>
      </pc:docMkLst>
      <pc:sldChg chg="addSp delSp modSp mod">
        <pc:chgData name="이유림" userId="c4f7c10e-9591-4e08-8489-adf65147d8f2" providerId="ADAL" clId="{3F21633C-31C2-4902-AC3E-9390B9C1A027}" dt="2025-05-19T05:50:16.764" v="4275" actId="6549"/>
        <pc:sldMkLst>
          <pc:docMk/>
          <pc:sldMk cId="2782649627" sldId="272"/>
        </pc:sldMkLst>
        <pc:spChg chg="mod">
          <ac:chgData name="이유림" userId="c4f7c10e-9591-4e08-8489-adf65147d8f2" providerId="ADAL" clId="{3F21633C-31C2-4902-AC3E-9390B9C1A027}" dt="2025-05-16T06:54:32.734" v="4040"/>
          <ac:spMkLst>
            <pc:docMk/>
            <pc:sldMk cId="2782649627" sldId="272"/>
            <ac:spMk id="5" creationId="{82305561-9C83-4AF0-BE74-852E6825B240}"/>
          </ac:spMkLst>
        </pc:spChg>
        <pc:spChg chg="mod">
          <ac:chgData name="이유림" userId="c4f7c10e-9591-4e08-8489-adf65147d8f2" providerId="ADAL" clId="{3F21633C-31C2-4902-AC3E-9390B9C1A027}" dt="2025-05-19T05:49:55.278" v="4265" actId="20577"/>
          <ac:spMkLst>
            <pc:docMk/>
            <pc:sldMk cId="2782649627" sldId="272"/>
            <ac:spMk id="6" creationId="{DED35015-0367-84FA-A5D5-450932F82C1F}"/>
          </ac:spMkLst>
        </pc:spChg>
        <pc:spChg chg="mod">
          <ac:chgData name="이유림" userId="c4f7c10e-9591-4e08-8489-adf65147d8f2" providerId="ADAL" clId="{3F21633C-31C2-4902-AC3E-9390B9C1A027}" dt="2025-05-16T05:24:48.809" v="1438"/>
          <ac:spMkLst>
            <pc:docMk/>
            <pc:sldMk cId="2782649627" sldId="272"/>
            <ac:spMk id="9" creationId="{FB2576A0-DC7F-C3FC-B94A-F8AA39B3AF24}"/>
          </ac:spMkLst>
        </pc:spChg>
        <pc:spChg chg="mod">
          <ac:chgData name="이유림" userId="c4f7c10e-9591-4e08-8489-adf65147d8f2" providerId="ADAL" clId="{3F21633C-31C2-4902-AC3E-9390B9C1A027}" dt="2025-05-16T06:53:04.949" v="3958"/>
          <ac:spMkLst>
            <pc:docMk/>
            <pc:sldMk cId="2782649627" sldId="272"/>
            <ac:spMk id="51" creationId="{5F5371DF-6046-8077-4FFB-F6CB903D5047}"/>
          </ac:spMkLst>
        </pc:spChg>
        <pc:spChg chg="mod">
          <ac:chgData name="이유림" userId="c4f7c10e-9591-4e08-8489-adf65147d8f2" providerId="ADAL" clId="{3F21633C-31C2-4902-AC3E-9390B9C1A027}" dt="2025-05-16T05:24:55.944" v="1440"/>
          <ac:spMkLst>
            <pc:docMk/>
            <pc:sldMk cId="2782649627" sldId="272"/>
            <ac:spMk id="56" creationId="{2C1AF0F8-F6DF-3D3A-1F6F-8535C5B7B49E}"/>
          </ac:spMkLst>
        </pc:spChg>
        <pc:spChg chg="add mod">
          <ac:chgData name="이유림" userId="c4f7c10e-9591-4e08-8489-adf65147d8f2" providerId="ADAL" clId="{3F21633C-31C2-4902-AC3E-9390B9C1A027}" dt="2025-05-19T05:50:16.764" v="4275" actId="6549"/>
          <ac:spMkLst>
            <pc:docMk/>
            <pc:sldMk cId="2782649627" sldId="272"/>
            <ac:spMk id="71" creationId="{5863319B-2DD0-D6C4-A975-D14639DEC84D}"/>
          </ac:spMkLst>
        </pc:spChg>
        <pc:grpChg chg="add mod">
          <ac:chgData name="이유림" userId="c4f7c10e-9591-4e08-8489-adf65147d8f2" providerId="ADAL" clId="{3F21633C-31C2-4902-AC3E-9390B9C1A027}" dt="2025-05-16T05:24:48.809" v="1438"/>
          <ac:grpSpMkLst>
            <pc:docMk/>
            <pc:sldMk cId="2782649627" sldId="272"/>
            <ac:grpSpMk id="4" creationId="{4EE9D79B-356F-32C2-1D7F-2F1FFBC56E57}"/>
          </ac:grpSpMkLst>
        </pc:grpChg>
        <pc:grpChg chg="del">
          <ac:chgData name="이유림" userId="c4f7c10e-9591-4e08-8489-adf65147d8f2" providerId="ADAL" clId="{3F21633C-31C2-4902-AC3E-9390B9C1A027}" dt="2025-05-16T05:24:48.204" v="1437" actId="478"/>
          <ac:grpSpMkLst>
            <pc:docMk/>
            <pc:sldMk cId="2782649627" sldId="272"/>
            <ac:grpSpMk id="10" creationId="{68906903-3AED-E33F-1FE8-1148A5B11F88}"/>
          </ac:grpSpMkLst>
        </pc:grpChg>
        <pc:grpChg chg="add mod">
          <ac:chgData name="이유림" userId="c4f7c10e-9591-4e08-8489-adf65147d8f2" providerId="ADAL" clId="{3F21633C-31C2-4902-AC3E-9390B9C1A027}" dt="2025-05-16T05:24:55.944" v="1440"/>
          <ac:grpSpMkLst>
            <pc:docMk/>
            <pc:sldMk cId="2782649627" sldId="272"/>
            <ac:grpSpMk id="31" creationId="{7D76C08B-212A-7B36-511D-09AAAB861BC7}"/>
          </ac:grpSpMkLst>
        </pc:grpChg>
        <pc:grpChg chg="mod">
          <ac:chgData name="이유림" userId="c4f7c10e-9591-4e08-8489-adf65147d8f2" providerId="ADAL" clId="{3F21633C-31C2-4902-AC3E-9390B9C1A027}" dt="2025-05-16T05:24:55.944" v="1440"/>
          <ac:grpSpMkLst>
            <pc:docMk/>
            <pc:sldMk cId="2782649627" sldId="272"/>
            <ac:grpSpMk id="32" creationId="{07AC1D2C-C144-D01F-C0C7-EB355D73310C}"/>
          </ac:grpSpMkLst>
        </pc:grpChg>
        <pc:grpChg chg="del">
          <ac:chgData name="이유림" userId="c4f7c10e-9591-4e08-8489-adf65147d8f2" providerId="ADAL" clId="{3F21633C-31C2-4902-AC3E-9390B9C1A027}" dt="2025-05-16T05:24:55.664" v="1439" actId="478"/>
          <ac:grpSpMkLst>
            <pc:docMk/>
            <pc:sldMk cId="2782649627" sldId="272"/>
            <ac:grpSpMk id="54" creationId="{49150F4E-386B-D310-C11F-1AFF34018427}"/>
          </ac:grpSpMkLst>
        </pc:grpChg>
        <pc:grpChg chg="mod">
          <ac:chgData name="이유림" userId="c4f7c10e-9591-4e08-8489-adf65147d8f2" providerId="ADAL" clId="{3F21633C-31C2-4902-AC3E-9390B9C1A027}" dt="2025-05-16T05:25:06.039" v="1441" actId="1076"/>
          <ac:grpSpMkLst>
            <pc:docMk/>
            <pc:sldMk cId="2782649627" sldId="272"/>
            <ac:grpSpMk id="62" creationId="{60B2A956-938C-D274-B006-6568900F12B0}"/>
          </ac:grpSpMkLst>
        </pc:grpChg>
        <pc:picChg chg="mod">
          <ac:chgData name="이유림" userId="c4f7c10e-9591-4e08-8489-adf65147d8f2" providerId="ADAL" clId="{3F21633C-31C2-4902-AC3E-9390B9C1A027}" dt="2025-05-16T05:24:48.809" v="1438"/>
          <ac:picMkLst>
            <pc:docMk/>
            <pc:sldMk cId="2782649627" sldId="272"/>
            <ac:picMk id="13" creationId="{774CD221-0574-DFAC-F092-BD45EC059F5B}"/>
          </ac:picMkLst>
        </pc:picChg>
        <pc:picChg chg="mod">
          <ac:chgData name="이유림" userId="c4f7c10e-9591-4e08-8489-adf65147d8f2" providerId="ADAL" clId="{3F21633C-31C2-4902-AC3E-9390B9C1A027}" dt="2025-05-16T05:24:48.809" v="1438"/>
          <ac:picMkLst>
            <pc:docMk/>
            <pc:sldMk cId="2782649627" sldId="272"/>
            <ac:picMk id="14" creationId="{B91E3B27-E082-FCE6-F583-537377F2BE50}"/>
          </ac:picMkLst>
        </pc:picChg>
        <pc:picChg chg="mod">
          <ac:chgData name="이유림" userId="c4f7c10e-9591-4e08-8489-adf65147d8f2" providerId="ADAL" clId="{3F21633C-31C2-4902-AC3E-9390B9C1A027}" dt="2025-05-16T05:24:48.809" v="1438"/>
          <ac:picMkLst>
            <pc:docMk/>
            <pc:sldMk cId="2782649627" sldId="272"/>
            <ac:picMk id="15" creationId="{51FF77E4-3906-499D-BD58-E35D647A530F}"/>
          </ac:picMkLst>
        </pc:picChg>
        <pc:picChg chg="mod">
          <ac:chgData name="이유림" userId="c4f7c10e-9591-4e08-8489-adf65147d8f2" providerId="ADAL" clId="{3F21633C-31C2-4902-AC3E-9390B9C1A027}" dt="2025-05-16T05:24:48.809" v="1438"/>
          <ac:picMkLst>
            <pc:docMk/>
            <pc:sldMk cId="2782649627" sldId="272"/>
            <ac:picMk id="16" creationId="{995590B9-E5C8-AFD6-2E17-858CDB40BC64}"/>
          </ac:picMkLst>
        </pc:picChg>
        <pc:picChg chg="mod">
          <ac:chgData name="이유림" userId="c4f7c10e-9591-4e08-8489-adf65147d8f2" providerId="ADAL" clId="{3F21633C-31C2-4902-AC3E-9390B9C1A027}" dt="2025-05-16T05:24:48.809" v="1438"/>
          <ac:picMkLst>
            <pc:docMk/>
            <pc:sldMk cId="2782649627" sldId="272"/>
            <ac:picMk id="17" creationId="{E578C0F4-132A-5DB5-96FB-372CA8D8527D}"/>
          </ac:picMkLst>
        </pc:picChg>
        <pc:picChg chg="mod">
          <ac:chgData name="이유림" userId="c4f7c10e-9591-4e08-8489-adf65147d8f2" providerId="ADAL" clId="{3F21633C-31C2-4902-AC3E-9390B9C1A027}" dt="2025-05-16T05:24:48.809" v="1438"/>
          <ac:picMkLst>
            <pc:docMk/>
            <pc:sldMk cId="2782649627" sldId="272"/>
            <ac:picMk id="18" creationId="{1379AAB6-6A56-19AE-DCD2-930B7FA2F2FC}"/>
          </ac:picMkLst>
        </pc:picChg>
        <pc:picChg chg="mod">
          <ac:chgData name="이유림" userId="c4f7c10e-9591-4e08-8489-adf65147d8f2" providerId="ADAL" clId="{3F21633C-31C2-4902-AC3E-9390B9C1A027}" dt="2025-05-16T05:24:48.809" v="1438"/>
          <ac:picMkLst>
            <pc:docMk/>
            <pc:sldMk cId="2782649627" sldId="272"/>
            <ac:picMk id="19" creationId="{B58F1CEB-E52D-621D-1189-13D8BAC66D24}"/>
          </ac:picMkLst>
        </pc:picChg>
        <pc:picChg chg="mod">
          <ac:chgData name="이유림" userId="c4f7c10e-9591-4e08-8489-adf65147d8f2" providerId="ADAL" clId="{3F21633C-31C2-4902-AC3E-9390B9C1A027}" dt="2025-05-16T05:24:48.809" v="1438"/>
          <ac:picMkLst>
            <pc:docMk/>
            <pc:sldMk cId="2782649627" sldId="272"/>
            <ac:picMk id="20" creationId="{8EE4EE7C-C4C8-61CA-333B-098D7D2E0F52}"/>
          </ac:picMkLst>
        </pc:picChg>
        <pc:picChg chg="mod">
          <ac:chgData name="이유림" userId="c4f7c10e-9591-4e08-8489-adf65147d8f2" providerId="ADAL" clId="{3F21633C-31C2-4902-AC3E-9390B9C1A027}" dt="2025-05-16T05:24:48.809" v="1438"/>
          <ac:picMkLst>
            <pc:docMk/>
            <pc:sldMk cId="2782649627" sldId="272"/>
            <ac:picMk id="21" creationId="{D4DB8A8B-6007-FECE-2C74-4E8FB7FAB25E}"/>
          </ac:picMkLst>
        </pc:picChg>
        <pc:picChg chg="mod">
          <ac:chgData name="이유림" userId="c4f7c10e-9591-4e08-8489-adf65147d8f2" providerId="ADAL" clId="{3F21633C-31C2-4902-AC3E-9390B9C1A027}" dt="2025-05-16T05:24:48.809" v="1438"/>
          <ac:picMkLst>
            <pc:docMk/>
            <pc:sldMk cId="2782649627" sldId="272"/>
            <ac:picMk id="22" creationId="{53767A3B-5CA1-EF6E-2A3C-A941259CA11B}"/>
          </ac:picMkLst>
        </pc:picChg>
        <pc:picChg chg="mod">
          <ac:chgData name="이유림" userId="c4f7c10e-9591-4e08-8489-adf65147d8f2" providerId="ADAL" clId="{3F21633C-31C2-4902-AC3E-9390B9C1A027}" dt="2025-05-16T05:24:48.809" v="1438"/>
          <ac:picMkLst>
            <pc:docMk/>
            <pc:sldMk cId="2782649627" sldId="272"/>
            <ac:picMk id="23" creationId="{2F70D15B-7912-B27B-A8BE-EDA769CBD8A3}"/>
          </ac:picMkLst>
        </pc:picChg>
        <pc:picChg chg="mod">
          <ac:chgData name="이유림" userId="c4f7c10e-9591-4e08-8489-adf65147d8f2" providerId="ADAL" clId="{3F21633C-31C2-4902-AC3E-9390B9C1A027}" dt="2025-05-16T05:24:48.809" v="1438"/>
          <ac:picMkLst>
            <pc:docMk/>
            <pc:sldMk cId="2782649627" sldId="272"/>
            <ac:picMk id="24" creationId="{9854A02C-3B85-379D-944B-7D118B58EB22}"/>
          </ac:picMkLst>
        </pc:picChg>
        <pc:picChg chg="mod">
          <ac:chgData name="이유림" userId="c4f7c10e-9591-4e08-8489-adf65147d8f2" providerId="ADAL" clId="{3F21633C-31C2-4902-AC3E-9390B9C1A027}" dt="2025-05-16T05:24:48.809" v="1438"/>
          <ac:picMkLst>
            <pc:docMk/>
            <pc:sldMk cId="2782649627" sldId="272"/>
            <ac:picMk id="25" creationId="{796BD53C-5D5A-FECC-35FF-A8017A809088}"/>
          </ac:picMkLst>
        </pc:picChg>
        <pc:picChg chg="mod">
          <ac:chgData name="이유림" userId="c4f7c10e-9591-4e08-8489-adf65147d8f2" providerId="ADAL" clId="{3F21633C-31C2-4902-AC3E-9390B9C1A027}" dt="2025-05-16T05:24:48.809" v="1438"/>
          <ac:picMkLst>
            <pc:docMk/>
            <pc:sldMk cId="2782649627" sldId="272"/>
            <ac:picMk id="26" creationId="{861D9BB7-DB0E-4272-7117-607489AF15AC}"/>
          </ac:picMkLst>
        </pc:picChg>
        <pc:picChg chg="mod">
          <ac:chgData name="이유림" userId="c4f7c10e-9591-4e08-8489-adf65147d8f2" providerId="ADAL" clId="{3F21633C-31C2-4902-AC3E-9390B9C1A027}" dt="2025-05-16T05:24:48.809" v="1438"/>
          <ac:picMkLst>
            <pc:docMk/>
            <pc:sldMk cId="2782649627" sldId="272"/>
            <ac:picMk id="27" creationId="{9B7CB431-269A-B7E1-4563-5A2715D1A41A}"/>
          </ac:picMkLst>
        </pc:picChg>
        <pc:picChg chg="mod">
          <ac:chgData name="이유림" userId="c4f7c10e-9591-4e08-8489-adf65147d8f2" providerId="ADAL" clId="{3F21633C-31C2-4902-AC3E-9390B9C1A027}" dt="2025-05-16T05:24:48.809" v="1438"/>
          <ac:picMkLst>
            <pc:docMk/>
            <pc:sldMk cId="2782649627" sldId="272"/>
            <ac:picMk id="28" creationId="{B749761E-DBA7-096D-BC11-33D7809E5E71}"/>
          </ac:picMkLst>
        </pc:picChg>
        <pc:picChg chg="mod">
          <ac:chgData name="이유림" userId="c4f7c10e-9591-4e08-8489-adf65147d8f2" providerId="ADAL" clId="{3F21633C-31C2-4902-AC3E-9390B9C1A027}" dt="2025-05-16T05:24:55.944" v="1440"/>
          <ac:picMkLst>
            <pc:docMk/>
            <pc:sldMk cId="2782649627" sldId="272"/>
            <ac:picMk id="37" creationId="{1831BB32-06F2-5244-FE32-3AF2AF6A4160}"/>
          </ac:picMkLst>
        </pc:picChg>
        <pc:picChg chg="mod">
          <ac:chgData name="이유림" userId="c4f7c10e-9591-4e08-8489-adf65147d8f2" providerId="ADAL" clId="{3F21633C-31C2-4902-AC3E-9390B9C1A027}" dt="2025-05-16T05:24:55.944" v="1440"/>
          <ac:picMkLst>
            <pc:docMk/>
            <pc:sldMk cId="2782649627" sldId="272"/>
            <ac:picMk id="69" creationId="{74E6315B-5E27-7F5B-4BA6-A7A9A18BE078}"/>
          </ac:picMkLst>
        </pc:picChg>
        <pc:picChg chg="mod">
          <ac:chgData name="이유림" userId="c4f7c10e-9591-4e08-8489-adf65147d8f2" providerId="ADAL" clId="{3F21633C-31C2-4902-AC3E-9390B9C1A027}" dt="2025-05-16T05:24:55.944" v="1440"/>
          <ac:picMkLst>
            <pc:docMk/>
            <pc:sldMk cId="2782649627" sldId="272"/>
            <ac:picMk id="70" creationId="{030130D3-5097-E15F-D2E3-BCEA1B9995C1}"/>
          </ac:picMkLst>
        </pc:picChg>
        <pc:cxnChg chg="mod">
          <ac:chgData name="이유림" userId="c4f7c10e-9591-4e08-8489-adf65147d8f2" providerId="ADAL" clId="{3F21633C-31C2-4902-AC3E-9390B9C1A027}" dt="2025-05-16T05:24:48.809" v="1438"/>
          <ac:cxnSpMkLst>
            <pc:docMk/>
            <pc:sldMk cId="2782649627" sldId="272"/>
            <ac:cxnSpMk id="12" creationId="{77C0D978-E12B-F27F-B78D-FE36B1517DED}"/>
          </ac:cxnSpMkLst>
        </pc:cxnChg>
        <pc:cxnChg chg="mod">
          <ac:chgData name="이유림" userId="c4f7c10e-9591-4e08-8489-adf65147d8f2" providerId="ADAL" clId="{3F21633C-31C2-4902-AC3E-9390B9C1A027}" dt="2025-05-16T05:24:48.204" v="1437" actId="478"/>
          <ac:cxnSpMkLst>
            <pc:docMk/>
            <pc:sldMk cId="2782649627" sldId="272"/>
            <ac:cxnSpMk id="30" creationId="{5A4410DA-71DF-E765-894A-4E7B9CDF29F4}"/>
          </ac:cxnSpMkLst>
        </pc:cxnChg>
        <pc:cxnChg chg="mod">
          <ac:chgData name="이유림" userId="c4f7c10e-9591-4e08-8489-adf65147d8f2" providerId="ADAL" clId="{3F21633C-31C2-4902-AC3E-9390B9C1A027}" dt="2025-05-16T05:24:55.664" v="1439" actId="478"/>
          <ac:cxnSpMkLst>
            <pc:docMk/>
            <pc:sldMk cId="2782649627" sldId="272"/>
            <ac:cxnSpMk id="60" creationId="{0DCCBFDF-B543-0029-C06F-6FCD63B7DBAA}"/>
          </ac:cxnSpMkLst>
        </pc:cxnChg>
        <pc:cxnChg chg="mod">
          <ac:chgData name="이유림" userId="c4f7c10e-9591-4e08-8489-adf65147d8f2" providerId="ADAL" clId="{3F21633C-31C2-4902-AC3E-9390B9C1A027}" dt="2025-05-16T05:24:55.944" v="1440"/>
          <ac:cxnSpMkLst>
            <pc:docMk/>
            <pc:sldMk cId="2782649627" sldId="272"/>
            <ac:cxnSpMk id="66" creationId="{AFD1FDDA-C6ED-B242-FC0F-A0971908B769}"/>
          </ac:cxnSpMkLst>
        </pc:cxnChg>
      </pc:sldChg>
      <pc:sldChg chg="modSp mod">
        <pc:chgData name="이유림" userId="c4f7c10e-9591-4e08-8489-adf65147d8f2" providerId="ADAL" clId="{3F21633C-31C2-4902-AC3E-9390B9C1A027}" dt="2025-05-19T08:00:03.881" v="4303" actId="20577"/>
        <pc:sldMkLst>
          <pc:docMk/>
          <pc:sldMk cId="2466279025" sldId="276"/>
        </pc:sldMkLst>
        <pc:spChg chg="mod">
          <ac:chgData name="이유림" userId="c4f7c10e-9591-4e08-8489-adf65147d8f2" providerId="ADAL" clId="{3F21633C-31C2-4902-AC3E-9390B9C1A027}" dt="2025-05-16T05:23:37.012" v="1435"/>
          <ac:spMkLst>
            <pc:docMk/>
            <pc:sldMk cId="2466279025" sldId="276"/>
            <ac:spMk id="6" creationId="{15141728-A305-8742-8C53-C14A4823EEFE}"/>
          </ac:spMkLst>
        </pc:spChg>
        <pc:spChg chg="mod">
          <ac:chgData name="이유림" userId="c4f7c10e-9591-4e08-8489-adf65147d8f2" providerId="ADAL" clId="{3F21633C-31C2-4902-AC3E-9390B9C1A027}" dt="2025-05-19T05:44:20.348" v="4105" actId="20577"/>
          <ac:spMkLst>
            <pc:docMk/>
            <pc:sldMk cId="2466279025" sldId="276"/>
            <ac:spMk id="7" creationId="{9953DB6D-4F8C-A254-58D1-4B9FA69E3E5F}"/>
          </ac:spMkLst>
        </pc:spChg>
        <pc:spChg chg="mod">
          <ac:chgData name="이유림" userId="c4f7c10e-9591-4e08-8489-adf65147d8f2" providerId="ADAL" clId="{3F21633C-31C2-4902-AC3E-9390B9C1A027}" dt="2025-05-19T06:59:15.017" v="4276" actId="6549"/>
          <ac:spMkLst>
            <pc:docMk/>
            <pc:sldMk cId="2466279025" sldId="276"/>
            <ac:spMk id="10" creationId="{3002AB62-B07F-0E3E-6ADC-2C254A27E042}"/>
          </ac:spMkLst>
        </pc:spChg>
        <pc:spChg chg="mod">
          <ac:chgData name="이유림" userId="c4f7c10e-9591-4e08-8489-adf65147d8f2" providerId="ADAL" clId="{3F21633C-31C2-4902-AC3E-9390B9C1A027}" dt="2025-05-16T02:53:57.875" v="74"/>
          <ac:spMkLst>
            <pc:docMk/>
            <pc:sldMk cId="2466279025" sldId="276"/>
            <ac:spMk id="50" creationId="{EB7D61D9-3C96-5D9A-41EF-E60C8B2AADC2}"/>
          </ac:spMkLst>
        </pc:spChg>
        <pc:spChg chg="mod">
          <ac:chgData name="이유림" userId="c4f7c10e-9591-4e08-8489-adf65147d8f2" providerId="ADAL" clId="{3F21633C-31C2-4902-AC3E-9390B9C1A027}" dt="2025-05-19T05:43:34.984" v="4067" actId="313"/>
          <ac:spMkLst>
            <pc:docMk/>
            <pc:sldMk cId="2466279025" sldId="276"/>
            <ac:spMk id="52" creationId="{7D8793DD-5632-37CB-DEFC-F8377686BF83}"/>
          </ac:spMkLst>
        </pc:spChg>
        <pc:spChg chg="mod">
          <ac:chgData name="이유림" userId="c4f7c10e-9591-4e08-8489-adf65147d8f2" providerId="ADAL" clId="{3F21633C-31C2-4902-AC3E-9390B9C1A027}" dt="2025-05-19T05:44:47.485" v="4124" actId="6549"/>
          <ac:spMkLst>
            <pc:docMk/>
            <pc:sldMk cId="2466279025" sldId="276"/>
            <ac:spMk id="56" creationId="{E9D28607-B0D6-75A7-47F7-8DD5D3172490}"/>
          </ac:spMkLst>
        </pc:spChg>
        <pc:spChg chg="mod">
          <ac:chgData name="이유림" userId="c4f7c10e-9591-4e08-8489-adf65147d8f2" providerId="ADAL" clId="{3F21633C-31C2-4902-AC3E-9390B9C1A027}" dt="2025-05-19T05:47:00.867" v="4153" actId="20577"/>
          <ac:spMkLst>
            <pc:docMk/>
            <pc:sldMk cId="2466279025" sldId="276"/>
            <ac:spMk id="60" creationId="{27F4FD55-5E51-94D6-8961-C81AFF3EC6D0}"/>
          </ac:spMkLst>
        </pc:spChg>
        <pc:spChg chg="mod">
          <ac:chgData name="이유림" userId="c4f7c10e-9591-4e08-8489-adf65147d8f2" providerId="ADAL" clId="{3F21633C-31C2-4902-AC3E-9390B9C1A027}" dt="2025-05-16T05:12:21.905" v="1184"/>
          <ac:spMkLst>
            <pc:docMk/>
            <pc:sldMk cId="2466279025" sldId="276"/>
            <ac:spMk id="61" creationId="{00EFB5C8-2104-7503-E991-9C789E7FE983}"/>
          </ac:spMkLst>
        </pc:spChg>
        <pc:spChg chg="mod">
          <ac:chgData name="이유림" userId="c4f7c10e-9591-4e08-8489-adf65147d8f2" providerId="ADAL" clId="{3F21633C-31C2-4902-AC3E-9390B9C1A027}" dt="2025-05-19T05:46:37.676" v="4134" actId="20577"/>
          <ac:spMkLst>
            <pc:docMk/>
            <pc:sldMk cId="2466279025" sldId="276"/>
            <ac:spMk id="62" creationId="{466C8CC7-48DF-07C9-EB44-354C9684A266}"/>
          </ac:spMkLst>
        </pc:spChg>
        <pc:spChg chg="mod">
          <ac:chgData name="이유림" userId="c4f7c10e-9591-4e08-8489-adf65147d8f2" providerId="ADAL" clId="{3F21633C-31C2-4902-AC3E-9390B9C1A027}" dt="2025-05-19T08:00:03.881" v="4303" actId="20577"/>
          <ac:spMkLst>
            <pc:docMk/>
            <pc:sldMk cId="2466279025" sldId="276"/>
            <ac:spMk id="63" creationId="{3D2ABEC0-FE94-A18C-5739-A185A38F80B4}"/>
          </ac:spMkLst>
        </pc:spChg>
        <pc:spChg chg="mod">
          <ac:chgData name="이유림" userId="c4f7c10e-9591-4e08-8489-adf65147d8f2" providerId="ADAL" clId="{3F21633C-31C2-4902-AC3E-9390B9C1A027}" dt="2025-05-16T05:10:16.363" v="1065"/>
          <ac:spMkLst>
            <pc:docMk/>
            <pc:sldMk cId="2466279025" sldId="276"/>
            <ac:spMk id="128" creationId="{874908EE-4D1F-DCA1-DAAB-4DF73D622422}"/>
          </ac:spMkLst>
        </pc:spChg>
        <pc:spChg chg="mod">
          <ac:chgData name="이유림" userId="c4f7c10e-9591-4e08-8489-adf65147d8f2" providerId="ADAL" clId="{3F21633C-31C2-4902-AC3E-9390B9C1A027}" dt="2025-05-16T06:14:20.268" v="2126" actId="20577"/>
          <ac:spMkLst>
            <pc:docMk/>
            <pc:sldMk cId="2466279025" sldId="276"/>
            <ac:spMk id="130" creationId="{EE4C7E90-DA52-1EF3-D8E6-BF09A54A2E18}"/>
          </ac:spMkLst>
        </pc:spChg>
        <pc:spChg chg="mod">
          <ac:chgData name="이유림" userId="c4f7c10e-9591-4e08-8489-adf65147d8f2" providerId="ADAL" clId="{3F21633C-31C2-4902-AC3E-9390B9C1A027}" dt="2025-05-16T05:10:16.363" v="1065"/>
          <ac:spMkLst>
            <pc:docMk/>
            <pc:sldMk cId="2466279025" sldId="276"/>
            <ac:spMk id="131" creationId="{3156983E-6195-A67F-AE87-60E7B11EA81D}"/>
          </ac:spMkLst>
        </pc:spChg>
        <pc:spChg chg="mod">
          <ac:chgData name="이유림" userId="c4f7c10e-9591-4e08-8489-adf65147d8f2" providerId="ADAL" clId="{3F21633C-31C2-4902-AC3E-9390B9C1A027}" dt="2025-05-16T05:10:16.363" v="1065"/>
          <ac:spMkLst>
            <pc:docMk/>
            <pc:sldMk cId="2466279025" sldId="276"/>
            <ac:spMk id="132" creationId="{F30228F8-1758-35D1-B384-D47731624E75}"/>
          </ac:spMkLst>
        </pc:spChg>
        <pc:spChg chg="mod">
          <ac:chgData name="이유림" userId="c4f7c10e-9591-4e08-8489-adf65147d8f2" providerId="ADAL" clId="{3F21633C-31C2-4902-AC3E-9390B9C1A027}" dt="2025-05-19T05:47:12.706" v="4164" actId="20577"/>
          <ac:spMkLst>
            <pc:docMk/>
            <pc:sldMk cId="2466279025" sldId="276"/>
            <ac:spMk id="173" creationId="{0A1E09A7-076E-1743-BC0F-172F6CCD32CB}"/>
          </ac:spMkLst>
        </pc:spChg>
        <pc:spChg chg="mod">
          <ac:chgData name="이유림" userId="c4f7c10e-9591-4e08-8489-adf65147d8f2" providerId="ADAL" clId="{3F21633C-31C2-4902-AC3E-9390B9C1A027}" dt="2025-05-16T05:23:55.429" v="1436"/>
          <ac:spMkLst>
            <pc:docMk/>
            <pc:sldMk cId="2466279025" sldId="276"/>
            <ac:spMk id="174" creationId="{594865E3-3C50-FB48-8316-2CD3220D232E}"/>
          </ac:spMkLst>
        </pc:spChg>
        <pc:spChg chg="mod">
          <ac:chgData name="이유림" userId="c4f7c10e-9591-4e08-8489-adf65147d8f2" providerId="ADAL" clId="{3F21633C-31C2-4902-AC3E-9390B9C1A027}" dt="2025-05-16T05:13:37.327" v="1267"/>
          <ac:spMkLst>
            <pc:docMk/>
            <pc:sldMk cId="2466279025" sldId="276"/>
            <ac:spMk id="175" creationId="{F0B5C5AF-2CC6-DFB4-28E5-8AEED4ED5327}"/>
          </ac:spMkLst>
        </pc:spChg>
        <pc:spChg chg="mod">
          <ac:chgData name="이유림" userId="c4f7c10e-9591-4e08-8489-adf65147d8f2" providerId="ADAL" clId="{3F21633C-31C2-4902-AC3E-9390B9C1A027}" dt="2025-05-16T05:15:34.312" v="1423"/>
          <ac:spMkLst>
            <pc:docMk/>
            <pc:sldMk cId="2466279025" sldId="276"/>
            <ac:spMk id="176" creationId="{BD1BC246-BA7D-3AD7-9AA1-F5C69D1B2C48}"/>
          </ac:spMkLst>
        </pc:spChg>
        <pc:spChg chg="mod">
          <ac:chgData name="이유림" userId="c4f7c10e-9591-4e08-8489-adf65147d8f2" providerId="ADAL" clId="{3F21633C-31C2-4902-AC3E-9390B9C1A027}" dt="2025-05-16T05:12:57.351" v="1226"/>
          <ac:spMkLst>
            <pc:docMk/>
            <pc:sldMk cId="2466279025" sldId="276"/>
            <ac:spMk id="178" creationId="{44247B0E-BD32-3F4F-6353-7CD3B7209D74}"/>
          </ac:spMkLst>
        </pc:spChg>
        <pc:grpChg chg="mod">
          <ac:chgData name="이유림" userId="c4f7c10e-9591-4e08-8489-adf65147d8f2" providerId="ADAL" clId="{3F21633C-31C2-4902-AC3E-9390B9C1A027}" dt="2025-05-16T05:12:30.684" v="1185" actId="465"/>
          <ac:grpSpMkLst>
            <pc:docMk/>
            <pc:sldMk cId="2466279025" sldId="276"/>
            <ac:grpSpMk id="2" creationId="{6C99F8B1-6683-5AF0-1369-2402A2FA771E}"/>
          </ac:grpSpMkLst>
        </pc:grpChg>
        <pc:grpChg chg="mod">
          <ac:chgData name="이유림" userId="c4f7c10e-9591-4e08-8489-adf65147d8f2" providerId="ADAL" clId="{3F21633C-31C2-4902-AC3E-9390B9C1A027}" dt="2025-05-16T05:12:30.684" v="1185" actId="465"/>
          <ac:grpSpMkLst>
            <pc:docMk/>
            <pc:sldMk cId="2466279025" sldId="276"/>
            <ac:grpSpMk id="13" creationId="{E5B56EEC-7D9C-7341-1D3A-14811A5E008A}"/>
          </ac:grpSpMkLst>
        </pc:grpChg>
        <pc:grpChg chg="mod">
          <ac:chgData name="이유림" userId="c4f7c10e-9591-4e08-8489-adf65147d8f2" providerId="ADAL" clId="{3F21633C-31C2-4902-AC3E-9390B9C1A027}" dt="2025-05-16T05:10:16.363" v="1065"/>
          <ac:grpSpMkLst>
            <pc:docMk/>
            <pc:sldMk cId="2466279025" sldId="276"/>
            <ac:grpSpMk id="55" creationId="{6C03A601-BE57-C75F-EF61-CD322E151556}"/>
          </ac:grpSpMkLst>
        </pc:grpChg>
        <pc:grpChg chg="mod">
          <ac:chgData name="이유림" userId="c4f7c10e-9591-4e08-8489-adf65147d8f2" providerId="ADAL" clId="{3F21633C-31C2-4902-AC3E-9390B9C1A027}" dt="2025-05-16T05:10:16.363" v="1065"/>
          <ac:grpSpMkLst>
            <pc:docMk/>
            <pc:sldMk cId="2466279025" sldId="276"/>
            <ac:grpSpMk id="57" creationId="{97DD50A0-20F2-5923-E68F-2FC1ACF6A4E8}"/>
          </ac:grpSpMkLst>
        </pc:grpChg>
        <pc:grpChg chg="mod">
          <ac:chgData name="이유림" userId="c4f7c10e-9591-4e08-8489-adf65147d8f2" providerId="ADAL" clId="{3F21633C-31C2-4902-AC3E-9390B9C1A027}" dt="2025-05-16T05:10:16.363" v="1065"/>
          <ac:grpSpMkLst>
            <pc:docMk/>
            <pc:sldMk cId="2466279025" sldId="276"/>
            <ac:grpSpMk id="58" creationId="{720D0140-974B-08DF-1E0E-163EAC41AF31}"/>
          </ac:grpSpMkLst>
        </pc:grpChg>
        <pc:grpChg chg="mod">
          <ac:chgData name="이유림" userId="c4f7c10e-9591-4e08-8489-adf65147d8f2" providerId="ADAL" clId="{3F21633C-31C2-4902-AC3E-9390B9C1A027}" dt="2025-05-16T05:10:16.363" v="1065"/>
          <ac:grpSpMkLst>
            <pc:docMk/>
            <pc:sldMk cId="2466279025" sldId="276"/>
            <ac:grpSpMk id="59" creationId="{E2484123-B1E8-9372-F2AC-EEBD300E0CA4}"/>
          </ac:grpSpMkLst>
        </pc:grpChg>
        <pc:picChg chg="mod">
          <ac:chgData name="이유림" userId="c4f7c10e-9591-4e08-8489-adf65147d8f2" providerId="ADAL" clId="{3F21633C-31C2-4902-AC3E-9390B9C1A027}" dt="2025-05-16T05:10:16.363" v="1065"/>
          <ac:picMkLst>
            <pc:docMk/>
            <pc:sldMk cId="2466279025" sldId="276"/>
            <ac:picMk id="133" creationId="{83E5D175-8451-47F2-A983-B1C077D604FB}"/>
          </ac:picMkLst>
        </pc:picChg>
      </pc:sldChg>
    </pc:docChg>
  </pc:docChgLst>
  <pc:docChgLst>
    <pc:chgData name="유승철" userId="9584054c-e08f-4935-bde6-b53c2dd0dfbc" providerId="ADAL" clId="{305C5F37-0B97-4FDC-9419-0CCD2BA97E2A}"/>
    <pc:docChg chg="undo redo custSel modSld">
      <pc:chgData name="유승철" userId="9584054c-e08f-4935-bde6-b53c2dd0dfbc" providerId="ADAL" clId="{305C5F37-0B97-4FDC-9419-0CCD2BA97E2A}" dt="2021-05-07T06:30:00.283" v="1527" actId="20577"/>
      <pc:docMkLst>
        <pc:docMk/>
      </pc:docMkLst>
      <pc:sldChg chg="modSp mod">
        <pc:chgData name="유승철" userId="9584054c-e08f-4935-bde6-b53c2dd0dfbc" providerId="ADAL" clId="{305C5F37-0B97-4FDC-9419-0CCD2BA97E2A}" dt="2021-05-07T06:30:00.283" v="1527" actId="20577"/>
        <pc:sldMkLst>
          <pc:docMk/>
          <pc:sldMk cId="3894148367" sldId="268"/>
        </pc:sldMkLst>
        <pc:spChg chg="mod">
          <ac:chgData name="유승철" userId="9584054c-e08f-4935-bde6-b53c2dd0dfbc" providerId="ADAL" clId="{305C5F37-0B97-4FDC-9419-0CCD2BA97E2A}" dt="2021-05-06T01:44:28.199" v="313" actId="20577"/>
          <ac:spMkLst>
            <pc:docMk/>
            <pc:sldMk cId="3894148367" sldId="268"/>
            <ac:spMk id="91" creationId="{7EA180DD-DC84-46EA-9BCA-A1F2D70BE939}"/>
          </ac:spMkLst>
        </pc:spChg>
        <pc:spChg chg="mod">
          <ac:chgData name="유승철" userId="9584054c-e08f-4935-bde6-b53c2dd0dfbc" providerId="ADAL" clId="{305C5F37-0B97-4FDC-9419-0CCD2BA97E2A}" dt="2021-05-04T08:38:45.975" v="83" actId="20577"/>
          <ac:spMkLst>
            <pc:docMk/>
            <pc:sldMk cId="3894148367" sldId="268"/>
            <ac:spMk id="93" creationId="{E43308FC-F91C-4C01-9C0F-E701C0B2C8A8}"/>
          </ac:spMkLst>
        </pc:spChg>
        <pc:spChg chg="mod">
          <ac:chgData name="유승철" userId="9584054c-e08f-4935-bde6-b53c2dd0dfbc" providerId="ADAL" clId="{305C5F37-0B97-4FDC-9419-0CCD2BA97E2A}" dt="2021-05-06T02:01:17.733" v="627" actId="20577"/>
          <ac:spMkLst>
            <pc:docMk/>
            <pc:sldMk cId="3894148367" sldId="268"/>
            <ac:spMk id="101" creationId="{C8CF16F3-5CD3-41BF-BC2A-6F67BA94972A}"/>
          </ac:spMkLst>
        </pc:spChg>
        <pc:spChg chg="mod">
          <ac:chgData name="유승철" userId="9584054c-e08f-4935-bde6-b53c2dd0dfbc" providerId="ADAL" clId="{305C5F37-0B97-4FDC-9419-0CCD2BA97E2A}" dt="2021-05-06T01:59:52.342" v="583" actId="20577"/>
          <ac:spMkLst>
            <pc:docMk/>
            <pc:sldMk cId="3894148367" sldId="268"/>
            <ac:spMk id="102" creationId="{13C06D22-8C48-4BCA-9889-47110573C908}"/>
          </ac:spMkLst>
        </pc:spChg>
        <pc:spChg chg="mod">
          <ac:chgData name="유승철" userId="9584054c-e08f-4935-bde6-b53c2dd0dfbc" providerId="ADAL" clId="{305C5F37-0B97-4FDC-9419-0CCD2BA97E2A}" dt="2021-05-06T02:39:04.508" v="1329" actId="20577"/>
          <ac:spMkLst>
            <pc:docMk/>
            <pc:sldMk cId="3894148367" sldId="268"/>
            <ac:spMk id="103" creationId="{A1729132-3151-4A34-BF46-C318990BA9B1}"/>
          </ac:spMkLst>
        </pc:spChg>
        <pc:spChg chg="mod">
          <ac:chgData name="유승철" userId="9584054c-e08f-4935-bde6-b53c2dd0dfbc" providerId="ADAL" clId="{305C5F37-0B97-4FDC-9419-0CCD2BA97E2A}" dt="2021-05-07T06:30:00.283" v="1527" actId="20577"/>
          <ac:spMkLst>
            <pc:docMk/>
            <pc:sldMk cId="3894148367" sldId="268"/>
            <ac:spMk id="105" creationId="{CDF23CCE-7438-4332-83B5-0E31A310CCB6}"/>
          </ac:spMkLst>
        </pc:spChg>
        <pc:spChg chg="mod">
          <ac:chgData name="유승철" userId="9584054c-e08f-4935-bde6-b53c2dd0dfbc" providerId="ADAL" clId="{305C5F37-0B97-4FDC-9419-0CCD2BA97E2A}" dt="2021-05-07T06:23:03.724" v="1356" actId="20577"/>
          <ac:spMkLst>
            <pc:docMk/>
            <pc:sldMk cId="3894148367" sldId="268"/>
            <ac:spMk id="106" creationId="{21C9319F-7A16-4842-A7D5-91394754D636}"/>
          </ac:spMkLst>
        </pc:spChg>
        <pc:spChg chg="mod">
          <ac:chgData name="유승철" userId="9584054c-e08f-4935-bde6-b53c2dd0dfbc" providerId="ADAL" clId="{305C5F37-0B97-4FDC-9419-0CCD2BA97E2A}" dt="2021-05-06T02:19:14.091" v="978" actId="20577"/>
          <ac:spMkLst>
            <pc:docMk/>
            <pc:sldMk cId="3894148367" sldId="268"/>
            <ac:spMk id="107" creationId="{D50CCB99-C1A2-49DF-B245-4835B5E0EFC8}"/>
          </ac:spMkLst>
        </pc:spChg>
        <pc:spChg chg="mod">
          <ac:chgData name="유승철" userId="9584054c-e08f-4935-bde6-b53c2dd0dfbc" providerId="ADAL" clId="{305C5F37-0B97-4FDC-9419-0CCD2BA97E2A}" dt="2021-05-06T01:48:35.115" v="443" actId="20577"/>
          <ac:spMkLst>
            <pc:docMk/>
            <pc:sldMk cId="3894148367" sldId="268"/>
            <ac:spMk id="108" creationId="{2C2D24C6-390E-4A7B-8B71-5ECBC9C06D37}"/>
          </ac:spMkLst>
        </pc:spChg>
        <pc:spChg chg="mod">
          <ac:chgData name="유승철" userId="9584054c-e08f-4935-bde6-b53c2dd0dfbc" providerId="ADAL" clId="{305C5F37-0B97-4FDC-9419-0CCD2BA97E2A}" dt="2021-05-06T02:31:14.201" v="1205" actId="20577"/>
          <ac:spMkLst>
            <pc:docMk/>
            <pc:sldMk cId="3894148367" sldId="268"/>
            <ac:spMk id="110" creationId="{23CB27AE-2A86-4DF6-8DA5-A70A52B5A860}"/>
          </ac:spMkLst>
        </pc:spChg>
        <pc:spChg chg="mod">
          <ac:chgData name="유승철" userId="9584054c-e08f-4935-bde6-b53c2dd0dfbc" providerId="ADAL" clId="{305C5F37-0B97-4FDC-9419-0CCD2BA97E2A}" dt="2021-05-06T02:36:54.487" v="1286" actId="20577"/>
          <ac:spMkLst>
            <pc:docMk/>
            <pc:sldMk cId="3894148367" sldId="268"/>
            <ac:spMk id="112" creationId="{43B030C7-2B6C-406A-AE09-761CD90F0260}"/>
          </ac:spMkLst>
        </pc:spChg>
        <pc:spChg chg="mod">
          <ac:chgData name="유승철" userId="9584054c-e08f-4935-bde6-b53c2dd0dfbc" providerId="ADAL" clId="{305C5F37-0B97-4FDC-9419-0CCD2BA97E2A}" dt="2021-05-06T01:59:10.703" v="575" actId="20577"/>
          <ac:spMkLst>
            <pc:docMk/>
            <pc:sldMk cId="3894148367" sldId="268"/>
            <ac:spMk id="120" creationId="{36869608-1CF1-4DDA-9978-7E85A8DC2093}"/>
          </ac:spMkLst>
        </pc:spChg>
        <pc:spChg chg="mod">
          <ac:chgData name="유승철" userId="9584054c-e08f-4935-bde6-b53c2dd0dfbc" providerId="ADAL" clId="{305C5F37-0B97-4FDC-9419-0CCD2BA97E2A}" dt="2021-05-06T01:51:32.161" v="454" actId="20577"/>
          <ac:spMkLst>
            <pc:docMk/>
            <pc:sldMk cId="3894148367" sldId="268"/>
            <ac:spMk id="121" creationId="{FEE8D561-9F8F-423C-8F7A-760B663C13E8}"/>
          </ac:spMkLst>
        </pc:spChg>
        <pc:spChg chg="mod">
          <ac:chgData name="유승철" userId="9584054c-e08f-4935-bde6-b53c2dd0dfbc" providerId="ADAL" clId="{305C5F37-0B97-4FDC-9419-0CCD2BA97E2A}" dt="2021-05-06T02:14:18.646" v="907" actId="20577"/>
          <ac:spMkLst>
            <pc:docMk/>
            <pc:sldMk cId="3894148367" sldId="268"/>
            <ac:spMk id="123" creationId="{932793DA-5250-461C-879D-DF020C995EBB}"/>
          </ac:spMkLst>
        </pc:spChg>
      </pc:sldChg>
    </pc:docChg>
  </pc:docChgLst>
  <pc:docChgLst>
    <pc:chgData name="유승철" userId="9584054c-e08f-4935-bde6-b53c2dd0dfbc" providerId="ADAL" clId="{C77BE5F8-8E83-40AE-A46F-D96D16318345}"/>
    <pc:docChg chg="undo custSel modSld">
      <pc:chgData name="유승철" userId="9584054c-e08f-4935-bde6-b53c2dd0dfbc" providerId="ADAL" clId="{C77BE5F8-8E83-40AE-A46F-D96D16318345}" dt="2022-03-10T08:42:08.723" v="311" actId="20577"/>
      <pc:docMkLst>
        <pc:docMk/>
      </pc:docMkLst>
      <pc:sldChg chg="addSp delSp modSp mod">
        <pc:chgData name="유승철" userId="9584054c-e08f-4935-bde6-b53c2dd0dfbc" providerId="ADAL" clId="{C77BE5F8-8E83-40AE-A46F-D96D16318345}" dt="2022-03-10T02:06:20.978" v="289" actId="1035"/>
        <pc:sldMkLst>
          <pc:docMk/>
          <pc:sldMk cId="2782649627" sldId="272"/>
        </pc:sldMkLst>
        <pc:spChg chg="mod topLvl">
          <ac:chgData name="유승철" userId="9584054c-e08f-4935-bde6-b53c2dd0dfbc" providerId="ADAL" clId="{C77BE5F8-8E83-40AE-A46F-D96D16318345}" dt="2022-03-10T02:06:15.397" v="285" actId="165"/>
          <ac:spMkLst>
            <pc:docMk/>
            <pc:sldMk cId="2782649627" sldId="272"/>
            <ac:spMk id="68" creationId="{B28EB228-2E60-4E4A-A788-4DAC49431389}"/>
          </ac:spMkLst>
        </pc:spChg>
        <pc:spChg chg="mod topLvl">
          <ac:chgData name="유승철" userId="9584054c-e08f-4935-bde6-b53c2dd0dfbc" providerId="ADAL" clId="{C77BE5F8-8E83-40AE-A46F-D96D16318345}" dt="2022-03-10T02:06:15.397" v="285" actId="165"/>
          <ac:spMkLst>
            <pc:docMk/>
            <pc:sldMk cId="2782649627" sldId="272"/>
            <ac:spMk id="69" creationId="{B6E1AC31-77DE-48C3-9C38-AE86989BC203}"/>
          </ac:spMkLst>
        </pc:spChg>
        <pc:spChg chg="mod topLvl">
          <ac:chgData name="유승철" userId="9584054c-e08f-4935-bde6-b53c2dd0dfbc" providerId="ADAL" clId="{C77BE5F8-8E83-40AE-A46F-D96D16318345}" dt="2022-03-10T02:06:19.265" v="286" actId="164"/>
          <ac:spMkLst>
            <pc:docMk/>
            <pc:sldMk cId="2782649627" sldId="272"/>
            <ac:spMk id="83" creationId="{DFBDA7B1-6ED9-4E5C-AC54-CE5100FD4F17}"/>
          </ac:spMkLst>
        </pc:spChg>
        <pc:spChg chg="mod topLvl">
          <ac:chgData name="유승철" userId="9584054c-e08f-4935-bde6-b53c2dd0dfbc" providerId="ADAL" clId="{C77BE5F8-8E83-40AE-A46F-D96D16318345}" dt="2022-03-10T02:06:19.265" v="286" actId="164"/>
          <ac:spMkLst>
            <pc:docMk/>
            <pc:sldMk cId="2782649627" sldId="272"/>
            <ac:spMk id="84" creationId="{A958E692-295E-47D3-9F7D-C02E4128DA75}"/>
          </ac:spMkLst>
        </pc:spChg>
        <pc:grpChg chg="add mod">
          <ac:chgData name="유승철" userId="9584054c-e08f-4935-bde6-b53c2dd0dfbc" providerId="ADAL" clId="{C77BE5F8-8E83-40AE-A46F-D96D16318345}" dt="2022-03-10T02:06:20.978" v="289" actId="1035"/>
          <ac:grpSpMkLst>
            <pc:docMk/>
            <pc:sldMk cId="2782649627" sldId="272"/>
            <ac:grpSpMk id="4" creationId="{80ADB28C-B52F-438C-9008-245921680DF2}"/>
          </ac:grpSpMkLst>
        </pc:grpChg>
        <pc:grpChg chg="del mod">
          <ac:chgData name="유승철" userId="9584054c-e08f-4935-bde6-b53c2dd0dfbc" providerId="ADAL" clId="{C77BE5F8-8E83-40AE-A46F-D96D16318345}" dt="2022-03-10T02:06:15.397" v="285" actId="165"/>
          <ac:grpSpMkLst>
            <pc:docMk/>
            <pc:sldMk cId="2782649627" sldId="272"/>
            <ac:grpSpMk id="67" creationId="{536D1202-9EBF-40F8-9434-34EFBBA4BA2D}"/>
          </ac:grpSpMkLst>
        </pc:grpChg>
        <pc:picChg chg="mod topLvl">
          <ac:chgData name="유승철" userId="9584054c-e08f-4935-bde6-b53c2dd0dfbc" providerId="ADAL" clId="{C77BE5F8-8E83-40AE-A46F-D96D16318345}" dt="2022-03-10T02:06:15.397" v="285" actId="165"/>
          <ac:picMkLst>
            <pc:docMk/>
            <pc:sldMk cId="2782649627" sldId="272"/>
            <ac:picMk id="71" creationId="{887476EA-2308-4CBF-8CFA-4B988EA57FDD}"/>
          </ac:picMkLst>
        </pc:picChg>
        <pc:picChg chg="mod topLvl">
          <ac:chgData name="유승철" userId="9584054c-e08f-4935-bde6-b53c2dd0dfbc" providerId="ADAL" clId="{C77BE5F8-8E83-40AE-A46F-D96D16318345}" dt="2022-03-10T02:06:15.397" v="285" actId="165"/>
          <ac:picMkLst>
            <pc:docMk/>
            <pc:sldMk cId="2782649627" sldId="272"/>
            <ac:picMk id="72" creationId="{F970B01B-1ABD-4BEE-B59B-9F521DE5DFEB}"/>
          </ac:picMkLst>
        </pc:picChg>
        <pc:picChg chg="mod topLvl">
          <ac:chgData name="유승철" userId="9584054c-e08f-4935-bde6-b53c2dd0dfbc" providerId="ADAL" clId="{C77BE5F8-8E83-40AE-A46F-D96D16318345}" dt="2022-03-10T02:06:15.397" v="285" actId="165"/>
          <ac:picMkLst>
            <pc:docMk/>
            <pc:sldMk cId="2782649627" sldId="272"/>
            <ac:picMk id="73" creationId="{7C0B699D-7812-47B1-B394-B068DEC9F770}"/>
          </ac:picMkLst>
        </pc:picChg>
        <pc:picChg chg="mod topLvl">
          <ac:chgData name="유승철" userId="9584054c-e08f-4935-bde6-b53c2dd0dfbc" providerId="ADAL" clId="{C77BE5F8-8E83-40AE-A46F-D96D16318345}" dt="2022-03-10T02:06:15.397" v="285" actId="165"/>
          <ac:picMkLst>
            <pc:docMk/>
            <pc:sldMk cId="2782649627" sldId="272"/>
            <ac:picMk id="75" creationId="{C79BF9E5-B54D-4D73-B41F-59CD3B1C2858}"/>
          </ac:picMkLst>
        </pc:picChg>
        <pc:picChg chg="mod topLvl">
          <ac:chgData name="유승철" userId="9584054c-e08f-4935-bde6-b53c2dd0dfbc" providerId="ADAL" clId="{C77BE5F8-8E83-40AE-A46F-D96D16318345}" dt="2022-03-10T02:06:15.397" v="285" actId="165"/>
          <ac:picMkLst>
            <pc:docMk/>
            <pc:sldMk cId="2782649627" sldId="272"/>
            <ac:picMk id="76" creationId="{F4F7F79E-F2F1-41FC-95D4-5334F22F5C6F}"/>
          </ac:picMkLst>
        </pc:picChg>
        <pc:picChg chg="mod topLvl">
          <ac:chgData name="유승철" userId="9584054c-e08f-4935-bde6-b53c2dd0dfbc" providerId="ADAL" clId="{C77BE5F8-8E83-40AE-A46F-D96D16318345}" dt="2022-03-10T02:06:15.397" v="285" actId="165"/>
          <ac:picMkLst>
            <pc:docMk/>
            <pc:sldMk cId="2782649627" sldId="272"/>
            <ac:picMk id="77" creationId="{7E9D50C2-3BF4-433E-A000-44CB5FB1E81D}"/>
          </ac:picMkLst>
        </pc:picChg>
        <pc:picChg chg="mod topLvl">
          <ac:chgData name="유승철" userId="9584054c-e08f-4935-bde6-b53c2dd0dfbc" providerId="ADAL" clId="{C77BE5F8-8E83-40AE-A46F-D96D16318345}" dt="2022-03-10T02:06:15.397" v="285" actId="165"/>
          <ac:picMkLst>
            <pc:docMk/>
            <pc:sldMk cId="2782649627" sldId="272"/>
            <ac:picMk id="78" creationId="{6AA55A5B-2DB7-4A6A-9300-7FA1B7444B6C}"/>
          </ac:picMkLst>
        </pc:picChg>
        <pc:picChg chg="mod topLvl">
          <ac:chgData name="유승철" userId="9584054c-e08f-4935-bde6-b53c2dd0dfbc" providerId="ADAL" clId="{C77BE5F8-8E83-40AE-A46F-D96D16318345}" dt="2022-03-10T02:06:15.397" v="285" actId="165"/>
          <ac:picMkLst>
            <pc:docMk/>
            <pc:sldMk cId="2782649627" sldId="272"/>
            <ac:picMk id="79" creationId="{7CA4036F-D36E-4D24-838D-BC80BB3091ED}"/>
          </ac:picMkLst>
        </pc:picChg>
        <pc:picChg chg="mod topLvl">
          <ac:chgData name="유승철" userId="9584054c-e08f-4935-bde6-b53c2dd0dfbc" providerId="ADAL" clId="{C77BE5F8-8E83-40AE-A46F-D96D16318345}" dt="2022-03-10T02:06:15.397" v="285" actId="165"/>
          <ac:picMkLst>
            <pc:docMk/>
            <pc:sldMk cId="2782649627" sldId="272"/>
            <ac:picMk id="80" creationId="{DCBA8351-5CB5-4721-B25F-0A01FAA2C3DA}"/>
          </ac:picMkLst>
        </pc:picChg>
        <pc:picChg chg="mod topLvl">
          <ac:chgData name="유승철" userId="9584054c-e08f-4935-bde6-b53c2dd0dfbc" providerId="ADAL" clId="{C77BE5F8-8E83-40AE-A46F-D96D16318345}" dt="2022-03-10T02:06:15.397" v="285" actId="165"/>
          <ac:picMkLst>
            <pc:docMk/>
            <pc:sldMk cId="2782649627" sldId="272"/>
            <ac:picMk id="81" creationId="{09146B98-1C22-4539-81A7-0F2E81E28E4D}"/>
          </ac:picMkLst>
        </pc:picChg>
        <pc:picChg chg="mod topLvl">
          <ac:chgData name="유승철" userId="9584054c-e08f-4935-bde6-b53c2dd0dfbc" providerId="ADAL" clId="{C77BE5F8-8E83-40AE-A46F-D96D16318345}" dt="2022-03-10T02:06:15.397" v="285" actId="165"/>
          <ac:picMkLst>
            <pc:docMk/>
            <pc:sldMk cId="2782649627" sldId="272"/>
            <ac:picMk id="82" creationId="{AF3E0445-3C4A-4C80-ADE4-F2940D77B2FF}"/>
          </ac:picMkLst>
        </pc:picChg>
        <pc:picChg chg="mod topLvl">
          <ac:chgData name="유승철" userId="9584054c-e08f-4935-bde6-b53c2dd0dfbc" providerId="ADAL" clId="{C77BE5F8-8E83-40AE-A46F-D96D16318345}" dt="2022-03-10T02:06:19.265" v="286" actId="164"/>
          <ac:picMkLst>
            <pc:docMk/>
            <pc:sldMk cId="2782649627" sldId="272"/>
            <ac:picMk id="86" creationId="{5A7FF5DA-11BD-4B3A-AC37-728763780022}"/>
          </ac:picMkLst>
        </pc:picChg>
        <pc:picChg chg="mod topLvl">
          <ac:chgData name="유승철" userId="9584054c-e08f-4935-bde6-b53c2dd0dfbc" providerId="ADAL" clId="{C77BE5F8-8E83-40AE-A46F-D96D16318345}" dt="2022-03-10T02:06:19.265" v="286" actId="164"/>
          <ac:picMkLst>
            <pc:docMk/>
            <pc:sldMk cId="2782649627" sldId="272"/>
            <ac:picMk id="87" creationId="{37B8FC24-91EB-4FF7-BE0B-AC624683C6AE}"/>
          </ac:picMkLst>
        </pc:picChg>
        <pc:picChg chg="mod topLvl">
          <ac:chgData name="유승철" userId="9584054c-e08f-4935-bde6-b53c2dd0dfbc" providerId="ADAL" clId="{C77BE5F8-8E83-40AE-A46F-D96D16318345}" dt="2022-03-10T02:06:19.265" v="286" actId="164"/>
          <ac:picMkLst>
            <pc:docMk/>
            <pc:sldMk cId="2782649627" sldId="272"/>
            <ac:picMk id="88" creationId="{BCD71973-5BF2-4D51-89C1-72DFA4F42415}"/>
          </ac:picMkLst>
        </pc:picChg>
        <pc:picChg chg="mod topLvl">
          <ac:chgData name="유승철" userId="9584054c-e08f-4935-bde6-b53c2dd0dfbc" providerId="ADAL" clId="{C77BE5F8-8E83-40AE-A46F-D96D16318345}" dt="2022-03-10T02:06:19.265" v="286" actId="164"/>
          <ac:picMkLst>
            <pc:docMk/>
            <pc:sldMk cId="2782649627" sldId="272"/>
            <ac:picMk id="89" creationId="{64300D85-43BD-4CFB-807C-14C3ED44E87A}"/>
          </ac:picMkLst>
        </pc:picChg>
        <pc:cxnChg chg="mod topLvl">
          <ac:chgData name="유승철" userId="9584054c-e08f-4935-bde6-b53c2dd0dfbc" providerId="ADAL" clId="{C77BE5F8-8E83-40AE-A46F-D96D16318345}" dt="2022-03-10T02:06:15.397" v="285" actId="165"/>
          <ac:cxnSpMkLst>
            <pc:docMk/>
            <pc:sldMk cId="2782649627" sldId="272"/>
            <ac:cxnSpMk id="70" creationId="{96EF4831-113C-463D-A7B2-3D611C9CF542}"/>
          </ac:cxnSpMkLst>
        </pc:cxnChg>
        <pc:cxnChg chg="mod topLvl">
          <ac:chgData name="유승철" userId="9584054c-e08f-4935-bde6-b53c2dd0dfbc" providerId="ADAL" clId="{C77BE5F8-8E83-40AE-A46F-D96D16318345}" dt="2022-03-10T02:06:19.265" v="286" actId="164"/>
          <ac:cxnSpMkLst>
            <pc:docMk/>
            <pc:sldMk cId="2782649627" sldId="272"/>
            <ac:cxnSpMk id="85" creationId="{F0F79823-0C3C-4029-B4FE-72BBED0BC09B}"/>
          </ac:cxnSpMkLst>
        </pc:cxnChg>
      </pc:sldChg>
      <pc:sldChg chg="addSp delSp modSp mod">
        <pc:chgData name="유승철" userId="9584054c-e08f-4935-bde6-b53c2dd0dfbc" providerId="ADAL" clId="{C77BE5F8-8E83-40AE-A46F-D96D16318345}" dt="2022-03-10T08:42:08.723" v="311" actId="20577"/>
        <pc:sldMkLst>
          <pc:docMk/>
          <pc:sldMk cId="2577289479" sldId="275"/>
        </pc:sldMkLst>
        <pc:spChg chg="add del mod">
          <ac:chgData name="유승철" userId="9584054c-e08f-4935-bde6-b53c2dd0dfbc" providerId="ADAL" clId="{C77BE5F8-8E83-40AE-A46F-D96D16318345}" dt="2022-03-10T01:56:34.357" v="267" actId="478"/>
          <ac:spMkLst>
            <pc:docMk/>
            <pc:sldMk cId="2577289479" sldId="275"/>
            <ac:spMk id="44" creationId="{C477F64D-94FF-4956-A005-EBFD98163D57}"/>
          </ac:spMkLst>
        </pc:spChg>
        <pc:spChg chg="mod">
          <ac:chgData name="유승철" userId="9584054c-e08f-4935-bde6-b53c2dd0dfbc" providerId="ADAL" clId="{C77BE5F8-8E83-40AE-A46F-D96D16318345}" dt="2022-03-10T06:22:18.534" v="296" actId="6549"/>
          <ac:spMkLst>
            <pc:docMk/>
            <pc:sldMk cId="2577289479" sldId="275"/>
            <ac:spMk id="81" creationId="{4D7D6310-AC13-4B9F-B65B-56B8C08D6243}"/>
          </ac:spMkLst>
        </pc:spChg>
        <pc:spChg chg="mod">
          <ac:chgData name="유승철" userId="9584054c-e08f-4935-bde6-b53c2dd0dfbc" providerId="ADAL" clId="{C77BE5F8-8E83-40AE-A46F-D96D16318345}" dt="2022-03-10T01:28:13.993" v="68" actId="20577"/>
          <ac:spMkLst>
            <pc:docMk/>
            <pc:sldMk cId="2577289479" sldId="275"/>
            <ac:spMk id="89" creationId="{32521E4C-E9A7-4AF9-B526-05FB49F6EA03}"/>
          </ac:spMkLst>
        </pc:spChg>
        <pc:spChg chg="mod">
          <ac:chgData name="유승철" userId="9584054c-e08f-4935-bde6-b53c2dd0dfbc" providerId="ADAL" clId="{C77BE5F8-8E83-40AE-A46F-D96D16318345}" dt="2022-03-10T08:42:08.723" v="311" actId="20577"/>
          <ac:spMkLst>
            <pc:docMk/>
            <pc:sldMk cId="2577289479" sldId="275"/>
            <ac:spMk id="93" creationId="{679D069E-3B5A-46D6-AD2F-4EBE57FF75B7}"/>
          </ac:spMkLst>
        </pc:spChg>
        <pc:grpChg chg="mod">
          <ac:chgData name="유승철" userId="9584054c-e08f-4935-bde6-b53c2dd0dfbc" providerId="ADAL" clId="{C77BE5F8-8E83-40AE-A46F-D96D16318345}" dt="2022-03-10T02:06:49.281" v="290" actId="465"/>
          <ac:grpSpMkLst>
            <pc:docMk/>
            <pc:sldMk cId="2577289479" sldId="275"/>
            <ac:grpSpMk id="83" creationId="{7369C3F9-DD64-41A5-AB0E-A68FD7FC0413}"/>
          </ac:grpSpMkLst>
        </pc:grpChg>
      </pc:sldChg>
    </pc:docChg>
  </pc:docChgLst>
  <pc:docChgLst>
    <pc:chgData name="유승철" userId="9584054c-e08f-4935-bde6-b53c2dd0dfbc" providerId="ADAL" clId="{4ECDA3AB-1917-4FC7-AA04-047C16B77D96}"/>
    <pc:docChg chg="modSld">
      <pc:chgData name="유승철" userId="9584054c-e08f-4935-bde6-b53c2dd0dfbc" providerId="ADAL" clId="{4ECDA3AB-1917-4FC7-AA04-047C16B77D96}" dt="2023-04-12T01:54:43.131" v="0" actId="20577"/>
      <pc:docMkLst>
        <pc:docMk/>
      </pc:docMkLst>
      <pc:sldChg chg="modSp mod">
        <pc:chgData name="유승철" userId="9584054c-e08f-4935-bde6-b53c2dd0dfbc" providerId="ADAL" clId="{4ECDA3AB-1917-4FC7-AA04-047C16B77D96}" dt="2023-04-12T01:54:43.131" v="0" actId="20577"/>
        <pc:sldMkLst>
          <pc:docMk/>
          <pc:sldMk cId="2782649627" sldId="272"/>
        </pc:sldMkLst>
        <pc:spChg chg="mod">
          <ac:chgData name="유승철" userId="9584054c-e08f-4935-bde6-b53c2dd0dfbc" providerId="ADAL" clId="{4ECDA3AB-1917-4FC7-AA04-047C16B77D96}" dt="2023-04-12T01:54:43.131" v="0" actId="20577"/>
          <ac:spMkLst>
            <pc:docMk/>
            <pc:sldMk cId="2782649627" sldId="272"/>
            <ac:spMk id="65" creationId="{A8B70E2F-0FB7-D45E-B52B-5D078ADA1A3D}"/>
          </ac:spMkLst>
        </pc:spChg>
      </pc:sldChg>
    </pc:docChg>
  </pc:docChgLst>
  <pc:docChgLst>
    <pc:chgData name="김예은" userId="6526923f-0c52-4639-9dbd-0f483d8fd367" providerId="ADAL" clId="{CE3128AF-7BD5-4BBF-91D8-7AA030497CCA}"/>
    <pc:docChg chg="undo custSel modSld">
      <pc:chgData name="김예은" userId="6526923f-0c52-4639-9dbd-0f483d8fd367" providerId="ADAL" clId="{CE3128AF-7BD5-4BBF-91D8-7AA030497CCA}" dt="2024-05-14T07:42:59.912" v="42" actId="20577"/>
      <pc:docMkLst>
        <pc:docMk/>
      </pc:docMkLst>
      <pc:sldChg chg="modSp mod">
        <pc:chgData name="김예은" userId="6526923f-0c52-4639-9dbd-0f483d8fd367" providerId="ADAL" clId="{CE3128AF-7BD5-4BBF-91D8-7AA030497CCA}" dt="2024-05-14T07:42:59.912" v="42" actId="20577"/>
        <pc:sldMkLst>
          <pc:docMk/>
          <pc:sldMk cId="2782649627" sldId="272"/>
        </pc:sldMkLst>
        <pc:spChg chg="mod">
          <ac:chgData name="김예은" userId="6526923f-0c52-4639-9dbd-0f483d8fd367" providerId="ADAL" clId="{CE3128AF-7BD5-4BBF-91D8-7AA030497CCA}" dt="2024-05-14T07:42:59.912" v="42" actId="20577"/>
          <ac:spMkLst>
            <pc:docMk/>
            <pc:sldMk cId="2782649627" sldId="272"/>
            <ac:spMk id="22" creationId="{08E94353-4D54-31EB-C869-FECC865ACB1A}"/>
          </ac:spMkLst>
        </pc:spChg>
      </pc:sldChg>
      <pc:sldChg chg="modSp mod">
        <pc:chgData name="김예은" userId="6526923f-0c52-4639-9dbd-0f483d8fd367" providerId="ADAL" clId="{CE3128AF-7BD5-4BBF-91D8-7AA030497CCA}" dt="2024-05-14T07:40:29.970" v="22" actId="20577"/>
        <pc:sldMkLst>
          <pc:docMk/>
          <pc:sldMk cId="2466279025" sldId="276"/>
        </pc:sldMkLst>
        <pc:spChg chg="mod">
          <ac:chgData name="김예은" userId="6526923f-0c52-4639-9dbd-0f483d8fd367" providerId="ADAL" clId="{CE3128AF-7BD5-4BBF-91D8-7AA030497CCA}" dt="2024-05-14T07:39:09.749" v="2" actId="108"/>
          <ac:spMkLst>
            <pc:docMk/>
            <pc:sldMk cId="2466279025" sldId="276"/>
            <ac:spMk id="52" creationId="{7D8793DD-5632-37CB-DEFC-F8377686BF83}"/>
          </ac:spMkLst>
        </pc:spChg>
        <pc:spChg chg="mod">
          <ac:chgData name="김예은" userId="6526923f-0c52-4639-9dbd-0f483d8fd367" providerId="ADAL" clId="{CE3128AF-7BD5-4BBF-91D8-7AA030497CCA}" dt="2024-05-14T07:40:29.970" v="22" actId="20577"/>
          <ac:spMkLst>
            <pc:docMk/>
            <pc:sldMk cId="2466279025" sldId="276"/>
            <ac:spMk id="175" creationId="{F0B5C5AF-2CC6-DFB4-28E5-8AEED4ED5327}"/>
          </ac:spMkLst>
        </pc:spChg>
      </pc:sldChg>
    </pc:docChg>
  </pc:docChgLst>
  <pc:docChgLst>
    <pc:chgData name="김예은" userId="6526923f-0c52-4639-9dbd-0f483d8fd367" providerId="ADAL" clId="{B1238959-3051-4E34-A6B9-84660C4CD9A2}"/>
    <pc:docChg chg="undo modSld">
      <pc:chgData name="김예은" userId="6526923f-0c52-4639-9dbd-0f483d8fd367" providerId="ADAL" clId="{B1238959-3051-4E34-A6B9-84660C4CD9A2}" dt="2021-01-08T07:59:20.076" v="55" actId="2711"/>
      <pc:docMkLst>
        <pc:docMk/>
      </pc:docMkLst>
      <pc:sldChg chg="modSp">
        <pc:chgData name="김예은" userId="6526923f-0c52-4639-9dbd-0f483d8fd367" providerId="ADAL" clId="{B1238959-3051-4E34-A6B9-84660C4CD9A2}" dt="2021-01-08T07:58:47.220" v="54" actId="20577"/>
        <pc:sldMkLst>
          <pc:docMk/>
          <pc:sldMk cId="3894148367" sldId="268"/>
        </pc:sldMkLst>
        <pc:spChg chg="mod">
          <ac:chgData name="김예은" userId="6526923f-0c52-4639-9dbd-0f483d8fd367" providerId="ADAL" clId="{B1238959-3051-4E34-A6B9-84660C4CD9A2}" dt="2021-01-08T07:57:40.804" v="8" actId="2711"/>
          <ac:spMkLst>
            <pc:docMk/>
            <pc:sldMk cId="3894148367" sldId="268"/>
            <ac:spMk id="4" creationId="{B236E1EA-0BE4-F745-8BF1-E5362265090C}"/>
          </ac:spMkLst>
        </pc:spChg>
        <pc:spChg chg="mod">
          <ac:chgData name="김예은" userId="6526923f-0c52-4639-9dbd-0f483d8fd367" providerId="ADAL" clId="{B1238959-3051-4E34-A6B9-84660C4CD9A2}" dt="2021-01-08T07:57:40.804" v="8" actId="2711"/>
          <ac:spMkLst>
            <pc:docMk/>
            <pc:sldMk cId="3894148367" sldId="268"/>
            <ac:spMk id="6" creationId="{15141728-A305-8742-8C53-C14A4823EEFE}"/>
          </ac:spMkLst>
        </pc:spChg>
        <pc:spChg chg="mod">
          <ac:chgData name="김예은" userId="6526923f-0c52-4639-9dbd-0f483d8fd367" providerId="ADAL" clId="{B1238959-3051-4E34-A6B9-84660C4CD9A2}" dt="2021-01-08T07:57:40.804" v="8" actId="2711"/>
          <ac:spMkLst>
            <pc:docMk/>
            <pc:sldMk cId="3894148367" sldId="268"/>
            <ac:spMk id="9" creationId="{433F74D7-B471-B74B-B175-4F7F0C821E10}"/>
          </ac:spMkLst>
        </pc:spChg>
        <pc:spChg chg="mod">
          <ac:chgData name="김예은" userId="6526923f-0c52-4639-9dbd-0f483d8fd367" providerId="ADAL" clId="{B1238959-3051-4E34-A6B9-84660C4CD9A2}" dt="2021-01-08T07:57:40.804" v="8" actId="2711"/>
          <ac:spMkLst>
            <pc:docMk/>
            <pc:sldMk cId="3894148367" sldId="268"/>
            <ac:spMk id="14" creationId="{EAFC8CD3-A3C3-8641-B8EE-6E19C8526EAD}"/>
          </ac:spMkLst>
        </pc:spChg>
        <pc:spChg chg="mod">
          <ac:chgData name="김예은" userId="6526923f-0c52-4639-9dbd-0f483d8fd367" providerId="ADAL" clId="{B1238959-3051-4E34-A6B9-84660C4CD9A2}" dt="2021-01-08T07:57:40.804" v="8" actId="2711"/>
          <ac:spMkLst>
            <pc:docMk/>
            <pc:sldMk cId="3894148367" sldId="268"/>
            <ac:spMk id="36" creationId="{FF80576F-2479-3C46-8947-212873D4E742}"/>
          </ac:spMkLst>
        </pc:spChg>
        <pc:spChg chg="mod">
          <ac:chgData name="김예은" userId="6526923f-0c52-4639-9dbd-0f483d8fd367" providerId="ADAL" clId="{B1238959-3051-4E34-A6B9-84660C4CD9A2}" dt="2021-01-08T07:57:40.804" v="8" actId="2711"/>
          <ac:spMkLst>
            <pc:docMk/>
            <pc:sldMk cId="3894148367" sldId="268"/>
            <ac:spMk id="37" creationId="{ACC53058-D028-6045-8974-C1AC64628A04}"/>
          </ac:spMkLst>
        </pc:spChg>
        <pc:spChg chg="mod">
          <ac:chgData name="김예은" userId="6526923f-0c52-4639-9dbd-0f483d8fd367" providerId="ADAL" clId="{B1238959-3051-4E34-A6B9-84660C4CD9A2}" dt="2021-01-08T07:57:40.804" v="8" actId="2711"/>
          <ac:spMkLst>
            <pc:docMk/>
            <pc:sldMk cId="3894148367" sldId="268"/>
            <ac:spMk id="44" creationId="{D6DF48C8-CFA2-47D5-A62F-A656461CE0AE}"/>
          </ac:spMkLst>
        </pc:spChg>
        <pc:spChg chg="mod">
          <ac:chgData name="김예은" userId="6526923f-0c52-4639-9dbd-0f483d8fd367" providerId="ADAL" clId="{B1238959-3051-4E34-A6B9-84660C4CD9A2}" dt="2021-01-08T07:57:40.804" v="8" actId="2711"/>
          <ac:spMkLst>
            <pc:docMk/>
            <pc:sldMk cId="3894148367" sldId="268"/>
            <ac:spMk id="45" creationId="{297B12E1-0312-4B53-AF8D-5B111D0C8ED3}"/>
          </ac:spMkLst>
        </pc:spChg>
        <pc:spChg chg="mod">
          <ac:chgData name="김예은" userId="6526923f-0c52-4639-9dbd-0f483d8fd367" providerId="ADAL" clId="{B1238959-3051-4E34-A6B9-84660C4CD9A2}" dt="2021-01-08T07:57:40.804" v="8" actId="2711"/>
          <ac:spMkLst>
            <pc:docMk/>
            <pc:sldMk cId="3894148367" sldId="268"/>
            <ac:spMk id="64" creationId="{6C4FDB8F-46AC-4B66-9963-BE38065BB76B}"/>
          </ac:spMkLst>
        </pc:spChg>
        <pc:spChg chg="mod">
          <ac:chgData name="김예은" userId="6526923f-0c52-4639-9dbd-0f483d8fd367" providerId="ADAL" clId="{B1238959-3051-4E34-A6B9-84660C4CD9A2}" dt="2021-01-08T07:57:40.804" v="8" actId="2711"/>
          <ac:spMkLst>
            <pc:docMk/>
            <pc:sldMk cId="3894148367" sldId="268"/>
            <ac:spMk id="194" creationId="{2CF5D081-D85B-4BD2-AFD6-2C0DF499435E}"/>
          </ac:spMkLst>
        </pc:spChg>
        <pc:spChg chg="mod">
          <ac:chgData name="김예은" userId="6526923f-0c52-4639-9dbd-0f483d8fd367" providerId="ADAL" clId="{B1238959-3051-4E34-A6B9-84660C4CD9A2}" dt="2021-01-08T07:58:47.220" v="54" actId="20577"/>
          <ac:spMkLst>
            <pc:docMk/>
            <pc:sldMk cId="3894148367" sldId="268"/>
            <ac:spMk id="195" creationId="{EDA2204F-0623-4AC8-8954-34A76D45837C}"/>
          </ac:spMkLst>
        </pc:spChg>
        <pc:spChg chg="mod">
          <ac:chgData name="김예은" userId="6526923f-0c52-4639-9dbd-0f483d8fd367" providerId="ADAL" clId="{B1238959-3051-4E34-A6B9-84660C4CD9A2}" dt="2021-01-08T07:57:40.804" v="8" actId="2711"/>
          <ac:spMkLst>
            <pc:docMk/>
            <pc:sldMk cId="3894148367" sldId="268"/>
            <ac:spMk id="197" creationId="{9F09EE25-1E5C-46D1-82D1-716926C424AE}"/>
          </ac:spMkLst>
        </pc:spChg>
        <pc:spChg chg="mod">
          <ac:chgData name="김예은" userId="6526923f-0c52-4639-9dbd-0f483d8fd367" providerId="ADAL" clId="{B1238959-3051-4E34-A6B9-84660C4CD9A2}" dt="2021-01-08T07:57:40.804" v="8" actId="2711"/>
          <ac:spMkLst>
            <pc:docMk/>
            <pc:sldMk cId="3894148367" sldId="268"/>
            <ac:spMk id="198" creationId="{3BD80C10-79C9-438E-B569-F8B4F5B444BF}"/>
          </ac:spMkLst>
        </pc:spChg>
        <pc:spChg chg="mod">
          <ac:chgData name="김예은" userId="6526923f-0c52-4639-9dbd-0f483d8fd367" providerId="ADAL" clId="{B1238959-3051-4E34-A6B9-84660C4CD9A2}" dt="2021-01-08T07:57:40.804" v="8" actId="2711"/>
          <ac:spMkLst>
            <pc:docMk/>
            <pc:sldMk cId="3894148367" sldId="268"/>
            <ac:spMk id="201" creationId="{FC69AE63-54A8-475D-89D8-EBA61827519F}"/>
          </ac:spMkLst>
        </pc:spChg>
        <pc:spChg chg="mod">
          <ac:chgData name="김예은" userId="6526923f-0c52-4639-9dbd-0f483d8fd367" providerId="ADAL" clId="{B1238959-3051-4E34-A6B9-84660C4CD9A2}" dt="2021-01-08T07:57:40.804" v="8" actId="2711"/>
          <ac:spMkLst>
            <pc:docMk/>
            <pc:sldMk cId="3894148367" sldId="268"/>
            <ac:spMk id="202" creationId="{12A0E0E2-1B23-4696-A12D-C721126D89B4}"/>
          </ac:spMkLst>
        </pc:spChg>
        <pc:spChg chg="mod">
          <ac:chgData name="김예은" userId="6526923f-0c52-4639-9dbd-0f483d8fd367" providerId="ADAL" clId="{B1238959-3051-4E34-A6B9-84660C4CD9A2}" dt="2021-01-08T07:57:57.221" v="9" actId="113"/>
          <ac:spMkLst>
            <pc:docMk/>
            <pc:sldMk cId="3894148367" sldId="268"/>
            <ac:spMk id="204" creationId="{3F11600D-84C2-4AA9-A451-F2DF83224F5D}"/>
          </ac:spMkLst>
        </pc:spChg>
        <pc:spChg chg="mod">
          <ac:chgData name="김예은" userId="6526923f-0c52-4639-9dbd-0f483d8fd367" providerId="ADAL" clId="{B1238959-3051-4E34-A6B9-84660C4CD9A2}" dt="2021-01-08T07:58:03.716" v="12" actId="1076"/>
          <ac:spMkLst>
            <pc:docMk/>
            <pc:sldMk cId="3894148367" sldId="268"/>
            <ac:spMk id="205" creationId="{9A532632-1359-4F24-8981-316053D8E56C}"/>
          </ac:spMkLst>
        </pc:spChg>
        <pc:spChg chg="mod">
          <ac:chgData name="김예은" userId="6526923f-0c52-4639-9dbd-0f483d8fd367" providerId="ADAL" clId="{B1238959-3051-4E34-A6B9-84660C4CD9A2}" dt="2021-01-08T07:57:40.804" v="8" actId="2711"/>
          <ac:spMkLst>
            <pc:docMk/>
            <pc:sldMk cId="3894148367" sldId="268"/>
            <ac:spMk id="208" creationId="{A522FFBE-9D50-4112-8491-650B453D0941}"/>
          </ac:spMkLst>
        </pc:spChg>
        <pc:spChg chg="mod">
          <ac:chgData name="김예은" userId="6526923f-0c52-4639-9dbd-0f483d8fd367" providerId="ADAL" clId="{B1238959-3051-4E34-A6B9-84660C4CD9A2}" dt="2021-01-08T07:57:40.804" v="8" actId="2711"/>
          <ac:spMkLst>
            <pc:docMk/>
            <pc:sldMk cId="3894148367" sldId="268"/>
            <ac:spMk id="209" creationId="{3FEF25B7-BD34-43A8-8E6A-6E64EB0FE155}"/>
          </ac:spMkLst>
        </pc:spChg>
        <pc:spChg chg="mod">
          <ac:chgData name="김예은" userId="6526923f-0c52-4639-9dbd-0f483d8fd367" providerId="ADAL" clId="{B1238959-3051-4E34-A6B9-84660C4CD9A2}" dt="2021-01-08T07:57:40.804" v="8" actId="2711"/>
          <ac:spMkLst>
            <pc:docMk/>
            <pc:sldMk cId="3894148367" sldId="268"/>
            <ac:spMk id="212" creationId="{B8B195AE-852C-4A62-A536-0D3A8E5EF45C}"/>
          </ac:spMkLst>
        </pc:spChg>
        <pc:spChg chg="mod">
          <ac:chgData name="김예은" userId="6526923f-0c52-4639-9dbd-0f483d8fd367" providerId="ADAL" clId="{B1238959-3051-4E34-A6B9-84660C4CD9A2}" dt="2021-01-08T07:57:40.804" v="8" actId="2711"/>
          <ac:spMkLst>
            <pc:docMk/>
            <pc:sldMk cId="3894148367" sldId="268"/>
            <ac:spMk id="213" creationId="{6BDE8C38-4568-4117-BF0C-6DA0A3463492}"/>
          </ac:spMkLst>
        </pc:spChg>
        <pc:spChg chg="mod">
          <ac:chgData name="김예은" userId="6526923f-0c52-4639-9dbd-0f483d8fd367" providerId="ADAL" clId="{B1238959-3051-4E34-A6B9-84660C4CD9A2}" dt="2021-01-08T07:58:30.278" v="37" actId="20577"/>
          <ac:spMkLst>
            <pc:docMk/>
            <pc:sldMk cId="3894148367" sldId="268"/>
            <ac:spMk id="214" creationId="{B37755D5-2B8D-43C6-9472-438C2C9C4852}"/>
          </ac:spMkLst>
        </pc:spChg>
        <pc:spChg chg="mod">
          <ac:chgData name="김예은" userId="6526923f-0c52-4639-9dbd-0f483d8fd367" providerId="ADAL" clId="{B1238959-3051-4E34-A6B9-84660C4CD9A2}" dt="2021-01-08T07:57:40.804" v="8" actId="2711"/>
          <ac:spMkLst>
            <pc:docMk/>
            <pc:sldMk cId="3894148367" sldId="268"/>
            <ac:spMk id="216" creationId="{B4D5A54A-7B53-4F3D-8F4F-B773EC08FF4A}"/>
          </ac:spMkLst>
        </pc:spChg>
        <pc:spChg chg="mod">
          <ac:chgData name="김예은" userId="6526923f-0c52-4639-9dbd-0f483d8fd367" providerId="ADAL" clId="{B1238959-3051-4E34-A6B9-84660C4CD9A2}" dt="2021-01-08T07:57:40.804" v="8" actId="2711"/>
          <ac:spMkLst>
            <pc:docMk/>
            <pc:sldMk cId="3894148367" sldId="268"/>
            <ac:spMk id="217" creationId="{90DBF093-C452-4CD3-886D-C62159B01E05}"/>
          </ac:spMkLst>
        </pc:spChg>
        <pc:spChg chg="mod">
          <ac:chgData name="김예은" userId="6526923f-0c52-4639-9dbd-0f483d8fd367" providerId="ADAL" clId="{B1238959-3051-4E34-A6B9-84660C4CD9A2}" dt="2021-01-08T07:57:40.804" v="8" actId="2711"/>
          <ac:spMkLst>
            <pc:docMk/>
            <pc:sldMk cId="3894148367" sldId="268"/>
            <ac:spMk id="219" creationId="{0CC670E6-1823-4F3A-B5D6-0AFAD218E8A0}"/>
          </ac:spMkLst>
        </pc:spChg>
        <pc:spChg chg="mod">
          <ac:chgData name="김예은" userId="6526923f-0c52-4639-9dbd-0f483d8fd367" providerId="ADAL" clId="{B1238959-3051-4E34-A6B9-84660C4CD9A2}" dt="2021-01-08T07:57:40.804" v="8" actId="2711"/>
          <ac:spMkLst>
            <pc:docMk/>
            <pc:sldMk cId="3894148367" sldId="268"/>
            <ac:spMk id="220" creationId="{9F81BBB5-0274-4D82-AE39-5E9F73DB98AC}"/>
          </ac:spMkLst>
        </pc:spChg>
        <pc:spChg chg="mod">
          <ac:chgData name="김예은" userId="6526923f-0c52-4639-9dbd-0f483d8fd367" providerId="ADAL" clId="{B1238959-3051-4E34-A6B9-84660C4CD9A2}" dt="2021-01-08T07:57:40.804" v="8" actId="2711"/>
          <ac:spMkLst>
            <pc:docMk/>
            <pc:sldMk cId="3894148367" sldId="268"/>
            <ac:spMk id="222" creationId="{C105854E-92B5-408C-ABDE-132A4974B26E}"/>
          </ac:spMkLst>
        </pc:spChg>
        <pc:spChg chg="mod">
          <ac:chgData name="김예은" userId="6526923f-0c52-4639-9dbd-0f483d8fd367" providerId="ADAL" clId="{B1238959-3051-4E34-A6B9-84660C4CD9A2}" dt="2021-01-08T07:57:40.804" v="8" actId="2711"/>
          <ac:spMkLst>
            <pc:docMk/>
            <pc:sldMk cId="3894148367" sldId="268"/>
            <ac:spMk id="223" creationId="{C6A83AC1-9637-4C97-AA02-796CFAF59667}"/>
          </ac:spMkLst>
        </pc:spChg>
        <pc:spChg chg="mod">
          <ac:chgData name="김예은" userId="6526923f-0c52-4639-9dbd-0f483d8fd367" providerId="ADAL" clId="{B1238959-3051-4E34-A6B9-84660C4CD9A2}" dt="2021-01-08T07:57:40.804" v="8" actId="2711"/>
          <ac:spMkLst>
            <pc:docMk/>
            <pc:sldMk cId="3894148367" sldId="268"/>
            <ac:spMk id="224" creationId="{3EE99997-2A24-40C5-A109-8AED5D2AD216}"/>
          </ac:spMkLst>
        </pc:spChg>
        <pc:spChg chg="mod">
          <ac:chgData name="김예은" userId="6526923f-0c52-4639-9dbd-0f483d8fd367" providerId="ADAL" clId="{B1238959-3051-4E34-A6B9-84660C4CD9A2}" dt="2021-01-08T07:57:40.804" v="8" actId="2711"/>
          <ac:spMkLst>
            <pc:docMk/>
            <pc:sldMk cId="3894148367" sldId="268"/>
            <ac:spMk id="225" creationId="{23D752DC-73B6-4A17-AF34-BFA1B1DD46F2}"/>
          </ac:spMkLst>
        </pc:spChg>
      </pc:sldChg>
      <pc:sldChg chg="modSp">
        <pc:chgData name="김예은" userId="6526923f-0c52-4639-9dbd-0f483d8fd367" providerId="ADAL" clId="{B1238959-3051-4E34-A6B9-84660C4CD9A2}" dt="2021-01-08T07:59:20.076" v="55" actId="2711"/>
        <pc:sldMkLst>
          <pc:docMk/>
          <pc:sldMk cId="2782649627" sldId="272"/>
        </pc:sldMkLst>
        <pc:spChg chg="mod">
          <ac:chgData name="김예은" userId="6526923f-0c52-4639-9dbd-0f483d8fd367" providerId="ADAL" clId="{B1238959-3051-4E34-A6B9-84660C4CD9A2}" dt="2021-01-08T07:59:20.076" v="55" actId="2711"/>
          <ac:spMkLst>
            <pc:docMk/>
            <pc:sldMk cId="2782649627" sldId="272"/>
            <ac:spMk id="3" creationId="{1E620C1D-660E-AF4F-AAF8-CCC204ECA751}"/>
          </ac:spMkLst>
        </pc:spChg>
        <pc:spChg chg="mod">
          <ac:chgData name="김예은" userId="6526923f-0c52-4639-9dbd-0f483d8fd367" providerId="ADAL" clId="{B1238959-3051-4E34-A6B9-84660C4CD9A2}" dt="2021-01-08T07:59:20.076" v="55" actId="2711"/>
          <ac:spMkLst>
            <pc:docMk/>
            <pc:sldMk cId="2782649627" sldId="272"/>
            <ac:spMk id="5" creationId="{82305561-9C83-4AF0-BE74-852E6825B240}"/>
          </ac:spMkLst>
        </pc:spChg>
        <pc:spChg chg="mod">
          <ac:chgData name="김예은" userId="6526923f-0c52-4639-9dbd-0f483d8fd367" providerId="ADAL" clId="{B1238959-3051-4E34-A6B9-84660C4CD9A2}" dt="2021-01-08T07:59:20.076" v="55" actId="2711"/>
          <ac:spMkLst>
            <pc:docMk/>
            <pc:sldMk cId="2782649627" sldId="272"/>
            <ac:spMk id="7" creationId="{938468A3-0298-BD43-BEE3-54B52999267C}"/>
          </ac:spMkLst>
        </pc:spChg>
        <pc:spChg chg="mod">
          <ac:chgData name="김예은" userId="6526923f-0c52-4639-9dbd-0f483d8fd367" providerId="ADAL" clId="{B1238959-3051-4E34-A6B9-84660C4CD9A2}" dt="2021-01-08T07:59:20.076" v="55" actId="2711"/>
          <ac:spMkLst>
            <pc:docMk/>
            <pc:sldMk cId="2782649627" sldId="272"/>
            <ac:spMk id="19" creationId="{268A7E56-B1EB-A148-84AF-B9F8FF9450F5}"/>
          </ac:spMkLst>
        </pc:spChg>
        <pc:spChg chg="mod">
          <ac:chgData name="김예은" userId="6526923f-0c52-4639-9dbd-0f483d8fd367" providerId="ADAL" clId="{B1238959-3051-4E34-A6B9-84660C4CD9A2}" dt="2021-01-08T07:59:20.076" v="55" actId="2711"/>
          <ac:spMkLst>
            <pc:docMk/>
            <pc:sldMk cId="2782649627" sldId="272"/>
            <ac:spMk id="20" creationId="{471E1807-55C6-904E-B5A1-82391BB97EA1}"/>
          </ac:spMkLst>
        </pc:spChg>
        <pc:spChg chg="mod">
          <ac:chgData name="김예은" userId="6526923f-0c52-4639-9dbd-0f483d8fd367" providerId="ADAL" clId="{B1238959-3051-4E34-A6B9-84660C4CD9A2}" dt="2021-01-08T07:59:20.076" v="55" actId="2711"/>
          <ac:spMkLst>
            <pc:docMk/>
            <pc:sldMk cId="2782649627" sldId="272"/>
            <ac:spMk id="21" creationId="{384A2B45-8C15-B84A-AC12-FF540FC75BFA}"/>
          </ac:spMkLst>
        </pc:spChg>
        <pc:spChg chg="mod">
          <ac:chgData name="김예은" userId="6526923f-0c52-4639-9dbd-0f483d8fd367" providerId="ADAL" clId="{B1238959-3051-4E34-A6B9-84660C4CD9A2}" dt="2021-01-08T07:59:20.076" v="55" actId="2711"/>
          <ac:spMkLst>
            <pc:docMk/>
            <pc:sldMk cId="2782649627" sldId="272"/>
            <ac:spMk id="53" creationId="{E73C2CF9-4AC7-4024-BEC3-B8AE621BAD32}"/>
          </ac:spMkLst>
        </pc:spChg>
        <pc:spChg chg="mod">
          <ac:chgData name="김예은" userId="6526923f-0c52-4639-9dbd-0f483d8fd367" providerId="ADAL" clId="{B1238959-3051-4E34-A6B9-84660C4CD9A2}" dt="2021-01-08T07:59:20.076" v="55" actId="2711"/>
          <ac:spMkLst>
            <pc:docMk/>
            <pc:sldMk cId="2782649627" sldId="272"/>
            <ac:spMk id="143" creationId="{BF74ACC5-2672-4264-B0F7-9A5CEDD7FEAD}"/>
          </ac:spMkLst>
        </pc:spChg>
        <pc:spChg chg="mod">
          <ac:chgData name="김예은" userId="6526923f-0c52-4639-9dbd-0f483d8fd367" providerId="ADAL" clId="{B1238959-3051-4E34-A6B9-84660C4CD9A2}" dt="2021-01-08T07:59:20.076" v="55" actId="2711"/>
          <ac:spMkLst>
            <pc:docMk/>
            <pc:sldMk cId="2782649627" sldId="272"/>
            <ac:spMk id="144" creationId="{617382B7-107C-4723-815A-239CD22C2B51}"/>
          </ac:spMkLst>
        </pc:spChg>
        <pc:spChg chg="mod">
          <ac:chgData name="김예은" userId="6526923f-0c52-4639-9dbd-0f483d8fd367" providerId="ADAL" clId="{B1238959-3051-4E34-A6B9-84660C4CD9A2}" dt="2021-01-08T07:59:20.076" v="55" actId="2711"/>
          <ac:spMkLst>
            <pc:docMk/>
            <pc:sldMk cId="2782649627" sldId="272"/>
            <ac:spMk id="157" creationId="{84143310-218D-45D2-8E92-611E72D7ABCB}"/>
          </ac:spMkLst>
        </pc:spChg>
        <pc:spChg chg="mod">
          <ac:chgData name="김예은" userId="6526923f-0c52-4639-9dbd-0f483d8fd367" providerId="ADAL" clId="{B1238959-3051-4E34-A6B9-84660C4CD9A2}" dt="2021-01-08T07:59:20.076" v="55" actId="2711"/>
          <ac:spMkLst>
            <pc:docMk/>
            <pc:sldMk cId="2782649627" sldId="272"/>
            <ac:spMk id="158" creationId="{22E2D6FB-33A1-46CD-B4BE-1DD98B59C9D8}"/>
          </ac:spMkLst>
        </pc:spChg>
        <pc:spChg chg="mod">
          <ac:chgData name="김예은" userId="6526923f-0c52-4639-9dbd-0f483d8fd367" providerId="ADAL" clId="{B1238959-3051-4E34-A6B9-84660C4CD9A2}" dt="2021-01-08T07:59:20.076" v="55" actId="2711"/>
          <ac:spMkLst>
            <pc:docMk/>
            <pc:sldMk cId="2782649627" sldId="272"/>
            <ac:spMk id="167" creationId="{957235A7-1133-45A0-8D7A-24A8B18E4366}"/>
          </ac:spMkLst>
        </pc:spChg>
        <pc:spChg chg="mod">
          <ac:chgData name="김예은" userId="6526923f-0c52-4639-9dbd-0f483d8fd367" providerId="ADAL" clId="{B1238959-3051-4E34-A6B9-84660C4CD9A2}" dt="2021-01-08T07:59:20.076" v="55" actId="2711"/>
          <ac:spMkLst>
            <pc:docMk/>
            <pc:sldMk cId="2782649627" sldId="272"/>
            <ac:spMk id="168" creationId="{823797B9-37D1-4662-8DB5-71A147581EEE}"/>
          </ac:spMkLst>
        </pc:spChg>
      </pc:sldChg>
    </pc:docChg>
  </pc:docChgLst>
  <pc:docChgLst>
    <pc:chgData name="김예은" userId="6526923f-0c52-4639-9dbd-0f483d8fd367" providerId="ADAL" clId="{7804BACA-C61E-4D72-B8F1-CEF67445A5F1}"/>
    <pc:docChg chg="undo custSel modSld">
      <pc:chgData name="김예은" userId="6526923f-0c52-4639-9dbd-0f483d8fd367" providerId="ADAL" clId="{7804BACA-C61E-4D72-B8F1-CEF67445A5F1}" dt="2022-09-05T07:18:03.003" v="733" actId="20577"/>
      <pc:docMkLst>
        <pc:docMk/>
      </pc:docMkLst>
      <pc:sldChg chg="modSp mod">
        <pc:chgData name="김예은" userId="6526923f-0c52-4639-9dbd-0f483d8fd367" providerId="ADAL" clId="{7804BACA-C61E-4D72-B8F1-CEF67445A5F1}" dt="2022-09-05T07:00:53.034" v="721" actId="20577"/>
        <pc:sldMkLst>
          <pc:docMk/>
          <pc:sldMk cId="2782649627" sldId="272"/>
        </pc:sldMkLst>
        <pc:spChg chg="mod">
          <ac:chgData name="김예은" userId="6526923f-0c52-4639-9dbd-0f483d8fd367" providerId="ADAL" clId="{7804BACA-C61E-4D72-B8F1-CEF67445A5F1}" dt="2022-09-05T07:00:04.916" v="691" actId="21"/>
          <ac:spMkLst>
            <pc:docMk/>
            <pc:sldMk cId="2782649627" sldId="272"/>
            <ac:spMk id="35" creationId="{A4AB9F45-E968-BBE3-35EE-E80B66265560}"/>
          </ac:spMkLst>
        </pc:spChg>
        <pc:spChg chg="mod">
          <ac:chgData name="김예은" userId="6526923f-0c52-4639-9dbd-0f483d8fd367" providerId="ADAL" clId="{7804BACA-C61E-4D72-B8F1-CEF67445A5F1}" dt="2022-09-05T07:00:53.034" v="721" actId="20577"/>
          <ac:spMkLst>
            <pc:docMk/>
            <pc:sldMk cId="2782649627" sldId="272"/>
            <ac:spMk id="76" creationId="{95F8BF12-668A-CE70-D9C3-68364A63402C}"/>
          </ac:spMkLst>
        </pc:spChg>
      </pc:sldChg>
      <pc:sldChg chg="modSp mod">
        <pc:chgData name="김예은" userId="6526923f-0c52-4639-9dbd-0f483d8fd367" providerId="ADAL" clId="{7804BACA-C61E-4D72-B8F1-CEF67445A5F1}" dt="2022-09-05T07:18:03.003" v="733" actId="20577"/>
        <pc:sldMkLst>
          <pc:docMk/>
          <pc:sldMk cId="2466279025" sldId="276"/>
        </pc:sldMkLst>
        <pc:spChg chg="mod">
          <ac:chgData name="김예은" userId="6526923f-0c52-4639-9dbd-0f483d8fd367" providerId="ADAL" clId="{7804BACA-C61E-4D72-B8F1-CEF67445A5F1}" dt="2022-09-05T06:28:21.633" v="383"/>
          <ac:spMkLst>
            <pc:docMk/>
            <pc:sldMk cId="2466279025" sldId="276"/>
            <ac:spMk id="111" creationId="{9B3FAADE-62CB-1627-946C-00DA9E3E4BA6}"/>
          </ac:spMkLst>
        </pc:spChg>
        <pc:spChg chg="mod">
          <ac:chgData name="김예은" userId="6526923f-0c52-4639-9dbd-0f483d8fd367" providerId="ADAL" clId="{7804BACA-C61E-4D72-B8F1-CEF67445A5F1}" dt="2022-09-05T06:28:29.107" v="387" actId="20577"/>
          <ac:spMkLst>
            <pc:docMk/>
            <pc:sldMk cId="2466279025" sldId="276"/>
            <ac:spMk id="113" creationId="{753130E7-0351-2A00-B06C-90BD547323AA}"/>
          </ac:spMkLst>
        </pc:spChg>
        <pc:spChg chg="mod">
          <ac:chgData name="김예은" userId="6526923f-0c52-4639-9dbd-0f483d8fd367" providerId="ADAL" clId="{7804BACA-C61E-4D72-B8F1-CEF67445A5F1}" dt="2022-09-05T06:36:34.380" v="464" actId="20577"/>
          <ac:spMkLst>
            <pc:docMk/>
            <pc:sldMk cId="2466279025" sldId="276"/>
            <ac:spMk id="122" creationId="{39FCE55A-95C4-8B19-C9CF-C69E097FDCDE}"/>
          </ac:spMkLst>
        </pc:spChg>
        <pc:spChg chg="mod">
          <ac:chgData name="김예은" userId="6526923f-0c52-4639-9dbd-0f483d8fd367" providerId="ADAL" clId="{7804BACA-C61E-4D72-B8F1-CEF67445A5F1}" dt="2022-09-05T06:36:40.838" v="465" actId="20577"/>
          <ac:spMkLst>
            <pc:docMk/>
            <pc:sldMk cId="2466279025" sldId="276"/>
            <ac:spMk id="123" creationId="{6B612028-15B8-793C-4BDE-D794BBB28331}"/>
          </ac:spMkLst>
        </pc:spChg>
        <pc:spChg chg="mod">
          <ac:chgData name="김예은" userId="6526923f-0c52-4639-9dbd-0f483d8fd367" providerId="ADAL" clId="{7804BACA-C61E-4D72-B8F1-CEF67445A5F1}" dt="2022-09-05T06:36:18.021" v="456" actId="20577"/>
          <ac:spMkLst>
            <pc:docMk/>
            <pc:sldMk cId="2466279025" sldId="276"/>
            <ac:spMk id="127" creationId="{E61DF555-0E6D-8ECB-0C8A-9D60C3F72825}"/>
          </ac:spMkLst>
        </pc:spChg>
        <pc:spChg chg="mod">
          <ac:chgData name="김예은" userId="6526923f-0c52-4639-9dbd-0f483d8fd367" providerId="ADAL" clId="{7804BACA-C61E-4D72-B8F1-CEF67445A5F1}" dt="2022-09-05T07:18:03.003" v="733" actId="20577"/>
          <ac:spMkLst>
            <pc:docMk/>
            <pc:sldMk cId="2466279025" sldId="276"/>
            <ac:spMk id="130" creationId="{DBE3A232-77E1-9C69-5805-1FB1AC9A403C}"/>
          </ac:spMkLst>
        </pc:spChg>
        <pc:spChg chg="mod">
          <ac:chgData name="김예은" userId="6526923f-0c52-4639-9dbd-0f483d8fd367" providerId="ADAL" clId="{7804BACA-C61E-4D72-B8F1-CEF67445A5F1}" dt="2022-09-05T06:43:34.881" v="556" actId="20577"/>
          <ac:spMkLst>
            <pc:docMk/>
            <pc:sldMk cId="2466279025" sldId="276"/>
            <ac:spMk id="136" creationId="{6F42DB5F-992E-2A52-49C9-FD73DC4CB845}"/>
          </ac:spMkLst>
        </pc:spChg>
        <pc:spChg chg="mod">
          <ac:chgData name="김예은" userId="6526923f-0c52-4639-9dbd-0f483d8fd367" providerId="ADAL" clId="{7804BACA-C61E-4D72-B8F1-CEF67445A5F1}" dt="2022-09-05T06:42:11.026" v="515" actId="20577"/>
          <ac:spMkLst>
            <pc:docMk/>
            <pc:sldMk cId="2466279025" sldId="276"/>
            <ac:spMk id="139" creationId="{5EE6D517-3E97-2B2D-5CA3-D5EE33FBBDA7}"/>
          </ac:spMkLst>
        </pc:spChg>
        <pc:spChg chg="mod">
          <ac:chgData name="김예은" userId="6526923f-0c52-4639-9dbd-0f483d8fd367" providerId="ADAL" clId="{7804BACA-C61E-4D72-B8F1-CEF67445A5F1}" dt="2022-09-05T06:41:58.537" v="509" actId="20577"/>
          <ac:spMkLst>
            <pc:docMk/>
            <pc:sldMk cId="2466279025" sldId="276"/>
            <ac:spMk id="141" creationId="{A5DE7E25-9941-B777-B6E9-8BD7D4ECE3A1}"/>
          </ac:spMkLst>
        </pc:spChg>
      </pc:sldChg>
    </pc:docChg>
  </pc:docChgLst>
  <pc:docChgLst>
    <pc:chgData name="김예은" userId="6526923f-0c52-4639-9dbd-0f483d8fd367" providerId="ADAL" clId="{98AE72D6-903A-4AB1-AE4C-E49F173FBBED}"/>
    <pc:docChg chg="undo custSel modSld">
      <pc:chgData name="김예은" userId="6526923f-0c52-4639-9dbd-0f483d8fd367" providerId="ADAL" clId="{98AE72D6-903A-4AB1-AE4C-E49F173FBBED}" dt="2021-03-05T05:08:40.093" v="1512" actId="20577"/>
      <pc:docMkLst>
        <pc:docMk/>
      </pc:docMkLst>
      <pc:sldChg chg="modSp mod">
        <pc:chgData name="김예은" userId="6526923f-0c52-4639-9dbd-0f483d8fd367" providerId="ADAL" clId="{98AE72D6-903A-4AB1-AE4C-E49F173FBBED}" dt="2021-03-05T05:08:40.093" v="1512" actId="20577"/>
        <pc:sldMkLst>
          <pc:docMk/>
          <pc:sldMk cId="3894148367" sldId="268"/>
        </pc:sldMkLst>
        <pc:spChg chg="mod">
          <ac:chgData name="김예은" userId="6526923f-0c52-4639-9dbd-0f483d8fd367" providerId="ADAL" clId="{98AE72D6-903A-4AB1-AE4C-E49F173FBBED}" dt="2021-03-05T04:29:06.303" v="138" actId="20577"/>
          <ac:spMkLst>
            <pc:docMk/>
            <pc:sldMk cId="3894148367" sldId="268"/>
            <ac:spMk id="86" creationId="{2FB208A2-5040-435C-9D5C-77A79580CD48}"/>
          </ac:spMkLst>
        </pc:spChg>
        <pc:spChg chg="mod">
          <ac:chgData name="김예은" userId="6526923f-0c52-4639-9dbd-0f483d8fd367" providerId="ADAL" clId="{98AE72D6-903A-4AB1-AE4C-E49F173FBBED}" dt="2021-03-05T04:29:47.717" v="172" actId="20577"/>
          <ac:spMkLst>
            <pc:docMk/>
            <pc:sldMk cId="3894148367" sldId="268"/>
            <ac:spMk id="88" creationId="{B9AF96FD-7095-4EA1-8FE3-8952A9F2407D}"/>
          </ac:spMkLst>
        </pc:spChg>
        <pc:spChg chg="mod">
          <ac:chgData name="김예은" userId="6526923f-0c52-4639-9dbd-0f483d8fd367" providerId="ADAL" clId="{98AE72D6-903A-4AB1-AE4C-E49F173FBBED}" dt="2021-03-05T04:30:55.510" v="187"/>
          <ac:spMkLst>
            <pc:docMk/>
            <pc:sldMk cId="3894148367" sldId="268"/>
            <ac:spMk id="142" creationId="{141E579C-0712-49B2-B6B8-519F27C48E17}"/>
          </ac:spMkLst>
        </pc:spChg>
        <pc:spChg chg="mod">
          <ac:chgData name="김예은" userId="6526923f-0c52-4639-9dbd-0f483d8fd367" providerId="ADAL" clId="{98AE72D6-903A-4AB1-AE4C-E49F173FBBED}" dt="2021-03-05T04:35:32.878" v="299" actId="20577"/>
          <ac:spMkLst>
            <pc:docMk/>
            <pc:sldMk cId="3894148367" sldId="268"/>
            <ac:spMk id="143" creationId="{4CE084EB-E08A-419F-AF35-F1B14527245D}"/>
          </ac:spMkLst>
        </pc:spChg>
        <pc:spChg chg="mod">
          <ac:chgData name="김예은" userId="6526923f-0c52-4639-9dbd-0f483d8fd367" providerId="ADAL" clId="{98AE72D6-903A-4AB1-AE4C-E49F173FBBED}" dt="2021-03-05T04:33:45.521" v="288" actId="20577"/>
          <ac:spMkLst>
            <pc:docMk/>
            <pc:sldMk cId="3894148367" sldId="268"/>
            <ac:spMk id="144" creationId="{8D5828AC-D551-4E9B-A81D-3779BDB5FF84}"/>
          </ac:spMkLst>
        </pc:spChg>
        <pc:spChg chg="mod">
          <ac:chgData name="김예은" userId="6526923f-0c52-4639-9dbd-0f483d8fd367" providerId="ADAL" clId="{98AE72D6-903A-4AB1-AE4C-E49F173FBBED}" dt="2021-03-05T05:08:40.093" v="1512" actId="20577"/>
          <ac:spMkLst>
            <pc:docMk/>
            <pc:sldMk cId="3894148367" sldId="268"/>
            <ac:spMk id="145" creationId="{478ED9E0-D50A-421C-A42C-5912C46BF813}"/>
          </ac:spMkLst>
        </pc:spChg>
        <pc:spChg chg="mod">
          <ac:chgData name="김예은" userId="6526923f-0c52-4639-9dbd-0f483d8fd367" providerId="ADAL" clId="{98AE72D6-903A-4AB1-AE4C-E49F173FBBED}" dt="2021-03-05T04:30:55.510" v="187"/>
          <ac:spMkLst>
            <pc:docMk/>
            <pc:sldMk cId="3894148367" sldId="268"/>
            <ac:spMk id="146" creationId="{47BFD19F-12F6-4E27-A042-37A64722DBEA}"/>
          </ac:spMkLst>
        </pc:spChg>
        <pc:spChg chg="mod">
          <ac:chgData name="김예은" userId="6526923f-0c52-4639-9dbd-0f483d8fd367" providerId="ADAL" clId="{98AE72D6-903A-4AB1-AE4C-E49F173FBBED}" dt="2021-03-05T04:32:24.407" v="233"/>
          <ac:spMkLst>
            <pc:docMk/>
            <pc:sldMk cId="3894148367" sldId="268"/>
            <ac:spMk id="147" creationId="{90C39731-51F5-47EB-88D3-57A34655ED72}"/>
          </ac:spMkLst>
        </pc:spChg>
        <pc:spChg chg="mod">
          <ac:chgData name="김예은" userId="6526923f-0c52-4639-9dbd-0f483d8fd367" providerId="ADAL" clId="{98AE72D6-903A-4AB1-AE4C-E49F173FBBED}" dt="2021-03-05T04:30:55.510" v="187"/>
          <ac:spMkLst>
            <pc:docMk/>
            <pc:sldMk cId="3894148367" sldId="268"/>
            <ac:spMk id="148" creationId="{FEC109BE-4D27-4196-9D6E-BB9939B53EE3}"/>
          </ac:spMkLst>
        </pc:spChg>
        <pc:spChg chg="mod">
          <ac:chgData name="김예은" userId="6526923f-0c52-4639-9dbd-0f483d8fd367" providerId="ADAL" clId="{98AE72D6-903A-4AB1-AE4C-E49F173FBBED}" dt="2021-03-05T04:59:57.344" v="1502" actId="20577"/>
          <ac:spMkLst>
            <pc:docMk/>
            <pc:sldMk cId="3894148367" sldId="268"/>
            <ac:spMk id="149" creationId="{DE7D32C6-9034-4F43-ABDB-2BB0F7FFB8C1}"/>
          </ac:spMkLst>
        </pc:spChg>
        <pc:spChg chg="mod">
          <ac:chgData name="김예은" userId="6526923f-0c52-4639-9dbd-0f483d8fd367" providerId="ADAL" clId="{98AE72D6-903A-4AB1-AE4C-E49F173FBBED}" dt="2021-03-05T05:00:09.791" v="1509" actId="20577"/>
          <ac:spMkLst>
            <pc:docMk/>
            <pc:sldMk cId="3894148367" sldId="268"/>
            <ac:spMk id="151" creationId="{F24040EE-101F-48D6-A635-6ECD78D34994}"/>
          </ac:spMkLst>
        </pc:spChg>
        <pc:spChg chg="mod">
          <ac:chgData name="김예은" userId="6526923f-0c52-4639-9dbd-0f483d8fd367" providerId="ADAL" clId="{98AE72D6-903A-4AB1-AE4C-E49F173FBBED}" dt="2021-03-05T04:30:55.510" v="187"/>
          <ac:spMkLst>
            <pc:docMk/>
            <pc:sldMk cId="3894148367" sldId="268"/>
            <ac:spMk id="152" creationId="{BFBBD22F-C8BA-4B5B-95DB-8C6AD43A82D5}"/>
          </ac:spMkLst>
        </pc:spChg>
        <pc:spChg chg="mod">
          <ac:chgData name="김예은" userId="6526923f-0c52-4639-9dbd-0f483d8fd367" providerId="ADAL" clId="{98AE72D6-903A-4AB1-AE4C-E49F173FBBED}" dt="2021-03-05T04:30:55.510" v="187"/>
          <ac:spMkLst>
            <pc:docMk/>
            <pc:sldMk cId="3894148367" sldId="268"/>
            <ac:spMk id="153" creationId="{1568774F-4A87-4E8C-879E-18AA4A4B63C1}"/>
          </ac:spMkLst>
        </pc:spChg>
        <pc:spChg chg="mod">
          <ac:chgData name="김예은" userId="6526923f-0c52-4639-9dbd-0f483d8fd367" providerId="ADAL" clId="{98AE72D6-903A-4AB1-AE4C-E49F173FBBED}" dt="2021-03-05T04:41:57.905" v="638" actId="20577"/>
          <ac:spMkLst>
            <pc:docMk/>
            <pc:sldMk cId="3894148367" sldId="268"/>
            <ac:spMk id="159" creationId="{95B97011-411A-46A8-83A9-DAB4F340D1A3}"/>
          </ac:spMkLst>
        </pc:spChg>
        <pc:spChg chg="mod">
          <ac:chgData name="김예은" userId="6526923f-0c52-4639-9dbd-0f483d8fd367" providerId="ADAL" clId="{98AE72D6-903A-4AB1-AE4C-E49F173FBBED}" dt="2021-03-05T04:37:36.443" v="371"/>
          <ac:spMkLst>
            <pc:docMk/>
            <pc:sldMk cId="3894148367" sldId="268"/>
            <ac:spMk id="160" creationId="{58F15135-164A-4C0A-B71E-6564DDF66BB0}"/>
          </ac:spMkLst>
        </pc:spChg>
        <pc:spChg chg="mod">
          <ac:chgData name="김예은" userId="6526923f-0c52-4639-9dbd-0f483d8fd367" providerId="ADAL" clId="{98AE72D6-903A-4AB1-AE4C-E49F173FBBED}" dt="2021-03-05T04:37:36.443" v="371"/>
          <ac:spMkLst>
            <pc:docMk/>
            <pc:sldMk cId="3894148367" sldId="268"/>
            <ac:spMk id="161" creationId="{42922C62-BA34-493B-909B-7EED340CBB88}"/>
          </ac:spMkLst>
        </pc:spChg>
        <pc:spChg chg="mod">
          <ac:chgData name="김예은" userId="6526923f-0c52-4639-9dbd-0f483d8fd367" providerId="ADAL" clId="{98AE72D6-903A-4AB1-AE4C-E49F173FBBED}" dt="2021-03-05T04:41:30.900" v="615" actId="20577"/>
          <ac:spMkLst>
            <pc:docMk/>
            <pc:sldMk cId="3894148367" sldId="268"/>
            <ac:spMk id="162" creationId="{DBC93120-012B-423F-84E1-376DE4AA7D71}"/>
          </ac:spMkLst>
        </pc:spChg>
        <pc:spChg chg="mod">
          <ac:chgData name="김예은" userId="6526923f-0c52-4639-9dbd-0f483d8fd367" providerId="ADAL" clId="{98AE72D6-903A-4AB1-AE4C-E49F173FBBED}" dt="2021-03-05T04:37:36.443" v="371"/>
          <ac:spMkLst>
            <pc:docMk/>
            <pc:sldMk cId="3894148367" sldId="268"/>
            <ac:spMk id="163" creationId="{78DF508B-62E1-40CF-974E-5857892A0349}"/>
          </ac:spMkLst>
        </pc:spChg>
        <pc:spChg chg="mod">
          <ac:chgData name="김예은" userId="6526923f-0c52-4639-9dbd-0f483d8fd367" providerId="ADAL" clId="{98AE72D6-903A-4AB1-AE4C-E49F173FBBED}" dt="2021-03-05T04:37:36.443" v="371"/>
          <ac:spMkLst>
            <pc:docMk/>
            <pc:sldMk cId="3894148367" sldId="268"/>
            <ac:spMk id="164" creationId="{7EB742E0-58C8-4882-9450-A0A22362B4F5}"/>
          </ac:spMkLst>
        </pc:spChg>
        <pc:grpChg chg="mod">
          <ac:chgData name="김예은" userId="6526923f-0c52-4639-9dbd-0f483d8fd367" providerId="ADAL" clId="{98AE72D6-903A-4AB1-AE4C-E49F173FBBED}" dt="2021-03-05T04:30:55.510" v="187"/>
          <ac:grpSpMkLst>
            <pc:docMk/>
            <pc:sldMk cId="3894148367" sldId="268"/>
            <ac:grpSpMk id="136" creationId="{1DB8E52D-5B80-40C0-BE26-2739D8B018C5}"/>
          </ac:grpSpMkLst>
        </pc:grpChg>
        <pc:grpChg chg="mod">
          <ac:chgData name="김예은" userId="6526923f-0c52-4639-9dbd-0f483d8fd367" providerId="ADAL" clId="{98AE72D6-903A-4AB1-AE4C-E49F173FBBED}" dt="2021-03-05T04:30:55.510" v="187"/>
          <ac:grpSpMkLst>
            <pc:docMk/>
            <pc:sldMk cId="3894148367" sldId="268"/>
            <ac:grpSpMk id="137" creationId="{71779396-4C30-4C79-9B53-0B057156E2BA}"/>
          </ac:grpSpMkLst>
        </pc:grpChg>
        <pc:grpChg chg="mod">
          <ac:chgData name="김예은" userId="6526923f-0c52-4639-9dbd-0f483d8fd367" providerId="ADAL" clId="{98AE72D6-903A-4AB1-AE4C-E49F173FBBED}" dt="2021-03-05T04:30:55.510" v="187"/>
          <ac:grpSpMkLst>
            <pc:docMk/>
            <pc:sldMk cId="3894148367" sldId="268"/>
            <ac:grpSpMk id="138" creationId="{9F7AA2BE-B39C-435D-B497-18E467F39F30}"/>
          </ac:grpSpMkLst>
        </pc:grpChg>
        <pc:grpChg chg="mod">
          <ac:chgData name="김예은" userId="6526923f-0c52-4639-9dbd-0f483d8fd367" providerId="ADAL" clId="{98AE72D6-903A-4AB1-AE4C-E49F173FBBED}" dt="2021-03-05T04:30:55.510" v="187"/>
          <ac:grpSpMkLst>
            <pc:docMk/>
            <pc:sldMk cId="3894148367" sldId="268"/>
            <ac:grpSpMk id="139" creationId="{573DFFE4-79F1-4E29-8A78-72F1281F8C9F}"/>
          </ac:grpSpMkLst>
        </pc:grpChg>
        <pc:grpChg chg="mod">
          <ac:chgData name="김예은" userId="6526923f-0c52-4639-9dbd-0f483d8fd367" providerId="ADAL" clId="{98AE72D6-903A-4AB1-AE4C-E49F173FBBED}" dt="2021-03-05T04:30:55.510" v="187"/>
          <ac:grpSpMkLst>
            <pc:docMk/>
            <pc:sldMk cId="3894148367" sldId="268"/>
            <ac:grpSpMk id="140" creationId="{FAFFB188-B8EE-44EB-9E36-1751C509F833}"/>
          </ac:grpSpMkLst>
        </pc:grpChg>
        <pc:grpChg chg="mod">
          <ac:chgData name="김예은" userId="6526923f-0c52-4639-9dbd-0f483d8fd367" providerId="ADAL" clId="{98AE72D6-903A-4AB1-AE4C-E49F173FBBED}" dt="2021-03-05T04:30:55.510" v="187"/>
          <ac:grpSpMkLst>
            <pc:docMk/>
            <pc:sldMk cId="3894148367" sldId="268"/>
            <ac:grpSpMk id="141" creationId="{60D4F57A-FD5A-4115-B781-8D04F3B7E7ED}"/>
          </ac:grpSpMkLst>
        </pc:grpChg>
        <pc:grpChg chg="mod">
          <ac:chgData name="김예은" userId="6526923f-0c52-4639-9dbd-0f483d8fd367" providerId="ADAL" clId="{98AE72D6-903A-4AB1-AE4C-E49F173FBBED}" dt="2021-03-05T04:30:55.510" v="187"/>
          <ac:grpSpMkLst>
            <pc:docMk/>
            <pc:sldMk cId="3894148367" sldId="268"/>
            <ac:grpSpMk id="150" creationId="{33E0F9E8-288F-460E-907B-5B7FFEE26533}"/>
          </ac:grpSpMkLst>
        </pc:grpChg>
        <pc:grpChg chg="mod">
          <ac:chgData name="김예은" userId="6526923f-0c52-4639-9dbd-0f483d8fd367" providerId="ADAL" clId="{98AE72D6-903A-4AB1-AE4C-E49F173FBBED}" dt="2021-03-05T04:37:36.443" v="371"/>
          <ac:grpSpMkLst>
            <pc:docMk/>
            <pc:sldMk cId="3894148367" sldId="268"/>
            <ac:grpSpMk id="155" creationId="{3FFDC50A-FCA2-4F70-933B-6369516B569D}"/>
          </ac:grpSpMkLst>
        </pc:grpChg>
        <pc:grpChg chg="mod">
          <ac:chgData name="김예은" userId="6526923f-0c52-4639-9dbd-0f483d8fd367" providerId="ADAL" clId="{98AE72D6-903A-4AB1-AE4C-E49F173FBBED}" dt="2021-03-05T04:37:36.443" v="371"/>
          <ac:grpSpMkLst>
            <pc:docMk/>
            <pc:sldMk cId="3894148367" sldId="268"/>
            <ac:grpSpMk id="156" creationId="{9F1F4D99-C872-4B49-9BFF-2EAFC2D9E598}"/>
          </ac:grpSpMkLst>
        </pc:grpChg>
        <pc:grpChg chg="mod">
          <ac:chgData name="김예은" userId="6526923f-0c52-4639-9dbd-0f483d8fd367" providerId="ADAL" clId="{98AE72D6-903A-4AB1-AE4C-E49F173FBBED}" dt="2021-03-05T04:37:36.443" v="371"/>
          <ac:grpSpMkLst>
            <pc:docMk/>
            <pc:sldMk cId="3894148367" sldId="268"/>
            <ac:grpSpMk id="157" creationId="{BE85E274-9F54-491D-928C-76491B748F80}"/>
          </ac:grpSpMkLst>
        </pc:grpChg>
        <pc:grpChg chg="mod">
          <ac:chgData name="김예은" userId="6526923f-0c52-4639-9dbd-0f483d8fd367" providerId="ADAL" clId="{98AE72D6-903A-4AB1-AE4C-E49F173FBBED}" dt="2021-03-05T04:37:36.443" v="371"/>
          <ac:grpSpMkLst>
            <pc:docMk/>
            <pc:sldMk cId="3894148367" sldId="268"/>
            <ac:grpSpMk id="158" creationId="{52D9D11F-8FC9-4117-9900-51C56D21DE5B}"/>
          </ac:grpSpMkLst>
        </pc:grpChg>
        <pc:picChg chg="mod">
          <ac:chgData name="김예은" userId="6526923f-0c52-4639-9dbd-0f483d8fd367" providerId="ADAL" clId="{98AE72D6-903A-4AB1-AE4C-E49F173FBBED}" dt="2021-03-05T04:30:55.510" v="187"/>
          <ac:picMkLst>
            <pc:docMk/>
            <pc:sldMk cId="3894148367" sldId="268"/>
            <ac:picMk id="154" creationId="{C167B806-BD78-4C01-9366-2E657502D8D8}"/>
          </ac:picMkLst>
        </pc:picChg>
        <pc:picChg chg="mod">
          <ac:chgData name="김예은" userId="6526923f-0c52-4639-9dbd-0f483d8fd367" providerId="ADAL" clId="{98AE72D6-903A-4AB1-AE4C-E49F173FBBED}" dt="2021-03-05T04:37:36.443" v="371"/>
          <ac:picMkLst>
            <pc:docMk/>
            <pc:sldMk cId="3894148367" sldId="268"/>
            <ac:picMk id="165" creationId="{E758A9DA-19FC-4427-A3EB-0949D29B21A4}"/>
          </ac:picMkLst>
        </pc:picChg>
      </pc:sldChg>
      <pc:sldChg chg="modSp mod">
        <pc:chgData name="김예은" userId="6526923f-0c52-4639-9dbd-0f483d8fd367" providerId="ADAL" clId="{98AE72D6-903A-4AB1-AE4C-E49F173FBBED}" dt="2021-03-05T04:58:44.574" v="1501" actId="20577"/>
        <pc:sldMkLst>
          <pc:docMk/>
          <pc:sldMk cId="2782649627" sldId="272"/>
        </pc:sldMkLst>
        <pc:spChg chg="mod">
          <ac:chgData name="김예은" userId="6526923f-0c52-4639-9dbd-0f483d8fd367" providerId="ADAL" clId="{98AE72D6-903A-4AB1-AE4C-E49F173FBBED}" dt="2021-03-05T04:58:44.574" v="1501" actId="20577"/>
          <ac:spMkLst>
            <pc:docMk/>
            <pc:sldMk cId="2782649627" sldId="272"/>
            <ac:spMk id="47" creationId="{88EA251D-5E13-4FB9-9685-BD1BADFB19A6}"/>
          </ac:spMkLst>
        </pc:spChg>
        <pc:spChg chg="mod">
          <ac:chgData name="김예은" userId="6526923f-0c52-4639-9dbd-0f483d8fd367" providerId="ADAL" clId="{98AE72D6-903A-4AB1-AE4C-E49F173FBBED}" dt="2021-03-05T04:54:23.499" v="1098"/>
          <ac:spMkLst>
            <pc:docMk/>
            <pc:sldMk cId="2782649627" sldId="272"/>
            <ac:spMk id="101" creationId="{286914DA-4E29-4FE7-922D-868ED8A70A1B}"/>
          </ac:spMkLst>
        </pc:spChg>
        <pc:spChg chg="mod">
          <ac:chgData name="김예은" userId="6526923f-0c52-4639-9dbd-0f483d8fd367" providerId="ADAL" clId="{98AE72D6-903A-4AB1-AE4C-E49F173FBBED}" dt="2021-03-05T04:56:51.642" v="1366"/>
          <ac:spMkLst>
            <pc:docMk/>
            <pc:sldMk cId="2782649627" sldId="272"/>
            <ac:spMk id="124" creationId="{6B5F7329-5CF8-4D59-8FC2-F142E9846AE0}"/>
          </ac:spMkLst>
        </pc:spChg>
      </pc:sldChg>
    </pc:docChg>
  </pc:docChgLst>
  <pc:docChgLst>
    <pc:chgData name="유승철" userId="9584054c-e08f-4935-bde6-b53c2dd0dfbc" providerId="ADAL" clId="{3BA309D6-438F-4B82-9C18-681A1A5BEBE9}"/>
    <pc:docChg chg="undo custSel modSld">
      <pc:chgData name="유승철" userId="9584054c-e08f-4935-bde6-b53c2dd0dfbc" providerId="ADAL" clId="{3BA309D6-438F-4B82-9C18-681A1A5BEBE9}" dt="2021-07-08T03:08:22.466" v="948" actId="20577"/>
      <pc:docMkLst>
        <pc:docMk/>
      </pc:docMkLst>
      <pc:sldChg chg="addSp delSp modSp mod">
        <pc:chgData name="유승철" userId="9584054c-e08f-4935-bde6-b53c2dd0dfbc" providerId="ADAL" clId="{3BA309D6-438F-4B82-9C18-681A1A5BEBE9}" dt="2021-07-08T03:08:22.466" v="948" actId="20577"/>
        <pc:sldMkLst>
          <pc:docMk/>
          <pc:sldMk cId="3894148367" sldId="268"/>
        </pc:sldMkLst>
        <pc:spChg chg="mod">
          <ac:chgData name="유승철" userId="9584054c-e08f-4935-bde6-b53c2dd0dfbc" providerId="ADAL" clId="{3BA309D6-438F-4B82-9C18-681A1A5BEBE9}" dt="2021-07-07T09:05:29.227" v="281" actId="1038"/>
          <ac:spMkLst>
            <pc:docMk/>
            <pc:sldMk cId="3894148367" sldId="268"/>
            <ac:spMk id="4" creationId="{B236E1EA-0BE4-F745-8BF1-E5362265090C}"/>
          </ac:spMkLst>
        </pc:spChg>
        <pc:spChg chg="mod">
          <ac:chgData name="유승철" userId="9584054c-e08f-4935-bde6-b53c2dd0dfbc" providerId="ADAL" clId="{3BA309D6-438F-4B82-9C18-681A1A5BEBE9}" dt="2021-07-07T09:05:29.227" v="281" actId="1038"/>
          <ac:spMkLst>
            <pc:docMk/>
            <pc:sldMk cId="3894148367" sldId="268"/>
            <ac:spMk id="6" creationId="{15141728-A305-8742-8C53-C14A4823EEFE}"/>
          </ac:spMkLst>
        </pc:spChg>
        <pc:spChg chg="mod">
          <ac:chgData name="유승철" userId="9584054c-e08f-4935-bde6-b53c2dd0dfbc" providerId="ADAL" clId="{3BA309D6-438F-4B82-9C18-681A1A5BEBE9}" dt="2021-07-07T09:05:29.227" v="281" actId="1038"/>
          <ac:spMkLst>
            <pc:docMk/>
            <pc:sldMk cId="3894148367" sldId="268"/>
            <ac:spMk id="36" creationId="{FF80576F-2479-3C46-8947-212873D4E742}"/>
          </ac:spMkLst>
        </pc:spChg>
        <pc:spChg chg="mod">
          <ac:chgData name="유승철" userId="9584054c-e08f-4935-bde6-b53c2dd0dfbc" providerId="ADAL" clId="{3BA309D6-438F-4B82-9C18-681A1A5BEBE9}" dt="2021-07-07T09:05:29.227" v="281" actId="1038"/>
          <ac:spMkLst>
            <pc:docMk/>
            <pc:sldMk cId="3894148367" sldId="268"/>
            <ac:spMk id="37" creationId="{ACC53058-D028-6045-8974-C1AC64628A04}"/>
          </ac:spMkLst>
        </pc:spChg>
        <pc:spChg chg="mod">
          <ac:chgData name="유승철" userId="9584054c-e08f-4935-bde6-b53c2dd0dfbc" providerId="ADAL" clId="{3BA309D6-438F-4B82-9C18-681A1A5BEBE9}" dt="2021-07-07T05:10:37.165" v="179" actId="20577"/>
          <ac:spMkLst>
            <pc:docMk/>
            <pc:sldMk cId="3894148367" sldId="268"/>
            <ac:spMk id="46" creationId="{7D0DA413-6E60-478B-A1AE-49EB751EF83B}"/>
          </ac:spMkLst>
        </pc:spChg>
        <pc:spChg chg="mod">
          <ac:chgData name="유승철" userId="9584054c-e08f-4935-bde6-b53c2dd0dfbc" providerId="ADAL" clId="{3BA309D6-438F-4B82-9C18-681A1A5BEBE9}" dt="2021-07-07T05:04:57.229" v="158" actId="20577"/>
          <ac:spMkLst>
            <pc:docMk/>
            <pc:sldMk cId="3894148367" sldId="268"/>
            <ac:spMk id="52" creationId="{1F30115B-4820-4156-85D2-713220464AD9}"/>
          </ac:spMkLst>
        </pc:spChg>
        <pc:spChg chg="mod">
          <ac:chgData name="유승철" userId="9584054c-e08f-4935-bde6-b53c2dd0dfbc" providerId="ADAL" clId="{3BA309D6-438F-4B82-9C18-681A1A5BEBE9}" dt="2021-07-07T09:30:37.976" v="641" actId="313"/>
          <ac:spMkLst>
            <pc:docMk/>
            <pc:sldMk cId="3894148367" sldId="268"/>
            <ac:spMk id="88" creationId="{AB24EA41-7AFF-42E5-B49A-8271F2BD1E77}"/>
          </ac:spMkLst>
        </pc:spChg>
        <pc:spChg chg="mod">
          <ac:chgData name="유승철" userId="9584054c-e08f-4935-bde6-b53c2dd0dfbc" providerId="ADAL" clId="{3BA309D6-438F-4B82-9C18-681A1A5BEBE9}" dt="2021-07-07T09:16:48.685" v="373" actId="20577"/>
          <ac:spMkLst>
            <pc:docMk/>
            <pc:sldMk cId="3894148367" sldId="268"/>
            <ac:spMk id="90" creationId="{6670858B-273A-4CA6-8C20-A8F6B3A34B4A}"/>
          </ac:spMkLst>
        </pc:spChg>
        <pc:spChg chg="mod">
          <ac:chgData name="유승철" userId="9584054c-e08f-4935-bde6-b53c2dd0dfbc" providerId="ADAL" clId="{3BA309D6-438F-4B82-9C18-681A1A5BEBE9}" dt="2021-07-07T09:21:09.386" v="451" actId="165"/>
          <ac:spMkLst>
            <pc:docMk/>
            <pc:sldMk cId="3894148367" sldId="268"/>
            <ac:spMk id="97" creationId="{C57C21DD-03F4-4BB8-BCF2-10DF9631A1E8}"/>
          </ac:spMkLst>
        </pc:spChg>
        <pc:spChg chg="mod">
          <ac:chgData name="유승철" userId="9584054c-e08f-4935-bde6-b53c2dd0dfbc" providerId="ADAL" clId="{3BA309D6-438F-4B82-9C18-681A1A5BEBE9}" dt="2021-07-07T09:47:53.077" v="902" actId="20577"/>
          <ac:spMkLst>
            <pc:docMk/>
            <pc:sldMk cId="3894148367" sldId="268"/>
            <ac:spMk id="98" creationId="{7CE8A077-3394-43E3-957B-4B6626BDCF7E}"/>
          </ac:spMkLst>
        </pc:spChg>
        <pc:spChg chg="mod">
          <ac:chgData name="유승철" userId="9584054c-e08f-4935-bde6-b53c2dd0dfbc" providerId="ADAL" clId="{3BA309D6-438F-4B82-9C18-681A1A5BEBE9}" dt="2021-07-07T09:24:45.014" v="579" actId="20577"/>
          <ac:spMkLst>
            <pc:docMk/>
            <pc:sldMk cId="3894148367" sldId="268"/>
            <ac:spMk id="99" creationId="{A8B8B378-A7E6-4854-BC1F-F607C3EF3A17}"/>
          </ac:spMkLst>
        </pc:spChg>
        <pc:spChg chg="mod">
          <ac:chgData name="유승철" userId="9584054c-e08f-4935-bde6-b53c2dd0dfbc" providerId="ADAL" clId="{3BA309D6-438F-4B82-9C18-681A1A5BEBE9}" dt="2021-07-07T09:43:06.948" v="889" actId="20577"/>
          <ac:spMkLst>
            <pc:docMk/>
            <pc:sldMk cId="3894148367" sldId="268"/>
            <ac:spMk id="100" creationId="{F8A07DEA-DCD2-4FF1-9FE9-BEEC977DF600}"/>
          </ac:spMkLst>
        </pc:spChg>
        <pc:spChg chg="mod">
          <ac:chgData name="유승철" userId="9584054c-e08f-4935-bde6-b53c2dd0dfbc" providerId="ADAL" clId="{3BA309D6-438F-4B82-9C18-681A1A5BEBE9}" dt="2021-07-07T09:21:09.386" v="451" actId="165"/>
          <ac:spMkLst>
            <pc:docMk/>
            <pc:sldMk cId="3894148367" sldId="268"/>
            <ac:spMk id="101" creationId="{CDA78A47-9684-4849-BB31-77C51D7FB706}"/>
          </ac:spMkLst>
        </pc:spChg>
        <pc:spChg chg="mod">
          <ac:chgData name="유승철" userId="9584054c-e08f-4935-bde6-b53c2dd0dfbc" providerId="ADAL" clId="{3BA309D6-438F-4B82-9C18-681A1A5BEBE9}" dt="2021-07-07T09:21:09.386" v="451" actId="165"/>
          <ac:spMkLst>
            <pc:docMk/>
            <pc:sldMk cId="3894148367" sldId="268"/>
            <ac:spMk id="102" creationId="{F2B4F914-2176-4C79-819D-ED2E699ED225}"/>
          </ac:spMkLst>
        </pc:spChg>
        <pc:spChg chg="mod">
          <ac:chgData name="유승철" userId="9584054c-e08f-4935-bde6-b53c2dd0dfbc" providerId="ADAL" clId="{3BA309D6-438F-4B82-9C18-681A1A5BEBE9}" dt="2021-07-08T03:08:22.466" v="948" actId="20577"/>
          <ac:spMkLst>
            <pc:docMk/>
            <pc:sldMk cId="3894148367" sldId="268"/>
            <ac:spMk id="104" creationId="{3B9E737C-1CA3-4964-B807-E12DE671C859}"/>
          </ac:spMkLst>
        </pc:spChg>
        <pc:spChg chg="mod">
          <ac:chgData name="유승철" userId="9584054c-e08f-4935-bde6-b53c2dd0dfbc" providerId="ADAL" clId="{3BA309D6-438F-4B82-9C18-681A1A5BEBE9}" dt="2021-07-07T09:21:09.386" v="451" actId="165"/>
          <ac:spMkLst>
            <pc:docMk/>
            <pc:sldMk cId="3894148367" sldId="268"/>
            <ac:spMk id="105" creationId="{3DA85BC1-A7C9-4007-B611-D5392EB959C6}"/>
          </ac:spMkLst>
        </pc:spChg>
        <pc:spChg chg="mod">
          <ac:chgData name="유승철" userId="9584054c-e08f-4935-bde6-b53c2dd0dfbc" providerId="ADAL" clId="{3BA309D6-438F-4B82-9C18-681A1A5BEBE9}" dt="2021-07-07T09:21:09.386" v="451" actId="165"/>
          <ac:spMkLst>
            <pc:docMk/>
            <pc:sldMk cId="3894148367" sldId="268"/>
            <ac:spMk id="106" creationId="{4C79080A-341A-4529-A010-620885B0367A}"/>
          </ac:spMkLst>
        </pc:spChg>
        <pc:spChg chg="mod">
          <ac:chgData name="유승철" userId="9584054c-e08f-4935-bde6-b53c2dd0dfbc" providerId="ADAL" clId="{3BA309D6-438F-4B82-9C18-681A1A5BEBE9}" dt="2021-07-07T09:05:29.227" v="281" actId="1038"/>
          <ac:spMkLst>
            <pc:docMk/>
            <pc:sldMk cId="3894148367" sldId="268"/>
            <ac:spMk id="224" creationId="{3EE99997-2A24-40C5-A109-8AED5D2AD216}"/>
          </ac:spMkLst>
        </pc:spChg>
        <pc:spChg chg="mod">
          <ac:chgData name="유승철" userId="9584054c-e08f-4935-bde6-b53c2dd0dfbc" providerId="ADAL" clId="{3BA309D6-438F-4B82-9C18-681A1A5BEBE9}" dt="2021-07-07T09:05:29.227" v="281" actId="1038"/>
          <ac:spMkLst>
            <pc:docMk/>
            <pc:sldMk cId="3894148367" sldId="268"/>
            <ac:spMk id="225" creationId="{23D752DC-73B6-4A17-AF34-BFA1B1DD46F2}"/>
          </ac:spMkLst>
        </pc:spChg>
        <pc:grpChg chg="add mod">
          <ac:chgData name="유승철" userId="9584054c-e08f-4935-bde6-b53c2dd0dfbc" providerId="ADAL" clId="{3BA309D6-438F-4B82-9C18-681A1A5BEBE9}" dt="2021-07-07T09:21:33.341" v="455" actId="465"/>
          <ac:grpSpMkLst>
            <pc:docMk/>
            <pc:sldMk cId="3894148367" sldId="268"/>
            <ac:grpSpMk id="2" creationId="{F61BA7CF-5914-402A-AEC8-66CC235DE480}"/>
          </ac:grpSpMkLst>
        </pc:grpChg>
        <pc:grpChg chg="add mod">
          <ac:chgData name="유승철" userId="9584054c-e08f-4935-bde6-b53c2dd0dfbc" providerId="ADAL" clId="{3BA309D6-438F-4B82-9C18-681A1A5BEBE9}" dt="2021-07-07T09:21:26.153" v="454" actId="164"/>
          <ac:grpSpMkLst>
            <pc:docMk/>
            <pc:sldMk cId="3894148367" sldId="268"/>
            <ac:grpSpMk id="5" creationId="{C8714FA6-3B69-42DC-A417-29030E8EE961}"/>
          </ac:grpSpMkLst>
        </pc:grpChg>
        <pc:grpChg chg="mod">
          <ac:chgData name="유승철" userId="9584054c-e08f-4935-bde6-b53c2dd0dfbc" providerId="ADAL" clId="{3BA309D6-438F-4B82-9C18-681A1A5BEBE9}" dt="2021-07-07T09:21:26.153" v="454" actId="164"/>
          <ac:grpSpMkLst>
            <pc:docMk/>
            <pc:sldMk cId="3894148367" sldId="268"/>
            <ac:grpSpMk id="44" creationId="{781BF116-01DC-4923-A785-219A30C04420}"/>
          </ac:grpSpMkLst>
        </pc:grpChg>
        <pc:grpChg chg="mod">
          <ac:chgData name="유승철" userId="9584054c-e08f-4935-bde6-b53c2dd0dfbc" providerId="ADAL" clId="{3BA309D6-438F-4B82-9C18-681A1A5BEBE9}" dt="2021-07-07T09:21:26.153" v="454" actId="164"/>
          <ac:grpSpMkLst>
            <pc:docMk/>
            <pc:sldMk cId="3894148367" sldId="268"/>
            <ac:grpSpMk id="48" creationId="{D226D9BE-6CFF-4AAA-BFE2-5BF00121AB9C}"/>
          </ac:grpSpMkLst>
        </pc:grpChg>
        <pc:grpChg chg="mod">
          <ac:chgData name="유승철" userId="9584054c-e08f-4935-bde6-b53c2dd0dfbc" providerId="ADAL" clId="{3BA309D6-438F-4B82-9C18-681A1A5BEBE9}" dt="2021-07-07T09:21:26.153" v="454" actId="164"/>
          <ac:grpSpMkLst>
            <pc:docMk/>
            <pc:sldMk cId="3894148367" sldId="268"/>
            <ac:grpSpMk id="51" creationId="{2C3550B9-DC01-480D-959B-C9BCC21F0799}"/>
          </ac:grpSpMkLst>
        </pc:grpChg>
        <pc:grpChg chg="mod">
          <ac:chgData name="유승철" userId="9584054c-e08f-4935-bde6-b53c2dd0dfbc" providerId="ADAL" clId="{3BA309D6-438F-4B82-9C18-681A1A5BEBE9}" dt="2021-07-07T09:05:29.227" v="281" actId="1038"/>
          <ac:grpSpMkLst>
            <pc:docMk/>
            <pc:sldMk cId="3894148367" sldId="268"/>
            <ac:grpSpMk id="86" creationId="{1CF10B2E-987A-4C53-BFC3-66591A328021}"/>
          </ac:grpSpMkLst>
        </pc:grpChg>
        <pc:grpChg chg="del mod">
          <ac:chgData name="유승철" userId="9584054c-e08f-4935-bde6-b53c2dd0dfbc" providerId="ADAL" clId="{3BA309D6-438F-4B82-9C18-681A1A5BEBE9}" dt="2021-07-07T09:21:09.386" v="451" actId="165"/>
          <ac:grpSpMkLst>
            <pc:docMk/>
            <pc:sldMk cId="3894148367" sldId="268"/>
            <ac:grpSpMk id="92" creationId="{97AF05A8-2CB3-4060-B967-20FE5F052B6B}"/>
          </ac:grpSpMkLst>
        </pc:grpChg>
        <pc:grpChg chg="mod topLvl">
          <ac:chgData name="유승철" userId="9584054c-e08f-4935-bde6-b53c2dd0dfbc" providerId="ADAL" clId="{3BA309D6-438F-4B82-9C18-681A1A5BEBE9}" dt="2021-07-07T09:21:21.809" v="453" actId="164"/>
          <ac:grpSpMkLst>
            <pc:docMk/>
            <pc:sldMk cId="3894148367" sldId="268"/>
            <ac:grpSpMk id="93" creationId="{5784CAC1-9A8F-403E-BD5B-BF031C127879}"/>
          </ac:grpSpMkLst>
        </pc:grpChg>
        <pc:grpChg chg="mod topLvl">
          <ac:chgData name="유승철" userId="9584054c-e08f-4935-bde6-b53c2dd0dfbc" providerId="ADAL" clId="{3BA309D6-438F-4B82-9C18-681A1A5BEBE9}" dt="2021-07-07T09:21:21.809" v="453" actId="164"/>
          <ac:grpSpMkLst>
            <pc:docMk/>
            <pc:sldMk cId="3894148367" sldId="268"/>
            <ac:grpSpMk id="94" creationId="{1FBF3CB1-92DB-4CE3-85AB-9DCA12525F24}"/>
          </ac:grpSpMkLst>
        </pc:grpChg>
        <pc:grpChg chg="mod topLvl">
          <ac:chgData name="유승철" userId="9584054c-e08f-4935-bde6-b53c2dd0dfbc" providerId="ADAL" clId="{3BA309D6-438F-4B82-9C18-681A1A5BEBE9}" dt="2021-07-07T09:21:21.809" v="453" actId="164"/>
          <ac:grpSpMkLst>
            <pc:docMk/>
            <pc:sldMk cId="3894148367" sldId="268"/>
            <ac:grpSpMk id="95" creationId="{C9C2694F-FCA3-47D7-9DFD-F12800B86976}"/>
          </ac:grpSpMkLst>
        </pc:grpChg>
        <pc:grpChg chg="mod topLvl">
          <ac:chgData name="유승철" userId="9584054c-e08f-4935-bde6-b53c2dd0dfbc" providerId="ADAL" clId="{3BA309D6-438F-4B82-9C18-681A1A5BEBE9}" dt="2021-07-07T09:21:21.809" v="453" actId="164"/>
          <ac:grpSpMkLst>
            <pc:docMk/>
            <pc:sldMk cId="3894148367" sldId="268"/>
            <ac:grpSpMk id="96" creationId="{1F53ED41-EAF1-48D6-AA9A-782F805C027C}"/>
          </ac:grpSpMkLst>
        </pc:grpChg>
        <pc:grpChg chg="mod">
          <ac:chgData name="유승철" userId="9584054c-e08f-4935-bde6-b53c2dd0dfbc" providerId="ADAL" clId="{3BA309D6-438F-4B82-9C18-681A1A5BEBE9}" dt="2021-07-07T09:21:09.386" v="451" actId="165"/>
          <ac:grpSpMkLst>
            <pc:docMk/>
            <pc:sldMk cId="3894148367" sldId="268"/>
            <ac:grpSpMk id="103" creationId="{20B8758A-2D18-4AAA-9B8C-ABA361FF5478}"/>
          </ac:grpSpMkLst>
        </pc:grpChg>
        <pc:picChg chg="mod">
          <ac:chgData name="유승철" userId="9584054c-e08f-4935-bde6-b53c2dd0dfbc" providerId="ADAL" clId="{3BA309D6-438F-4B82-9C18-681A1A5BEBE9}" dt="2021-07-07T09:05:29.227" v="281" actId="1038"/>
          <ac:picMkLst>
            <pc:docMk/>
            <pc:sldMk cId="3894148367" sldId="268"/>
            <ac:picMk id="3" creationId="{FEDC7FE8-DB08-624E-A1B7-C49B15800871}"/>
          </ac:picMkLst>
        </pc:picChg>
        <pc:picChg chg="mod">
          <ac:chgData name="유승철" userId="9584054c-e08f-4935-bde6-b53c2dd0dfbc" providerId="ADAL" clId="{3BA309D6-438F-4B82-9C18-681A1A5BEBE9}" dt="2021-07-07T09:21:09.386" v="451" actId="165"/>
          <ac:picMkLst>
            <pc:docMk/>
            <pc:sldMk cId="3894148367" sldId="268"/>
            <ac:picMk id="107" creationId="{CFED094B-CBBF-4C39-8732-323AD1C5245E}"/>
          </ac:picMkLst>
        </pc:picChg>
        <pc:cxnChg chg="mod">
          <ac:chgData name="유승철" userId="9584054c-e08f-4935-bde6-b53c2dd0dfbc" providerId="ADAL" clId="{3BA309D6-438F-4B82-9C18-681A1A5BEBE9}" dt="2021-07-07T09:05:29.227" v="281" actId="1038"/>
          <ac:cxnSpMkLst>
            <pc:docMk/>
            <pc:sldMk cId="3894148367" sldId="268"/>
            <ac:cxnSpMk id="43" creationId="{87A4A296-9833-416A-9308-5C08057C88A7}"/>
          </ac:cxnSpMkLst>
        </pc:cxnChg>
        <pc:cxnChg chg="mod">
          <ac:chgData name="유승철" userId="9584054c-e08f-4935-bde6-b53c2dd0dfbc" providerId="ADAL" clId="{3BA309D6-438F-4B82-9C18-681A1A5BEBE9}" dt="2021-07-07T09:05:29.227" v="281" actId="1038"/>
          <ac:cxnSpMkLst>
            <pc:docMk/>
            <pc:sldMk cId="3894148367" sldId="268"/>
            <ac:cxnSpMk id="58" creationId="{4EADBBF6-13D5-4830-8C5D-E25993ABC016}"/>
          </ac:cxnSpMkLst>
        </pc:cxnChg>
      </pc:sldChg>
    </pc:docChg>
  </pc:docChgLst>
  <pc:docChgLst>
    <pc:chgData name="유승철" userId="9584054c-e08f-4935-bde6-b53c2dd0dfbc" providerId="ADAL" clId="{24F2BD5C-A4E8-4C58-9CEE-F7292F4DF617}"/>
    <pc:docChg chg="modSld">
      <pc:chgData name="유승철" userId="9584054c-e08f-4935-bde6-b53c2dd0dfbc" providerId="ADAL" clId="{24F2BD5C-A4E8-4C58-9CEE-F7292F4DF617}" dt="2023-10-05T08:59:08.490" v="96" actId="20577"/>
      <pc:docMkLst>
        <pc:docMk/>
      </pc:docMkLst>
      <pc:sldChg chg="addSp delSp modSp mod">
        <pc:chgData name="유승철" userId="9584054c-e08f-4935-bde6-b53c2dd0dfbc" providerId="ADAL" clId="{24F2BD5C-A4E8-4C58-9CEE-F7292F4DF617}" dt="2023-10-05T08:59:08.490" v="96" actId="20577"/>
        <pc:sldMkLst>
          <pc:docMk/>
          <pc:sldMk cId="2466279025" sldId="276"/>
        </pc:sldMkLst>
        <pc:spChg chg="mod">
          <ac:chgData name="유승철" userId="9584054c-e08f-4935-bde6-b53c2dd0dfbc" providerId="ADAL" clId="{24F2BD5C-A4E8-4C58-9CEE-F7292F4DF617}" dt="2023-10-05T00:50:20.694" v="1" actId="20577"/>
          <ac:spMkLst>
            <pc:docMk/>
            <pc:sldMk cId="2466279025" sldId="276"/>
            <ac:spMk id="4" creationId="{B236E1EA-0BE4-F745-8BF1-E5362265090C}"/>
          </ac:spMkLst>
        </pc:spChg>
        <pc:spChg chg="mod">
          <ac:chgData name="유승철" userId="9584054c-e08f-4935-bde6-b53c2dd0dfbc" providerId="ADAL" clId="{24F2BD5C-A4E8-4C58-9CEE-F7292F4DF617}" dt="2023-10-05T08:57:08.809" v="22" actId="1036"/>
          <ac:spMkLst>
            <pc:docMk/>
            <pc:sldMk cId="2466279025" sldId="276"/>
            <ac:spMk id="5" creationId="{969BE013-B3DC-C577-4C0E-19E5E9B70BF7}"/>
          </ac:spMkLst>
        </pc:spChg>
        <pc:spChg chg="mod">
          <ac:chgData name="유승철" userId="9584054c-e08f-4935-bde6-b53c2dd0dfbc" providerId="ADAL" clId="{24F2BD5C-A4E8-4C58-9CEE-F7292F4DF617}" dt="2023-10-05T08:56:58.723" v="2" actId="20577"/>
          <ac:spMkLst>
            <pc:docMk/>
            <pc:sldMk cId="2466279025" sldId="276"/>
            <ac:spMk id="52" creationId="{7D8793DD-5632-37CB-DEFC-F8377686BF83}"/>
          </ac:spMkLst>
        </pc:spChg>
        <pc:spChg chg="mod topLvl">
          <ac:chgData name="유승철" userId="9584054c-e08f-4935-bde6-b53c2dd0dfbc" providerId="ADAL" clId="{24F2BD5C-A4E8-4C58-9CEE-F7292F4DF617}" dt="2023-10-05T08:57:55.409" v="83" actId="164"/>
          <ac:spMkLst>
            <pc:docMk/>
            <pc:sldMk cId="2466279025" sldId="276"/>
            <ac:spMk id="56" creationId="{E9D28607-B0D6-75A7-47F7-8DD5D3172490}"/>
          </ac:spMkLst>
        </pc:spChg>
        <pc:spChg chg="mod">
          <ac:chgData name="유승철" userId="9584054c-e08f-4935-bde6-b53c2dd0dfbc" providerId="ADAL" clId="{24F2BD5C-A4E8-4C58-9CEE-F7292F4DF617}" dt="2023-10-05T08:57:43.252" v="81" actId="165"/>
          <ac:spMkLst>
            <pc:docMk/>
            <pc:sldMk cId="2466279025" sldId="276"/>
            <ac:spMk id="60" creationId="{27F4FD55-5E51-94D6-8961-C81AFF3EC6D0}"/>
          </ac:spMkLst>
        </pc:spChg>
        <pc:spChg chg="mod">
          <ac:chgData name="유승철" userId="9584054c-e08f-4935-bde6-b53c2dd0dfbc" providerId="ADAL" clId="{24F2BD5C-A4E8-4C58-9CEE-F7292F4DF617}" dt="2023-10-05T08:57:43.252" v="81" actId="165"/>
          <ac:spMkLst>
            <pc:docMk/>
            <pc:sldMk cId="2466279025" sldId="276"/>
            <ac:spMk id="61" creationId="{00EFB5C8-2104-7503-E991-9C789E7FE983}"/>
          </ac:spMkLst>
        </pc:spChg>
        <pc:spChg chg="mod">
          <ac:chgData name="유승철" userId="9584054c-e08f-4935-bde6-b53c2dd0dfbc" providerId="ADAL" clId="{24F2BD5C-A4E8-4C58-9CEE-F7292F4DF617}" dt="2023-10-05T08:57:43.252" v="81" actId="165"/>
          <ac:spMkLst>
            <pc:docMk/>
            <pc:sldMk cId="2466279025" sldId="276"/>
            <ac:spMk id="62" creationId="{466C8CC7-48DF-07C9-EB44-354C9684A266}"/>
          </ac:spMkLst>
        </pc:spChg>
        <pc:spChg chg="mod">
          <ac:chgData name="유승철" userId="9584054c-e08f-4935-bde6-b53c2dd0dfbc" providerId="ADAL" clId="{24F2BD5C-A4E8-4C58-9CEE-F7292F4DF617}" dt="2023-10-05T08:59:08.490" v="96" actId="20577"/>
          <ac:spMkLst>
            <pc:docMk/>
            <pc:sldMk cId="2466279025" sldId="276"/>
            <ac:spMk id="63" creationId="{3D2ABEC0-FE94-A18C-5739-A185A38F80B4}"/>
          </ac:spMkLst>
        </pc:spChg>
        <pc:spChg chg="mod">
          <ac:chgData name="유승철" userId="9584054c-e08f-4935-bde6-b53c2dd0dfbc" providerId="ADAL" clId="{24F2BD5C-A4E8-4C58-9CEE-F7292F4DF617}" dt="2023-10-05T08:57:43.252" v="81" actId="165"/>
          <ac:spMkLst>
            <pc:docMk/>
            <pc:sldMk cId="2466279025" sldId="276"/>
            <ac:spMk id="128" creationId="{874908EE-4D1F-DCA1-DAAB-4DF73D622422}"/>
          </ac:spMkLst>
        </pc:spChg>
        <pc:spChg chg="mod">
          <ac:chgData name="유승철" userId="9584054c-e08f-4935-bde6-b53c2dd0dfbc" providerId="ADAL" clId="{24F2BD5C-A4E8-4C58-9CEE-F7292F4DF617}" dt="2023-10-05T08:57:43.252" v="81" actId="165"/>
          <ac:spMkLst>
            <pc:docMk/>
            <pc:sldMk cId="2466279025" sldId="276"/>
            <ac:spMk id="130" creationId="{EE4C7E90-DA52-1EF3-D8E6-BF09A54A2E18}"/>
          </ac:spMkLst>
        </pc:spChg>
        <pc:spChg chg="mod">
          <ac:chgData name="유승철" userId="9584054c-e08f-4935-bde6-b53c2dd0dfbc" providerId="ADAL" clId="{24F2BD5C-A4E8-4C58-9CEE-F7292F4DF617}" dt="2023-10-05T08:57:43.252" v="81" actId="165"/>
          <ac:spMkLst>
            <pc:docMk/>
            <pc:sldMk cId="2466279025" sldId="276"/>
            <ac:spMk id="131" creationId="{3156983E-6195-A67F-AE87-60E7B11EA81D}"/>
          </ac:spMkLst>
        </pc:spChg>
        <pc:spChg chg="mod">
          <ac:chgData name="유승철" userId="9584054c-e08f-4935-bde6-b53c2dd0dfbc" providerId="ADAL" clId="{24F2BD5C-A4E8-4C58-9CEE-F7292F4DF617}" dt="2023-10-05T08:57:43.252" v="81" actId="165"/>
          <ac:spMkLst>
            <pc:docMk/>
            <pc:sldMk cId="2466279025" sldId="276"/>
            <ac:spMk id="132" creationId="{F30228F8-1758-35D1-B384-D47731624E75}"/>
          </ac:spMkLst>
        </pc:spChg>
        <pc:grpChg chg="add mod">
          <ac:chgData name="유승철" userId="9584054c-e08f-4935-bde6-b53c2dd0dfbc" providerId="ADAL" clId="{24F2BD5C-A4E8-4C58-9CEE-F7292F4DF617}" dt="2023-10-05T08:58:00.716" v="84" actId="465"/>
          <ac:grpSpMkLst>
            <pc:docMk/>
            <pc:sldMk cId="2466279025" sldId="276"/>
            <ac:grpSpMk id="2" creationId="{8A545620-E2CF-1BE5-1654-58C2BBF5712D}"/>
          </ac:grpSpMkLst>
        </pc:grpChg>
        <pc:grpChg chg="del">
          <ac:chgData name="유승철" userId="9584054c-e08f-4935-bde6-b53c2dd0dfbc" providerId="ADAL" clId="{24F2BD5C-A4E8-4C58-9CEE-F7292F4DF617}" dt="2023-10-05T08:57:43.252" v="81" actId="165"/>
          <ac:grpSpMkLst>
            <pc:docMk/>
            <pc:sldMk cId="2466279025" sldId="276"/>
            <ac:grpSpMk id="54" creationId="{B4825993-ED16-D2E0-2480-9893DF2C395C}"/>
          </ac:grpSpMkLst>
        </pc:grpChg>
        <pc:grpChg chg="mod topLvl">
          <ac:chgData name="유승철" userId="9584054c-e08f-4935-bde6-b53c2dd0dfbc" providerId="ADAL" clId="{24F2BD5C-A4E8-4C58-9CEE-F7292F4DF617}" dt="2023-10-05T08:57:55.409" v="83" actId="164"/>
          <ac:grpSpMkLst>
            <pc:docMk/>
            <pc:sldMk cId="2466279025" sldId="276"/>
            <ac:grpSpMk id="55" creationId="{6C03A601-BE57-C75F-EF61-CD322E151556}"/>
          </ac:grpSpMkLst>
        </pc:grpChg>
        <pc:grpChg chg="mod topLvl">
          <ac:chgData name="유승철" userId="9584054c-e08f-4935-bde6-b53c2dd0dfbc" providerId="ADAL" clId="{24F2BD5C-A4E8-4C58-9CEE-F7292F4DF617}" dt="2023-10-05T08:57:55.409" v="83" actId="164"/>
          <ac:grpSpMkLst>
            <pc:docMk/>
            <pc:sldMk cId="2466279025" sldId="276"/>
            <ac:grpSpMk id="57" creationId="{97DD50A0-20F2-5923-E68F-2FC1ACF6A4E8}"/>
          </ac:grpSpMkLst>
        </pc:grpChg>
        <pc:grpChg chg="mod topLvl">
          <ac:chgData name="유승철" userId="9584054c-e08f-4935-bde6-b53c2dd0dfbc" providerId="ADAL" clId="{24F2BD5C-A4E8-4C58-9CEE-F7292F4DF617}" dt="2023-10-05T08:57:55.409" v="83" actId="164"/>
          <ac:grpSpMkLst>
            <pc:docMk/>
            <pc:sldMk cId="2466279025" sldId="276"/>
            <ac:grpSpMk id="58" creationId="{720D0140-974B-08DF-1E0E-163EAC41AF31}"/>
          </ac:grpSpMkLst>
        </pc:grpChg>
        <pc:grpChg chg="mod topLvl">
          <ac:chgData name="유승철" userId="9584054c-e08f-4935-bde6-b53c2dd0dfbc" providerId="ADAL" clId="{24F2BD5C-A4E8-4C58-9CEE-F7292F4DF617}" dt="2023-10-05T08:57:55.409" v="83" actId="164"/>
          <ac:grpSpMkLst>
            <pc:docMk/>
            <pc:sldMk cId="2466279025" sldId="276"/>
            <ac:grpSpMk id="59" creationId="{E2484123-B1E8-9372-F2AC-EEBD300E0CA4}"/>
          </ac:grpSpMkLst>
        </pc:grpChg>
        <pc:picChg chg="mod">
          <ac:chgData name="유승철" userId="9584054c-e08f-4935-bde6-b53c2dd0dfbc" providerId="ADAL" clId="{24F2BD5C-A4E8-4C58-9CEE-F7292F4DF617}" dt="2023-10-05T08:57:43.252" v="81" actId="165"/>
          <ac:picMkLst>
            <pc:docMk/>
            <pc:sldMk cId="2466279025" sldId="276"/>
            <ac:picMk id="133" creationId="{83E5D175-8451-47F2-A983-B1C077D604FB}"/>
          </ac:picMkLst>
        </pc:picChg>
      </pc:sldChg>
    </pc:docChg>
  </pc:docChgLst>
  <pc:docChgLst>
    <pc:chgData name="유승철" userId="9584054c-e08f-4935-bde6-b53c2dd0dfbc" providerId="ADAL" clId="{079440E9-8AF5-4713-8F19-795067E481D2}"/>
    <pc:docChg chg="undo custSel modSld">
      <pc:chgData name="유승철" userId="9584054c-e08f-4935-bde6-b53c2dd0dfbc" providerId="ADAL" clId="{079440E9-8AF5-4713-8F19-795067E481D2}" dt="2023-12-08T01:07:06.896" v="290" actId="20577"/>
      <pc:docMkLst>
        <pc:docMk/>
      </pc:docMkLst>
      <pc:sldChg chg="modSp mod">
        <pc:chgData name="유승철" userId="9584054c-e08f-4935-bde6-b53c2dd0dfbc" providerId="ADAL" clId="{079440E9-8AF5-4713-8F19-795067E481D2}" dt="2023-12-08T01:07:06.896" v="290" actId="20577"/>
        <pc:sldMkLst>
          <pc:docMk/>
          <pc:sldMk cId="2466279025" sldId="276"/>
        </pc:sldMkLst>
        <pc:spChg chg="mod">
          <ac:chgData name="유승철" userId="9584054c-e08f-4935-bde6-b53c2dd0dfbc" providerId="ADAL" clId="{079440E9-8AF5-4713-8F19-795067E481D2}" dt="2023-12-04T05:20:18.008" v="205" actId="20577"/>
          <ac:spMkLst>
            <pc:docMk/>
            <pc:sldMk cId="2466279025" sldId="276"/>
            <ac:spMk id="52" creationId="{7D8793DD-5632-37CB-DEFC-F8377686BF83}"/>
          </ac:spMkLst>
        </pc:spChg>
        <pc:spChg chg="mod">
          <ac:chgData name="유승철" userId="9584054c-e08f-4935-bde6-b53c2dd0dfbc" providerId="ADAL" clId="{079440E9-8AF5-4713-8F19-795067E481D2}" dt="2023-12-08T01:07:06.896" v="290" actId="20577"/>
          <ac:spMkLst>
            <pc:docMk/>
            <pc:sldMk cId="2466279025" sldId="276"/>
            <ac:spMk id="56" creationId="{E9D28607-B0D6-75A7-47F7-8DD5D3172490}"/>
          </ac:spMkLst>
        </pc:spChg>
      </pc:sldChg>
    </pc:docChg>
  </pc:docChgLst>
  <pc:docChgLst>
    <pc:chgData name="예은 김" userId="6526923f-0c52-4639-9dbd-0f483d8fd367" providerId="ADAL" clId="{0FC59E0F-927E-4BF5-ABB0-5308718D9254}"/>
    <pc:docChg chg="undo custSel modSld">
      <pc:chgData name="예은 김" userId="6526923f-0c52-4639-9dbd-0f483d8fd367" providerId="ADAL" clId="{0FC59E0F-927E-4BF5-ABB0-5308718D9254}" dt="2025-12-11T02:33:06.165" v="225" actId="20577"/>
      <pc:docMkLst>
        <pc:docMk/>
      </pc:docMkLst>
      <pc:sldChg chg="modSp mod">
        <pc:chgData name="예은 김" userId="6526923f-0c52-4639-9dbd-0f483d8fd367" providerId="ADAL" clId="{0FC59E0F-927E-4BF5-ABB0-5308718D9254}" dt="2025-12-11T02:33:06.165" v="225" actId="20577"/>
        <pc:sldMkLst>
          <pc:docMk/>
          <pc:sldMk cId="2141349456" sldId="280"/>
        </pc:sldMkLst>
        <pc:spChg chg="mod">
          <ac:chgData name="예은 김" userId="6526923f-0c52-4639-9dbd-0f483d8fd367" providerId="ADAL" clId="{0FC59E0F-927E-4BF5-ABB0-5308718D9254}" dt="2025-12-11T02:33:06.165" v="225" actId="20577"/>
          <ac:spMkLst>
            <pc:docMk/>
            <pc:sldMk cId="2141349456" sldId="280"/>
            <ac:spMk id="11" creationId="{39BFF879-2353-AE3C-CBE5-AAC10E621DBF}"/>
          </ac:spMkLst>
        </pc:spChg>
      </pc:sldChg>
      <pc:sldChg chg="modSp mod">
        <pc:chgData name="예은 김" userId="6526923f-0c52-4639-9dbd-0f483d8fd367" providerId="ADAL" clId="{0FC59E0F-927E-4BF5-ABB0-5308718D9254}" dt="2025-12-11T02:11:43.368" v="91" actId="20577"/>
        <pc:sldMkLst>
          <pc:docMk/>
          <pc:sldMk cId="4070630398" sldId="281"/>
        </pc:sldMkLst>
        <pc:spChg chg="mod">
          <ac:chgData name="예은 김" userId="6526923f-0c52-4639-9dbd-0f483d8fd367" providerId="ADAL" clId="{0FC59E0F-927E-4BF5-ABB0-5308718D9254}" dt="2025-12-11T01:53:18.321" v="4" actId="20577"/>
          <ac:spMkLst>
            <pc:docMk/>
            <pc:sldMk cId="4070630398" sldId="281"/>
            <ac:spMk id="17" creationId="{9B0C1535-B1E4-B210-1974-EDF1CE6AEC14}"/>
          </ac:spMkLst>
        </pc:spChg>
        <pc:spChg chg="mod">
          <ac:chgData name="예은 김" userId="6526923f-0c52-4639-9dbd-0f483d8fd367" providerId="ADAL" clId="{0FC59E0F-927E-4BF5-ABB0-5308718D9254}" dt="2025-12-11T02:08:05.649" v="62"/>
          <ac:spMkLst>
            <pc:docMk/>
            <pc:sldMk cId="4070630398" sldId="281"/>
            <ac:spMk id="26" creationId="{4926C1AC-7839-732B-9B96-3C3A1D6AFE60}"/>
          </ac:spMkLst>
        </pc:spChg>
        <pc:spChg chg="mod">
          <ac:chgData name="예은 김" userId="6526923f-0c52-4639-9dbd-0f483d8fd367" providerId="ADAL" clId="{0FC59E0F-927E-4BF5-ABB0-5308718D9254}" dt="2025-12-11T02:08:14.122" v="83"/>
          <ac:spMkLst>
            <pc:docMk/>
            <pc:sldMk cId="4070630398" sldId="281"/>
            <ac:spMk id="28" creationId="{13CD4AEA-CEE2-B2A9-0415-EAAAA9F0B440}"/>
          </ac:spMkLst>
        </pc:spChg>
        <pc:spChg chg="mod">
          <ac:chgData name="예은 김" userId="6526923f-0c52-4639-9dbd-0f483d8fd367" providerId="ADAL" clId="{0FC59E0F-927E-4BF5-ABB0-5308718D9254}" dt="2025-12-11T02:06:41.023" v="41" actId="20577"/>
          <ac:spMkLst>
            <pc:docMk/>
            <pc:sldMk cId="4070630398" sldId="281"/>
            <ac:spMk id="31" creationId="{6F2A1BD8-B677-9F0A-0B8C-8392A2C05CEE}"/>
          </ac:spMkLst>
        </pc:spChg>
        <pc:spChg chg="mod">
          <ac:chgData name="예은 김" userId="6526923f-0c52-4639-9dbd-0f483d8fd367" providerId="ADAL" clId="{0FC59E0F-927E-4BF5-ABB0-5308718D9254}" dt="2025-12-11T02:11:43.368" v="91" actId="20577"/>
          <ac:spMkLst>
            <pc:docMk/>
            <pc:sldMk cId="4070630398" sldId="281"/>
            <ac:spMk id="44" creationId="{72EE6F18-228A-11A7-901A-8C112B5F30E8}"/>
          </ac:spMkLst>
        </pc:spChg>
        <pc:spChg chg="mod">
          <ac:chgData name="예은 김" userId="6526923f-0c52-4639-9dbd-0f483d8fd367" providerId="ADAL" clId="{0FC59E0F-927E-4BF5-ABB0-5308718D9254}" dt="2025-12-11T02:04:36.888" v="10"/>
          <ac:spMkLst>
            <pc:docMk/>
            <pc:sldMk cId="4070630398" sldId="281"/>
            <ac:spMk id="138" creationId="{B2D2F8CE-754C-105D-0DB2-A42A8979DD3C}"/>
          </ac:spMkLst>
        </pc:spChg>
        <pc:grpChg chg="mod">
          <ac:chgData name="예은 김" userId="6526923f-0c52-4639-9dbd-0f483d8fd367" providerId="ADAL" clId="{0FC59E0F-927E-4BF5-ABB0-5308718D9254}" dt="2025-12-11T02:04:55.066" v="12" actId="14100"/>
          <ac:grpSpMkLst>
            <pc:docMk/>
            <pc:sldMk cId="4070630398" sldId="281"/>
            <ac:grpSpMk id="19" creationId="{3F8E5028-D3C3-4193-170E-FA92714BB681}"/>
          </ac:grpSpMkLst>
        </pc:grpChg>
      </pc:sldChg>
    </pc:docChg>
  </pc:docChgLst>
  <pc:docChgLst>
    <pc:chgData name="유승철" userId="9584054c-e08f-4935-bde6-b53c2dd0dfbc" providerId="ADAL" clId="{797EF73A-72E2-451A-AAC4-B62A4562B51B}"/>
    <pc:docChg chg="modSld">
      <pc:chgData name="유승철" userId="9584054c-e08f-4935-bde6-b53c2dd0dfbc" providerId="ADAL" clId="{797EF73A-72E2-451A-AAC4-B62A4562B51B}" dt="2021-09-09T07:37:39.230" v="14" actId="20577"/>
      <pc:docMkLst>
        <pc:docMk/>
      </pc:docMkLst>
      <pc:sldChg chg="modSp mod">
        <pc:chgData name="유승철" userId="9584054c-e08f-4935-bde6-b53c2dd0dfbc" providerId="ADAL" clId="{797EF73A-72E2-451A-AAC4-B62A4562B51B}" dt="2021-09-09T07:37:39.230" v="14" actId="20577"/>
        <pc:sldMkLst>
          <pc:docMk/>
          <pc:sldMk cId="2782649627" sldId="272"/>
        </pc:sldMkLst>
        <pc:spChg chg="mod">
          <ac:chgData name="유승철" userId="9584054c-e08f-4935-bde6-b53c2dd0dfbc" providerId="ADAL" clId="{797EF73A-72E2-451A-AAC4-B62A4562B51B}" dt="2021-09-09T07:37:39.230" v="14" actId="20577"/>
          <ac:spMkLst>
            <pc:docMk/>
            <pc:sldMk cId="2782649627" sldId="272"/>
            <ac:spMk id="66" creationId="{F4E638B4-C537-4BF3-BA11-B4CC7890D40C}"/>
          </ac:spMkLst>
        </pc:spChg>
      </pc:sldChg>
      <pc:sldChg chg="modSp mod">
        <pc:chgData name="유승철" userId="9584054c-e08f-4935-bde6-b53c2dd0dfbc" providerId="ADAL" clId="{797EF73A-72E2-451A-AAC4-B62A4562B51B}" dt="2021-09-09T07:33:47.252" v="12" actId="20577"/>
        <pc:sldMkLst>
          <pc:docMk/>
          <pc:sldMk cId="1676419962" sldId="273"/>
        </pc:sldMkLst>
        <pc:spChg chg="mod">
          <ac:chgData name="유승철" userId="9584054c-e08f-4935-bde6-b53c2dd0dfbc" providerId="ADAL" clId="{797EF73A-72E2-451A-AAC4-B62A4562B51B}" dt="2021-09-09T07:33:47.252" v="12" actId="20577"/>
          <ac:spMkLst>
            <pc:docMk/>
            <pc:sldMk cId="1676419962" sldId="273"/>
            <ac:spMk id="72" creationId="{AEBEEEA8-2D1D-4314-8187-21CB076906CF}"/>
          </ac:spMkLst>
        </pc:spChg>
      </pc:sldChg>
    </pc:docChg>
  </pc:docChgLst>
  <pc:docChgLst>
    <pc:chgData name="김예은" userId="6526923f-0c52-4639-9dbd-0f483d8fd367" providerId="ADAL" clId="{AD1D1850-9CC3-4B96-8530-FC01BA173D13}"/>
    <pc:docChg chg="undo custSel modSld">
      <pc:chgData name="김예은" userId="6526923f-0c52-4639-9dbd-0f483d8fd367" providerId="ADAL" clId="{AD1D1850-9CC3-4B96-8530-FC01BA173D13}" dt="2021-01-07T07:03:30.532" v="4714" actId="20577"/>
      <pc:docMkLst>
        <pc:docMk/>
      </pc:docMkLst>
      <pc:sldChg chg="modSp">
        <pc:chgData name="김예은" userId="6526923f-0c52-4639-9dbd-0f483d8fd367" providerId="ADAL" clId="{AD1D1850-9CC3-4B96-8530-FC01BA173D13}" dt="2021-01-07T06:43:10.941" v="3453" actId="20577"/>
        <pc:sldMkLst>
          <pc:docMk/>
          <pc:sldMk cId="3894148367" sldId="268"/>
        </pc:sldMkLst>
        <pc:spChg chg="mod">
          <ac:chgData name="김예은" userId="6526923f-0c52-4639-9dbd-0f483d8fd367" providerId="ADAL" clId="{AD1D1850-9CC3-4B96-8530-FC01BA173D13}" dt="2021-01-07T06:31:30.925" v="2904" actId="20577"/>
          <ac:spMkLst>
            <pc:docMk/>
            <pc:sldMk cId="3894148367" sldId="268"/>
            <ac:spMk id="14" creationId="{EAFC8CD3-A3C3-8641-B8EE-6E19C8526EAD}"/>
          </ac:spMkLst>
        </pc:spChg>
        <pc:spChg chg="mod">
          <ac:chgData name="김예은" userId="6526923f-0c52-4639-9dbd-0f483d8fd367" providerId="ADAL" clId="{AD1D1850-9CC3-4B96-8530-FC01BA173D13}" dt="2021-01-07T06:32:02.349" v="2908" actId="20577"/>
          <ac:spMkLst>
            <pc:docMk/>
            <pc:sldMk cId="3894148367" sldId="268"/>
            <ac:spMk id="44" creationId="{D6DF48C8-CFA2-47D5-A62F-A656461CE0AE}"/>
          </ac:spMkLst>
        </pc:spChg>
        <pc:spChg chg="mod">
          <ac:chgData name="김예은" userId="6526923f-0c52-4639-9dbd-0f483d8fd367" providerId="ADAL" clId="{AD1D1850-9CC3-4B96-8530-FC01BA173D13}" dt="2021-01-07T05:58:28.024" v="1417" actId="5793"/>
          <ac:spMkLst>
            <pc:docMk/>
            <pc:sldMk cId="3894148367" sldId="268"/>
            <ac:spMk id="194" creationId="{2CF5D081-D85B-4BD2-AFD6-2C0DF499435E}"/>
          </ac:spMkLst>
        </pc:spChg>
        <pc:spChg chg="mod">
          <ac:chgData name="김예은" userId="6526923f-0c52-4639-9dbd-0f483d8fd367" providerId="ADAL" clId="{AD1D1850-9CC3-4B96-8530-FC01BA173D13}" dt="2021-01-07T06:36:09.133" v="3109" actId="20577"/>
          <ac:spMkLst>
            <pc:docMk/>
            <pc:sldMk cId="3894148367" sldId="268"/>
            <ac:spMk id="195" creationId="{EDA2204F-0623-4AC8-8954-34A76D45837C}"/>
          </ac:spMkLst>
        </pc:spChg>
        <pc:spChg chg="mod">
          <ac:chgData name="김예은" userId="6526923f-0c52-4639-9dbd-0f483d8fd367" providerId="ADAL" clId="{AD1D1850-9CC3-4B96-8530-FC01BA173D13}" dt="2021-01-07T05:50:34.870" v="947" actId="20577"/>
          <ac:spMkLst>
            <pc:docMk/>
            <pc:sldMk cId="3894148367" sldId="268"/>
            <ac:spMk id="198" creationId="{3BD80C10-79C9-438E-B569-F8B4F5B444BF}"/>
          </ac:spMkLst>
        </pc:spChg>
        <pc:spChg chg="mod">
          <ac:chgData name="김예은" userId="6526923f-0c52-4639-9dbd-0f483d8fd367" providerId="ADAL" clId="{AD1D1850-9CC3-4B96-8530-FC01BA173D13}" dt="2021-01-07T06:09:21.118" v="1917" actId="20577"/>
          <ac:spMkLst>
            <pc:docMk/>
            <pc:sldMk cId="3894148367" sldId="268"/>
            <ac:spMk id="201" creationId="{FC69AE63-54A8-475D-89D8-EBA61827519F}"/>
          </ac:spMkLst>
        </pc:spChg>
        <pc:spChg chg="mod">
          <ac:chgData name="김예은" userId="6526923f-0c52-4639-9dbd-0f483d8fd367" providerId="ADAL" clId="{AD1D1850-9CC3-4B96-8530-FC01BA173D13}" dt="2021-01-07T06:43:10.941" v="3453" actId="20577"/>
          <ac:spMkLst>
            <pc:docMk/>
            <pc:sldMk cId="3894148367" sldId="268"/>
            <ac:spMk id="202" creationId="{12A0E0E2-1B23-4696-A12D-C721126D89B4}"/>
          </ac:spMkLst>
        </pc:spChg>
        <pc:spChg chg="mod">
          <ac:chgData name="김예은" userId="6526923f-0c52-4639-9dbd-0f483d8fd367" providerId="ADAL" clId="{AD1D1850-9CC3-4B96-8530-FC01BA173D13}" dt="2021-01-07T06:13:30.238" v="2158" actId="20577"/>
          <ac:spMkLst>
            <pc:docMk/>
            <pc:sldMk cId="3894148367" sldId="268"/>
            <ac:spMk id="205" creationId="{9A532632-1359-4F24-8981-316053D8E56C}"/>
          </ac:spMkLst>
        </pc:spChg>
        <pc:spChg chg="mod">
          <ac:chgData name="김예은" userId="6526923f-0c52-4639-9dbd-0f483d8fd367" providerId="ADAL" clId="{AD1D1850-9CC3-4B96-8530-FC01BA173D13}" dt="2021-01-07T05:42:14.073" v="381" actId="313"/>
          <ac:spMkLst>
            <pc:docMk/>
            <pc:sldMk cId="3894148367" sldId="268"/>
            <ac:spMk id="209" creationId="{3FEF25B7-BD34-43A8-8E6A-6E64EB0FE155}"/>
          </ac:spMkLst>
        </pc:spChg>
        <pc:spChg chg="mod">
          <ac:chgData name="김예은" userId="6526923f-0c52-4639-9dbd-0f483d8fd367" providerId="ADAL" clId="{AD1D1850-9CC3-4B96-8530-FC01BA173D13}" dt="2021-01-07T06:33:48.166" v="2921" actId="20577"/>
          <ac:spMkLst>
            <pc:docMk/>
            <pc:sldMk cId="3894148367" sldId="268"/>
            <ac:spMk id="212" creationId="{B8B195AE-852C-4A62-A536-0D3A8E5EF45C}"/>
          </ac:spMkLst>
        </pc:spChg>
        <pc:spChg chg="mod">
          <ac:chgData name="김예은" userId="6526923f-0c52-4639-9dbd-0f483d8fd367" providerId="ADAL" clId="{AD1D1850-9CC3-4B96-8530-FC01BA173D13}" dt="2021-01-07T05:56:16.999" v="1342" actId="20577"/>
          <ac:spMkLst>
            <pc:docMk/>
            <pc:sldMk cId="3894148367" sldId="268"/>
            <ac:spMk id="214" creationId="{B37755D5-2B8D-43C6-9472-438C2C9C4852}"/>
          </ac:spMkLst>
        </pc:spChg>
        <pc:spChg chg="mod">
          <ac:chgData name="김예은" userId="6526923f-0c52-4639-9dbd-0f483d8fd367" providerId="ADAL" clId="{AD1D1850-9CC3-4B96-8530-FC01BA173D13}" dt="2021-01-07T06:14:50.957" v="2247" actId="20577"/>
          <ac:spMkLst>
            <pc:docMk/>
            <pc:sldMk cId="3894148367" sldId="268"/>
            <ac:spMk id="216" creationId="{B4D5A54A-7B53-4F3D-8F4F-B773EC08FF4A}"/>
          </ac:spMkLst>
        </pc:spChg>
        <pc:spChg chg="mod">
          <ac:chgData name="김예은" userId="6526923f-0c52-4639-9dbd-0f483d8fd367" providerId="ADAL" clId="{AD1D1850-9CC3-4B96-8530-FC01BA173D13}" dt="2021-01-07T06:17:05.293" v="2417" actId="20577"/>
          <ac:spMkLst>
            <pc:docMk/>
            <pc:sldMk cId="3894148367" sldId="268"/>
            <ac:spMk id="217" creationId="{90DBF093-C452-4CD3-886D-C62159B01E05}"/>
          </ac:spMkLst>
        </pc:spChg>
        <pc:spChg chg="mod">
          <ac:chgData name="김예은" userId="6526923f-0c52-4639-9dbd-0f483d8fd367" providerId="ADAL" clId="{AD1D1850-9CC3-4B96-8530-FC01BA173D13}" dt="2021-01-07T06:21:07.125" v="2600" actId="20577"/>
          <ac:spMkLst>
            <pc:docMk/>
            <pc:sldMk cId="3894148367" sldId="268"/>
            <ac:spMk id="219" creationId="{0CC670E6-1823-4F3A-B5D6-0AFAD218E8A0}"/>
          </ac:spMkLst>
        </pc:spChg>
        <pc:spChg chg="mod">
          <ac:chgData name="김예은" userId="6526923f-0c52-4639-9dbd-0f483d8fd367" providerId="ADAL" clId="{AD1D1850-9CC3-4B96-8530-FC01BA173D13}" dt="2021-01-07T06:23:52.494" v="2787" actId="20577"/>
          <ac:spMkLst>
            <pc:docMk/>
            <pc:sldMk cId="3894148367" sldId="268"/>
            <ac:spMk id="220" creationId="{9F81BBB5-0274-4D82-AE39-5E9F73DB98AC}"/>
          </ac:spMkLst>
        </pc:spChg>
        <pc:spChg chg="mod">
          <ac:chgData name="김예은" userId="6526923f-0c52-4639-9dbd-0f483d8fd367" providerId="ADAL" clId="{AD1D1850-9CC3-4B96-8530-FC01BA173D13}" dt="2021-01-07T06:03:28.766" v="1555" actId="20577"/>
          <ac:spMkLst>
            <pc:docMk/>
            <pc:sldMk cId="3894148367" sldId="268"/>
            <ac:spMk id="222" creationId="{C105854E-92B5-408C-ABDE-132A4974B26E}"/>
          </ac:spMkLst>
        </pc:spChg>
        <pc:spChg chg="mod">
          <ac:chgData name="김예은" userId="6526923f-0c52-4639-9dbd-0f483d8fd367" providerId="ADAL" clId="{AD1D1850-9CC3-4B96-8530-FC01BA173D13}" dt="2021-01-07T06:36:34.045" v="3123" actId="20577"/>
          <ac:spMkLst>
            <pc:docMk/>
            <pc:sldMk cId="3894148367" sldId="268"/>
            <ac:spMk id="223" creationId="{C6A83AC1-9637-4C97-AA02-796CFAF59667}"/>
          </ac:spMkLst>
        </pc:spChg>
        <pc:grpChg chg="mod">
          <ac:chgData name="김예은" userId="6526923f-0c52-4639-9dbd-0f483d8fd367" providerId="ADAL" clId="{AD1D1850-9CC3-4B96-8530-FC01BA173D13}" dt="2021-01-07T06:37:14.409" v="3149"/>
          <ac:grpSpMkLst>
            <pc:docMk/>
            <pc:sldMk cId="3894148367" sldId="268"/>
            <ac:grpSpMk id="2" creationId="{7E93C094-447B-40B5-BF25-FDB5FB794739}"/>
          </ac:grpSpMkLst>
        </pc:grpChg>
        <pc:grpChg chg="mod">
          <ac:chgData name="김예은" userId="6526923f-0c52-4639-9dbd-0f483d8fd367" providerId="ADAL" clId="{AD1D1850-9CC3-4B96-8530-FC01BA173D13}" dt="2021-01-07T06:35:43.358" v="3040"/>
          <ac:grpSpMkLst>
            <pc:docMk/>
            <pc:sldMk cId="3894148367" sldId="268"/>
            <ac:grpSpMk id="193" creationId="{54DAEFFA-9669-4795-AECD-518CE0D1E56B}"/>
          </ac:grpSpMkLst>
        </pc:grpChg>
        <pc:grpChg chg="mod">
          <ac:chgData name="김예은" userId="6526923f-0c52-4639-9dbd-0f483d8fd367" providerId="ADAL" clId="{AD1D1850-9CC3-4B96-8530-FC01BA173D13}" dt="2021-01-07T05:50:26.255" v="934"/>
          <ac:grpSpMkLst>
            <pc:docMk/>
            <pc:sldMk cId="3894148367" sldId="268"/>
            <ac:grpSpMk id="196" creationId="{E62C8101-B524-4DE4-83BB-22774CED71A1}"/>
          </ac:grpSpMkLst>
        </pc:grpChg>
        <pc:grpChg chg="mod">
          <ac:chgData name="김예은" userId="6526923f-0c52-4639-9dbd-0f483d8fd367" providerId="ADAL" clId="{AD1D1850-9CC3-4B96-8530-FC01BA173D13}" dt="2021-01-07T06:37:14.409" v="3149"/>
          <ac:grpSpMkLst>
            <pc:docMk/>
            <pc:sldMk cId="3894148367" sldId="268"/>
            <ac:grpSpMk id="200" creationId="{4BB1FC64-143D-4106-A72A-25113B54A736}"/>
          </ac:grpSpMkLst>
        </pc:grpChg>
        <pc:grpChg chg="mod">
          <ac:chgData name="김예은" userId="6526923f-0c52-4639-9dbd-0f483d8fd367" providerId="ADAL" clId="{AD1D1850-9CC3-4B96-8530-FC01BA173D13}" dt="2021-01-07T06:21:32.432" v="2618"/>
          <ac:grpSpMkLst>
            <pc:docMk/>
            <pc:sldMk cId="3894148367" sldId="268"/>
            <ac:grpSpMk id="218" creationId="{46429A93-E430-440E-A133-D0EDC08D3D72}"/>
          </ac:grpSpMkLst>
        </pc:grpChg>
      </pc:sldChg>
      <pc:sldChg chg="modSp">
        <pc:chgData name="김예은" userId="6526923f-0c52-4639-9dbd-0f483d8fd367" providerId="ADAL" clId="{AD1D1850-9CC3-4B96-8530-FC01BA173D13}" dt="2021-01-07T07:03:30.532" v="4714" actId="20577"/>
        <pc:sldMkLst>
          <pc:docMk/>
          <pc:sldMk cId="2782649627" sldId="272"/>
        </pc:sldMkLst>
        <pc:spChg chg="mod">
          <ac:chgData name="김예은" userId="6526923f-0c52-4639-9dbd-0f483d8fd367" providerId="ADAL" clId="{AD1D1850-9CC3-4B96-8530-FC01BA173D13}" dt="2021-01-07T07:03:30.532" v="4714" actId="20577"/>
          <ac:spMkLst>
            <pc:docMk/>
            <pc:sldMk cId="2782649627" sldId="272"/>
            <ac:spMk id="143" creationId="{BF74ACC5-2672-4264-B0F7-9A5CEDD7FEAD}"/>
          </ac:spMkLst>
        </pc:spChg>
        <pc:spChg chg="mod">
          <ac:chgData name="김예은" userId="6526923f-0c52-4639-9dbd-0f483d8fd367" providerId="ADAL" clId="{AD1D1850-9CC3-4B96-8530-FC01BA173D13}" dt="2021-01-07T07:03:10.820" v="4710" actId="20577"/>
          <ac:spMkLst>
            <pc:docMk/>
            <pc:sldMk cId="2782649627" sldId="272"/>
            <ac:spMk id="157" creationId="{84143310-218D-45D2-8E92-611E72D7ABCB}"/>
          </ac:spMkLst>
        </pc:spChg>
      </pc:sldChg>
    </pc:docChg>
  </pc:docChgLst>
  <pc:docChgLst>
    <pc:chgData name="김예은" userId="6526923f-0c52-4639-9dbd-0f483d8fd367" providerId="ADAL" clId="{D415CFDF-50D2-45A9-86AF-4A731730D4FD}"/>
    <pc:docChg chg="undo custSel modSld">
      <pc:chgData name="김예은" userId="6526923f-0c52-4639-9dbd-0f483d8fd367" providerId="ADAL" clId="{D415CFDF-50D2-45A9-86AF-4A731730D4FD}" dt="2024-03-14T03:21:12.775" v="843" actId="20577"/>
      <pc:docMkLst>
        <pc:docMk/>
      </pc:docMkLst>
      <pc:sldChg chg="addSp delSp modSp mod">
        <pc:chgData name="김예은" userId="6526923f-0c52-4639-9dbd-0f483d8fd367" providerId="ADAL" clId="{D415CFDF-50D2-45A9-86AF-4A731730D4FD}" dt="2024-03-14T03:21:12.775" v="843" actId="20577"/>
        <pc:sldMkLst>
          <pc:docMk/>
          <pc:sldMk cId="2782649627" sldId="272"/>
        </pc:sldMkLst>
        <pc:spChg chg="mod">
          <ac:chgData name="김예은" userId="6526923f-0c52-4639-9dbd-0f483d8fd367" providerId="ADAL" clId="{D415CFDF-50D2-45A9-86AF-4A731730D4FD}" dt="2024-03-14T03:19:41.316" v="836" actId="207"/>
          <ac:spMkLst>
            <pc:docMk/>
            <pc:sldMk cId="2782649627" sldId="272"/>
            <ac:spMk id="13" creationId="{77BD7587-EE51-C62A-38E6-5F3901B35EEB}"/>
          </ac:spMkLst>
        </pc:spChg>
        <pc:spChg chg="mod">
          <ac:chgData name="김예은" userId="6526923f-0c52-4639-9dbd-0f483d8fd367" providerId="ADAL" clId="{D415CFDF-50D2-45A9-86AF-4A731730D4FD}" dt="2024-03-14T03:06:29.525" v="740" actId="20577"/>
          <ac:spMkLst>
            <pc:docMk/>
            <pc:sldMk cId="2782649627" sldId="272"/>
            <ac:spMk id="22" creationId="{08E94353-4D54-31EB-C869-FECC865ACB1A}"/>
          </ac:spMkLst>
        </pc:spChg>
        <pc:spChg chg="add del mod">
          <ac:chgData name="김예은" userId="6526923f-0c52-4639-9dbd-0f483d8fd367" providerId="ADAL" clId="{D415CFDF-50D2-45A9-86AF-4A731730D4FD}" dt="2024-03-14T02:53:52.741" v="351" actId="14100"/>
          <ac:spMkLst>
            <pc:docMk/>
            <pc:sldMk cId="2782649627" sldId="272"/>
            <ac:spMk id="25" creationId="{A48B82B3-450A-F9E7-BEEE-EFA39EAE37F6}"/>
          </ac:spMkLst>
        </pc:spChg>
        <pc:spChg chg="mod">
          <ac:chgData name="김예은" userId="6526923f-0c52-4639-9dbd-0f483d8fd367" providerId="ADAL" clId="{D415CFDF-50D2-45A9-86AF-4A731730D4FD}" dt="2024-03-14T02:53:47.611" v="348" actId="14100"/>
          <ac:spMkLst>
            <pc:docMk/>
            <pc:sldMk cId="2782649627" sldId="272"/>
            <ac:spMk id="27" creationId="{7C96918A-463D-1A4D-4C56-F922F2474A9B}"/>
          </ac:spMkLst>
        </pc:spChg>
        <pc:spChg chg="mod">
          <ac:chgData name="김예은" userId="6526923f-0c52-4639-9dbd-0f483d8fd367" providerId="ADAL" clId="{D415CFDF-50D2-45A9-86AF-4A731730D4FD}" dt="2024-03-14T03:21:12.775" v="843" actId="20577"/>
          <ac:spMkLst>
            <pc:docMk/>
            <pc:sldMk cId="2782649627" sldId="272"/>
            <ac:spMk id="67" creationId="{13A197EA-0A01-1C5E-2E93-2BD7066AEF3F}"/>
          </ac:spMkLst>
        </pc:spChg>
      </pc:sldChg>
      <pc:sldChg chg="modSp mod">
        <pc:chgData name="김예은" userId="6526923f-0c52-4639-9dbd-0f483d8fd367" providerId="ADAL" clId="{D415CFDF-50D2-45A9-86AF-4A731730D4FD}" dt="2024-03-14T03:20:28.946" v="839" actId="207"/>
        <pc:sldMkLst>
          <pc:docMk/>
          <pc:sldMk cId="2466279025" sldId="276"/>
        </pc:sldMkLst>
        <pc:spChg chg="mod">
          <ac:chgData name="김예은" userId="6526923f-0c52-4639-9dbd-0f483d8fd367" providerId="ADAL" clId="{D415CFDF-50D2-45A9-86AF-4A731730D4FD}" dt="2024-03-14T02:42:28.312" v="7" actId="20577"/>
          <ac:spMkLst>
            <pc:docMk/>
            <pc:sldMk cId="2466279025" sldId="276"/>
            <ac:spMk id="50" creationId="{EB7D61D9-3C96-5D9A-41EF-E60C8B2AADC2}"/>
          </ac:spMkLst>
        </pc:spChg>
        <pc:spChg chg="mod">
          <ac:chgData name="김예은" userId="6526923f-0c52-4639-9dbd-0f483d8fd367" providerId="ADAL" clId="{D415CFDF-50D2-45A9-86AF-4A731730D4FD}" dt="2024-03-14T03:20:06.429" v="838" actId="20577"/>
          <ac:spMkLst>
            <pc:docMk/>
            <pc:sldMk cId="2466279025" sldId="276"/>
            <ac:spMk id="52" creationId="{7D8793DD-5632-37CB-DEFC-F8377686BF83}"/>
          </ac:spMkLst>
        </pc:spChg>
        <pc:spChg chg="mod">
          <ac:chgData name="김예은" userId="6526923f-0c52-4639-9dbd-0f483d8fd367" providerId="ADAL" clId="{D415CFDF-50D2-45A9-86AF-4A731730D4FD}" dt="2024-03-14T03:20:28.946" v="839" actId="207"/>
          <ac:spMkLst>
            <pc:docMk/>
            <pc:sldMk cId="2466279025" sldId="276"/>
            <ac:spMk id="56" creationId="{E9D28607-B0D6-75A7-47F7-8DD5D3172490}"/>
          </ac:spMkLst>
        </pc:spChg>
        <pc:spChg chg="mod">
          <ac:chgData name="김예은" userId="6526923f-0c52-4639-9dbd-0f483d8fd367" providerId="ADAL" clId="{D415CFDF-50D2-45A9-86AF-4A731730D4FD}" dt="2024-03-14T02:50:36.423" v="336" actId="1035"/>
          <ac:spMkLst>
            <pc:docMk/>
            <pc:sldMk cId="2466279025" sldId="276"/>
            <ac:spMk id="62" creationId="{466C8CC7-48DF-07C9-EB44-354C9684A266}"/>
          </ac:spMkLst>
        </pc:spChg>
        <pc:spChg chg="mod">
          <ac:chgData name="김예은" userId="6526923f-0c52-4639-9dbd-0f483d8fd367" providerId="ADAL" clId="{D415CFDF-50D2-45A9-86AF-4A731730D4FD}" dt="2024-03-14T02:50:36.423" v="336" actId="1035"/>
          <ac:spMkLst>
            <pc:docMk/>
            <pc:sldMk cId="2466279025" sldId="276"/>
            <ac:spMk id="63" creationId="{3D2ABEC0-FE94-A18C-5739-A185A38F80B4}"/>
          </ac:spMkLst>
        </pc:spChg>
        <pc:spChg chg="mod">
          <ac:chgData name="김예은" userId="6526923f-0c52-4639-9dbd-0f483d8fd367" providerId="ADAL" clId="{D415CFDF-50D2-45A9-86AF-4A731730D4FD}" dt="2024-03-14T02:48:19.786" v="310" actId="207"/>
          <ac:spMkLst>
            <pc:docMk/>
            <pc:sldMk cId="2466279025" sldId="276"/>
            <ac:spMk id="128" creationId="{874908EE-4D1F-DCA1-DAAB-4DF73D622422}"/>
          </ac:spMkLst>
        </pc:spChg>
        <pc:spChg chg="mod">
          <ac:chgData name="김예은" userId="6526923f-0c52-4639-9dbd-0f483d8fd367" providerId="ADAL" clId="{D415CFDF-50D2-45A9-86AF-4A731730D4FD}" dt="2024-03-14T02:48:30.671" v="327" actId="207"/>
          <ac:spMkLst>
            <pc:docMk/>
            <pc:sldMk cId="2466279025" sldId="276"/>
            <ac:spMk id="130" creationId="{EE4C7E90-DA52-1EF3-D8E6-BF09A54A2E18}"/>
          </ac:spMkLst>
        </pc:spChg>
        <pc:spChg chg="mod">
          <ac:chgData name="김예은" userId="6526923f-0c52-4639-9dbd-0f483d8fd367" providerId="ADAL" clId="{D415CFDF-50D2-45A9-86AF-4A731730D4FD}" dt="2024-03-14T02:47:22.351" v="289" actId="207"/>
          <ac:spMkLst>
            <pc:docMk/>
            <pc:sldMk cId="2466279025" sldId="276"/>
            <ac:spMk id="132" creationId="{F30228F8-1758-35D1-B384-D47731624E75}"/>
          </ac:spMkLst>
        </pc:spChg>
        <pc:spChg chg="mod">
          <ac:chgData name="김예은" userId="6526923f-0c52-4639-9dbd-0f483d8fd367" providerId="ADAL" clId="{D415CFDF-50D2-45A9-86AF-4A731730D4FD}" dt="2024-03-14T02:53:30.480" v="347" actId="207"/>
          <ac:spMkLst>
            <pc:docMk/>
            <pc:sldMk cId="2466279025" sldId="276"/>
            <ac:spMk id="173" creationId="{0A1E09A7-076E-1743-BC0F-172F6CCD32CB}"/>
          </ac:spMkLst>
        </pc:spChg>
        <pc:spChg chg="mod">
          <ac:chgData name="김예은" userId="6526923f-0c52-4639-9dbd-0f483d8fd367" providerId="ADAL" clId="{D415CFDF-50D2-45A9-86AF-4A731730D4FD}" dt="2024-03-14T02:53:23.813" v="346" actId="20577"/>
          <ac:spMkLst>
            <pc:docMk/>
            <pc:sldMk cId="2466279025" sldId="276"/>
            <ac:spMk id="176" creationId="{BD1BC246-BA7D-3AD7-9AA1-F5C69D1B2C48}"/>
          </ac:spMkLst>
        </pc:spChg>
        <pc:spChg chg="mod">
          <ac:chgData name="김예은" userId="6526923f-0c52-4639-9dbd-0f483d8fd367" providerId="ADAL" clId="{D415CFDF-50D2-45A9-86AF-4A731730D4FD}" dt="2024-03-14T02:50:48.508" v="337" actId="108"/>
          <ac:spMkLst>
            <pc:docMk/>
            <pc:sldMk cId="2466279025" sldId="276"/>
            <ac:spMk id="178" creationId="{44247B0E-BD32-3F4F-6353-7CD3B7209D74}"/>
          </ac:spMkLst>
        </pc:spChg>
      </pc:sldChg>
    </pc:docChg>
  </pc:docChgLst>
  <pc:docChgLst>
    <pc:chgData name="유승철" userId="9584054c-e08f-4935-bde6-b53c2dd0dfbc" providerId="ADAL" clId="{29B76384-7F54-4CA3-9130-244A29FEBF2B}"/>
    <pc:docChg chg="modSld">
      <pc:chgData name="유승철" userId="9584054c-e08f-4935-bde6-b53c2dd0dfbc" providerId="ADAL" clId="{29B76384-7F54-4CA3-9130-244A29FEBF2B}" dt="2023-07-06T09:56:38.411" v="72" actId="20577"/>
      <pc:docMkLst>
        <pc:docMk/>
      </pc:docMkLst>
      <pc:sldChg chg="modSp mod">
        <pc:chgData name="유승철" userId="9584054c-e08f-4935-bde6-b53c2dd0dfbc" providerId="ADAL" clId="{29B76384-7F54-4CA3-9130-244A29FEBF2B}" dt="2023-07-06T09:56:38.411" v="72" actId="20577"/>
        <pc:sldMkLst>
          <pc:docMk/>
          <pc:sldMk cId="2466279025" sldId="276"/>
        </pc:sldMkLst>
        <pc:spChg chg="mod">
          <ac:chgData name="유승철" userId="9584054c-e08f-4935-bde6-b53c2dd0dfbc" providerId="ADAL" clId="{29B76384-7F54-4CA3-9130-244A29FEBF2B}" dt="2023-07-06T09:56:38.411" v="72" actId="20577"/>
          <ac:spMkLst>
            <pc:docMk/>
            <pc:sldMk cId="2466279025" sldId="276"/>
            <ac:spMk id="151" creationId="{E79CFFC1-80BA-A539-0072-1EECBB422D5C}"/>
          </ac:spMkLst>
        </pc:spChg>
        <pc:spChg chg="mod">
          <ac:chgData name="유승철" userId="9584054c-e08f-4935-bde6-b53c2dd0dfbc" providerId="ADAL" clId="{29B76384-7F54-4CA3-9130-244A29FEBF2B}" dt="2023-07-06T09:56:05.097" v="31" actId="20577"/>
          <ac:spMkLst>
            <pc:docMk/>
            <pc:sldMk cId="2466279025" sldId="276"/>
            <ac:spMk id="153" creationId="{EA4DFFF3-CCC7-3997-272A-F8DB47D241DC}"/>
          </ac:spMkLst>
        </pc:spChg>
      </pc:sldChg>
    </pc:docChg>
  </pc:docChgLst>
  <pc:docChgLst>
    <pc:chgData name="유승철" userId="9584054c-e08f-4935-bde6-b53c2dd0dfbc" providerId="ADAL" clId="{8686BBF0-134D-411D-B72D-CCB5A76C3597}"/>
    <pc:docChg chg="modSld">
      <pc:chgData name="유승철" userId="9584054c-e08f-4935-bde6-b53c2dd0dfbc" providerId="ADAL" clId="{8686BBF0-134D-411D-B72D-CCB5A76C3597}" dt="2021-11-05T05:21:31.095" v="76" actId="20577"/>
      <pc:docMkLst>
        <pc:docMk/>
      </pc:docMkLst>
      <pc:sldChg chg="modSp mod">
        <pc:chgData name="유승철" userId="9584054c-e08f-4935-bde6-b53c2dd0dfbc" providerId="ADAL" clId="{8686BBF0-134D-411D-B72D-CCB5A76C3597}" dt="2021-11-05T05:21:31.095" v="76" actId="20577"/>
        <pc:sldMkLst>
          <pc:docMk/>
          <pc:sldMk cId="1676419962" sldId="273"/>
        </pc:sldMkLst>
        <pc:spChg chg="mod">
          <ac:chgData name="유승철" userId="9584054c-e08f-4935-bde6-b53c2dd0dfbc" providerId="ADAL" clId="{8686BBF0-134D-411D-B72D-CCB5A76C3597}" dt="2021-11-04T01:00:10.720" v="20" actId="20577"/>
          <ac:spMkLst>
            <pc:docMk/>
            <pc:sldMk cId="1676419962" sldId="273"/>
            <ac:spMk id="76" creationId="{FF98D019-5950-4348-B8FC-73DFA75A3D44}"/>
          </ac:spMkLst>
        </pc:spChg>
        <pc:spChg chg="mod">
          <ac:chgData name="유승철" userId="9584054c-e08f-4935-bde6-b53c2dd0dfbc" providerId="ADAL" clId="{8686BBF0-134D-411D-B72D-CCB5A76C3597}" dt="2021-11-04T09:42:50.193" v="48" actId="20577"/>
          <ac:spMkLst>
            <pc:docMk/>
            <pc:sldMk cId="1676419962" sldId="273"/>
            <ac:spMk id="88" creationId="{B7905ADF-C346-4343-AF95-5463EB6D74CD}"/>
          </ac:spMkLst>
        </pc:spChg>
        <pc:spChg chg="mod">
          <ac:chgData name="유승철" userId="9584054c-e08f-4935-bde6-b53c2dd0dfbc" providerId="ADAL" clId="{8686BBF0-134D-411D-B72D-CCB5A76C3597}" dt="2021-11-05T05:21:31.095" v="76" actId="20577"/>
          <ac:spMkLst>
            <pc:docMk/>
            <pc:sldMk cId="1676419962" sldId="273"/>
            <ac:spMk id="92" creationId="{24C66627-37B1-4E15-B61B-8074A1FFC201}"/>
          </ac:spMkLst>
        </pc:spChg>
      </pc:sldChg>
    </pc:docChg>
  </pc:docChgLst>
  <pc:docChgLst>
    <pc:chgData name="김예은" userId="6526923f-0c52-4639-9dbd-0f483d8fd367" providerId="ADAL" clId="{BA38AC12-C60C-4264-818C-6A0FDFB08DAC}"/>
    <pc:docChg chg="undo custSel modSld">
      <pc:chgData name="김예은" userId="6526923f-0c52-4639-9dbd-0f483d8fd367" providerId="ADAL" clId="{BA38AC12-C60C-4264-818C-6A0FDFB08DAC}" dt="2021-05-06T06:16:14.430" v="2427"/>
      <pc:docMkLst>
        <pc:docMk/>
      </pc:docMkLst>
      <pc:sldChg chg="modSp mod">
        <pc:chgData name="김예은" userId="6526923f-0c52-4639-9dbd-0f483d8fd367" providerId="ADAL" clId="{BA38AC12-C60C-4264-818C-6A0FDFB08DAC}" dt="2021-05-06T05:51:29.534" v="1615"/>
        <pc:sldMkLst>
          <pc:docMk/>
          <pc:sldMk cId="3894148367" sldId="268"/>
        </pc:sldMkLst>
        <pc:spChg chg="mod">
          <ac:chgData name="김예은" userId="6526923f-0c52-4639-9dbd-0f483d8fd367" providerId="ADAL" clId="{BA38AC12-C60C-4264-818C-6A0FDFB08DAC}" dt="2021-05-06T05:26:58.952" v="43" actId="20577"/>
          <ac:spMkLst>
            <pc:docMk/>
            <pc:sldMk cId="3894148367" sldId="268"/>
            <ac:spMk id="91" creationId="{7EA180DD-DC84-46EA-9BCA-A1F2D70BE939}"/>
          </ac:spMkLst>
        </pc:spChg>
        <pc:spChg chg="mod">
          <ac:chgData name="김예은" userId="6526923f-0c52-4639-9dbd-0f483d8fd367" providerId="ADAL" clId="{BA38AC12-C60C-4264-818C-6A0FDFB08DAC}" dt="2021-05-06T05:30:32.590" v="325"/>
          <ac:spMkLst>
            <pc:docMk/>
            <pc:sldMk cId="3894148367" sldId="268"/>
            <ac:spMk id="93" creationId="{E43308FC-F91C-4C01-9C0F-E701C0B2C8A8}"/>
          </ac:spMkLst>
        </pc:spChg>
        <pc:spChg chg="mod">
          <ac:chgData name="김예은" userId="6526923f-0c52-4639-9dbd-0f483d8fd367" providerId="ADAL" clId="{BA38AC12-C60C-4264-818C-6A0FDFB08DAC}" dt="2021-05-06T05:40:50.744" v="824"/>
          <ac:spMkLst>
            <pc:docMk/>
            <pc:sldMk cId="3894148367" sldId="268"/>
            <ac:spMk id="101" creationId="{C8CF16F3-5CD3-41BF-BC2A-6F67BA94972A}"/>
          </ac:spMkLst>
        </pc:spChg>
        <pc:spChg chg="mod">
          <ac:chgData name="김예은" userId="6526923f-0c52-4639-9dbd-0f483d8fd367" providerId="ADAL" clId="{BA38AC12-C60C-4264-818C-6A0FDFB08DAC}" dt="2021-05-06T05:41:16.510" v="854"/>
          <ac:spMkLst>
            <pc:docMk/>
            <pc:sldMk cId="3894148367" sldId="268"/>
            <ac:spMk id="102" creationId="{13C06D22-8C48-4BCA-9889-47110573C908}"/>
          </ac:spMkLst>
        </pc:spChg>
        <pc:spChg chg="mod">
          <ac:chgData name="김예은" userId="6526923f-0c52-4639-9dbd-0f483d8fd367" providerId="ADAL" clId="{BA38AC12-C60C-4264-818C-6A0FDFB08DAC}" dt="2021-05-06T05:40:50.744" v="824"/>
          <ac:spMkLst>
            <pc:docMk/>
            <pc:sldMk cId="3894148367" sldId="268"/>
            <ac:spMk id="103" creationId="{A1729132-3151-4A34-BF46-C318990BA9B1}"/>
          </ac:spMkLst>
        </pc:spChg>
        <pc:spChg chg="mod">
          <ac:chgData name="김예은" userId="6526923f-0c52-4639-9dbd-0f483d8fd367" providerId="ADAL" clId="{BA38AC12-C60C-4264-818C-6A0FDFB08DAC}" dt="2021-05-06T05:40:50.744" v="824"/>
          <ac:spMkLst>
            <pc:docMk/>
            <pc:sldMk cId="3894148367" sldId="268"/>
            <ac:spMk id="104" creationId="{B7B84BE2-33FB-4509-A75C-0B1B32E95511}"/>
          </ac:spMkLst>
        </pc:spChg>
        <pc:spChg chg="mod">
          <ac:chgData name="김예은" userId="6526923f-0c52-4639-9dbd-0f483d8fd367" providerId="ADAL" clId="{BA38AC12-C60C-4264-818C-6A0FDFB08DAC}" dt="2021-05-06T05:40:50.744" v="824"/>
          <ac:spMkLst>
            <pc:docMk/>
            <pc:sldMk cId="3894148367" sldId="268"/>
            <ac:spMk id="105" creationId="{CDF23CCE-7438-4332-83B5-0E31A310CCB6}"/>
          </ac:spMkLst>
        </pc:spChg>
        <pc:spChg chg="mod">
          <ac:chgData name="김예은" userId="6526923f-0c52-4639-9dbd-0f483d8fd367" providerId="ADAL" clId="{BA38AC12-C60C-4264-818C-6A0FDFB08DAC}" dt="2021-05-06T05:40:50.744" v="824"/>
          <ac:spMkLst>
            <pc:docMk/>
            <pc:sldMk cId="3894148367" sldId="268"/>
            <ac:spMk id="106" creationId="{21C9319F-7A16-4842-A7D5-91394754D636}"/>
          </ac:spMkLst>
        </pc:spChg>
        <pc:spChg chg="mod">
          <ac:chgData name="김예은" userId="6526923f-0c52-4639-9dbd-0f483d8fd367" providerId="ADAL" clId="{BA38AC12-C60C-4264-818C-6A0FDFB08DAC}" dt="2021-05-06T05:40:50.744" v="824"/>
          <ac:spMkLst>
            <pc:docMk/>
            <pc:sldMk cId="3894148367" sldId="268"/>
            <ac:spMk id="107" creationId="{D50CCB99-C1A2-49DF-B245-4835B5E0EFC8}"/>
          </ac:spMkLst>
        </pc:spChg>
        <pc:spChg chg="mod">
          <ac:chgData name="김예은" userId="6526923f-0c52-4639-9dbd-0f483d8fd367" providerId="ADAL" clId="{BA38AC12-C60C-4264-818C-6A0FDFB08DAC}" dt="2021-05-06T05:40:50.744" v="824"/>
          <ac:spMkLst>
            <pc:docMk/>
            <pc:sldMk cId="3894148367" sldId="268"/>
            <ac:spMk id="108" creationId="{2C2D24C6-390E-4A7B-8B71-5ECBC9C06D37}"/>
          </ac:spMkLst>
        </pc:spChg>
        <pc:spChg chg="mod">
          <ac:chgData name="김예은" userId="6526923f-0c52-4639-9dbd-0f483d8fd367" providerId="ADAL" clId="{BA38AC12-C60C-4264-818C-6A0FDFB08DAC}" dt="2021-05-06T05:40:50.744" v="824"/>
          <ac:spMkLst>
            <pc:docMk/>
            <pc:sldMk cId="3894148367" sldId="268"/>
            <ac:spMk id="110" creationId="{23CB27AE-2A86-4DF6-8DA5-A70A52B5A860}"/>
          </ac:spMkLst>
        </pc:spChg>
        <pc:spChg chg="mod">
          <ac:chgData name="김예은" userId="6526923f-0c52-4639-9dbd-0f483d8fd367" providerId="ADAL" clId="{BA38AC12-C60C-4264-818C-6A0FDFB08DAC}" dt="2021-05-06T05:40:50.744" v="824"/>
          <ac:spMkLst>
            <pc:docMk/>
            <pc:sldMk cId="3894148367" sldId="268"/>
            <ac:spMk id="111" creationId="{574835FC-D056-4F64-9ADF-7E71A886B94A}"/>
          </ac:spMkLst>
        </pc:spChg>
        <pc:spChg chg="mod">
          <ac:chgData name="김예은" userId="6526923f-0c52-4639-9dbd-0f483d8fd367" providerId="ADAL" clId="{BA38AC12-C60C-4264-818C-6A0FDFB08DAC}" dt="2021-05-06T05:40:50.744" v="824"/>
          <ac:spMkLst>
            <pc:docMk/>
            <pc:sldMk cId="3894148367" sldId="268"/>
            <ac:spMk id="112" creationId="{43B030C7-2B6C-406A-AE09-761CD90F0260}"/>
          </ac:spMkLst>
        </pc:spChg>
        <pc:spChg chg="mod">
          <ac:chgData name="김예은" userId="6526923f-0c52-4639-9dbd-0f483d8fd367" providerId="ADAL" clId="{BA38AC12-C60C-4264-818C-6A0FDFB08DAC}" dt="2021-05-06T05:49:11.886" v="1513"/>
          <ac:spMkLst>
            <pc:docMk/>
            <pc:sldMk cId="3894148367" sldId="268"/>
            <ac:spMk id="118" creationId="{F08D64DD-357D-48D8-9318-2B17AFE889C3}"/>
          </ac:spMkLst>
        </pc:spChg>
        <pc:spChg chg="mod">
          <ac:chgData name="김예은" userId="6526923f-0c52-4639-9dbd-0f483d8fd367" providerId="ADAL" clId="{BA38AC12-C60C-4264-818C-6A0FDFB08DAC}" dt="2021-05-06T05:49:21.428" v="1518"/>
          <ac:spMkLst>
            <pc:docMk/>
            <pc:sldMk cId="3894148367" sldId="268"/>
            <ac:spMk id="119" creationId="{887D065A-FFCD-4FC2-A0BF-1B3E3693AEDB}"/>
          </ac:spMkLst>
        </pc:spChg>
        <pc:spChg chg="mod">
          <ac:chgData name="김예은" userId="6526923f-0c52-4639-9dbd-0f483d8fd367" providerId="ADAL" clId="{BA38AC12-C60C-4264-818C-6A0FDFB08DAC}" dt="2021-05-06T05:47:32.670" v="1286"/>
          <ac:spMkLst>
            <pc:docMk/>
            <pc:sldMk cId="3894148367" sldId="268"/>
            <ac:spMk id="120" creationId="{36869608-1CF1-4DDA-9978-7E85A8DC2093}"/>
          </ac:spMkLst>
        </pc:spChg>
        <pc:spChg chg="mod">
          <ac:chgData name="김예은" userId="6526923f-0c52-4639-9dbd-0f483d8fd367" providerId="ADAL" clId="{BA38AC12-C60C-4264-818C-6A0FDFB08DAC}" dt="2021-05-06T05:45:58.726" v="1179"/>
          <ac:spMkLst>
            <pc:docMk/>
            <pc:sldMk cId="3894148367" sldId="268"/>
            <ac:spMk id="121" creationId="{FEE8D561-9F8F-423C-8F7A-760B663C13E8}"/>
          </ac:spMkLst>
        </pc:spChg>
        <pc:spChg chg="mod">
          <ac:chgData name="김예은" userId="6526923f-0c52-4639-9dbd-0f483d8fd367" providerId="ADAL" clId="{BA38AC12-C60C-4264-818C-6A0FDFB08DAC}" dt="2021-05-06T05:51:29.534" v="1615"/>
          <ac:spMkLst>
            <pc:docMk/>
            <pc:sldMk cId="3894148367" sldId="268"/>
            <ac:spMk id="123" creationId="{932793DA-5250-461C-879D-DF020C995EBB}"/>
          </ac:spMkLst>
        </pc:spChg>
        <pc:grpChg chg="mod">
          <ac:chgData name="김예은" userId="6526923f-0c52-4639-9dbd-0f483d8fd367" providerId="ADAL" clId="{BA38AC12-C60C-4264-818C-6A0FDFB08DAC}" dt="2021-05-06T05:40:50.744" v="824"/>
          <ac:grpSpMkLst>
            <pc:docMk/>
            <pc:sldMk cId="3894148367" sldId="268"/>
            <ac:grpSpMk id="95" creationId="{F31C0234-C54B-436B-891D-0B59024C62A6}"/>
          </ac:grpSpMkLst>
        </pc:grpChg>
        <pc:grpChg chg="mod">
          <ac:chgData name="김예은" userId="6526923f-0c52-4639-9dbd-0f483d8fd367" providerId="ADAL" clId="{BA38AC12-C60C-4264-818C-6A0FDFB08DAC}" dt="2021-05-06T05:40:50.744" v="824"/>
          <ac:grpSpMkLst>
            <pc:docMk/>
            <pc:sldMk cId="3894148367" sldId="268"/>
            <ac:grpSpMk id="96" creationId="{9898C351-D989-4BAB-9351-BEB5CA47AA84}"/>
          </ac:grpSpMkLst>
        </pc:grpChg>
        <pc:grpChg chg="mod">
          <ac:chgData name="김예은" userId="6526923f-0c52-4639-9dbd-0f483d8fd367" providerId="ADAL" clId="{BA38AC12-C60C-4264-818C-6A0FDFB08DAC}" dt="2021-05-06T05:40:50.744" v="824"/>
          <ac:grpSpMkLst>
            <pc:docMk/>
            <pc:sldMk cId="3894148367" sldId="268"/>
            <ac:grpSpMk id="97" creationId="{48F51430-2C70-4400-AEB0-35D30B26378D}"/>
          </ac:grpSpMkLst>
        </pc:grpChg>
        <pc:grpChg chg="mod">
          <ac:chgData name="김예은" userId="6526923f-0c52-4639-9dbd-0f483d8fd367" providerId="ADAL" clId="{BA38AC12-C60C-4264-818C-6A0FDFB08DAC}" dt="2021-05-06T05:40:50.744" v="824"/>
          <ac:grpSpMkLst>
            <pc:docMk/>
            <pc:sldMk cId="3894148367" sldId="268"/>
            <ac:grpSpMk id="98" creationId="{A00D4A22-F05A-4134-88AB-4CB6CD4C4CDF}"/>
          </ac:grpSpMkLst>
        </pc:grpChg>
        <pc:grpChg chg="mod">
          <ac:chgData name="김예은" userId="6526923f-0c52-4639-9dbd-0f483d8fd367" providerId="ADAL" clId="{BA38AC12-C60C-4264-818C-6A0FDFB08DAC}" dt="2021-05-06T05:40:50.744" v="824"/>
          <ac:grpSpMkLst>
            <pc:docMk/>
            <pc:sldMk cId="3894148367" sldId="268"/>
            <ac:grpSpMk id="99" creationId="{6F41FB8E-8303-45B4-B69E-1086A5A7FABF}"/>
          </ac:grpSpMkLst>
        </pc:grpChg>
        <pc:grpChg chg="mod">
          <ac:chgData name="김예은" userId="6526923f-0c52-4639-9dbd-0f483d8fd367" providerId="ADAL" clId="{BA38AC12-C60C-4264-818C-6A0FDFB08DAC}" dt="2021-05-06T05:40:50.744" v="824"/>
          <ac:grpSpMkLst>
            <pc:docMk/>
            <pc:sldMk cId="3894148367" sldId="268"/>
            <ac:grpSpMk id="100" creationId="{87E38AEA-441B-46FC-BF85-C73AC9A22146}"/>
          </ac:grpSpMkLst>
        </pc:grpChg>
        <pc:grpChg chg="mod">
          <ac:chgData name="김예은" userId="6526923f-0c52-4639-9dbd-0f483d8fd367" providerId="ADAL" clId="{BA38AC12-C60C-4264-818C-6A0FDFB08DAC}" dt="2021-05-06T05:40:50.744" v="824"/>
          <ac:grpSpMkLst>
            <pc:docMk/>
            <pc:sldMk cId="3894148367" sldId="268"/>
            <ac:grpSpMk id="109" creationId="{5593E1A6-354C-4250-B670-446B202FB72B}"/>
          </ac:grpSpMkLst>
        </pc:grpChg>
        <pc:picChg chg="mod">
          <ac:chgData name="김예은" userId="6526923f-0c52-4639-9dbd-0f483d8fd367" providerId="ADAL" clId="{BA38AC12-C60C-4264-818C-6A0FDFB08DAC}" dt="2021-05-06T05:40:50.744" v="824"/>
          <ac:picMkLst>
            <pc:docMk/>
            <pc:sldMk cId="3894148367" sldId="268"/>
            <ac:picMk id="113" creationId="{6C5D9A2E-30AC-45A3-B339-E7F039AA9564}"/>
          </ac:picMkLst>
        </pc:picChg>
      </pc:sldChg>
      <pc:sldChg chg="modSp mod">
        <pc:chgData name="김예은" userId="6526923f-0c52-4639-9dbd-0f483d8fd367" providerId="ADAL" clId="{BA38AC12-C60C-4264-818C-6A0FDFB08DAC}" dt="2021-05-06T06:16:14.430" v="2427"/>
        <pc:sldMkLst>
          <pc:docMk/>
          <pc:sldMk cId="2782649627" sldId="272"/>
        </pc:sldMkLst>
        <pc:spChg chg="mod">
          <ac:chgData name="김예은" userId="6526923f-0c52-4639-9dbd-0f483d8fd367" providerId="ADAL" clId="{BA38AC12-C60C-4264-818C-6A0FDFB08DAC}" dt="2021-05-06T06:03:56.357" v="2284" actId="207"/>
          <ac:spMkLst>
            <pc:docMk/>
            <pc:sldMk cId="2782649627" sldId="272"/>
            <ac:spMk id="107" creationId="{E38B52E7-ABDD-4D8A-BB96-B4773B7D6556}"/>
          </ac:spMkLst>
        </pc:spChg>
        <pc:spChg chg="mod">
          <ac:chgData name="김예은" userId="6526923f-0c52-4639-9dbd-0f483d8fd367" providerId="ADAL" clId="{BA38AC12-C60C-4264-818C-6A0FDFB08DAC}" dt="2021-05-06T06:16:14.430" v="2427"/>
          <ac:spMkLst>
            <pc:docMk/>
            <pc:sldMk cId="2782649627" sldId="272"/>
            <ac:spMk id="136" creationId="{7479737C-FBB2-4F1C-8E01-26F2F49FDDFC}"/>
          </ac:spMkLst>
        </pc:spChg>
      </pc:sldChg>
    </pc:docChg>
  </pc:docChgLst>
  <pc:docChgLst>
    <pc:chgData name="유승철" userId="9584054c-e08f-4935-bde6-b53c2dd0dfbc" providerId="ADAL" clId="{55E3668D-0735-4BD9-A803-29B4487DCE62}"/>
    <pc:docChg chg="undo custSel modSld">
      <pc:chgData name="유승철" userId="9584054c-e08f-4935-bde6-b53c2dd0dfbc" providerId="ADAL" clId="{55E3668D-0735-4BD9-A803-29B4487DCE62}" dt="2022-08-05T01:33:39.293" v="595" actId="20577"/>
      <pc:docMkLst>
        <pc:docMk/>
      </pc:docMkLst>
      <pc:sldChg chg="addSp delSp modSp mod">
        <pc:chgData name="유승철" userId="9584054c-e08f-4935-bde6-b53c2dd0dfbc" providerId="ADAL" clId="{55E3668D-0735-4BD9-A803-29B4487DCE62}" dt="2022-08-03T01:28:13.788" v="2"/>
        <pc:sldMkLst>
          <pc:docMk/>
          <pc:sldMk cId="2782649627" sldId="272"/>
        </pc:sldMkLst>
        <pc:spChg chg="mod topLvl">
          <ac:chgData name="유승철" userId="9584054c-e08f-4935-bde6-b53c2dd0dfbc" providerId="ADAL" clId="{55E3668D-0735-4BD9-A803-29B4487DCE62}" dt="2022-08-03T01:28:02.503" v="0" actId="165"/>
          <ac:spMkLst>
            <pc:docMk/>
            <pc:sldMk cId="2782649627" sldId="272"/>
            <ac:spMk id="95" creationId="{A4B6FAD0-C7E9-4BF0-4C5A-53C5C3949CB5}"/>
          </ac:spMkLst>
        </pc:spChg>
        <pc:spChg chg="mod topLvl">
          <ac:chgData name="유승철" userId="9584054c-e08f-4935-bde6-b53c2dd0dfbc" providerId="ADAL" clId="{55E3668D-0735-4BD9-A803-29B4487DCE62}" dt="2022-08-03T01:28:02.503" v="0" actId="165"/>
          <ac:spMkLst>
            <pc:docMk/>
            <pc:sldMk cId="2782649627" sldId="272"/>
            <ac:spMk id="96" creationId="{441368AF-2F77-BE09-E6DD-F95F5BF5E8E3}"/>
          </ac:spMkLst>
        </pc:spChg>
        <pc:spChg chg="mod">
          <ac:chgData name="유승철" userId="9584054c-e08f-4935-bde6-b53c2dd0dfbc" providerId="ADAL" clId="{55E3668D-0735-4BD9-A803-29B4487DCE62}" dt="2022-08-03T01:28:02.503" v="0" actId="165"/>
          <ac:spMkLst>
            <pc:docMk/>
            <pc:sldMk cId="2782649627" sldId="272"/>
            <ac:spMk id="117" creationId="{D5B21145-DF5F-90F1-DB18-4985259C63F5}"/>
          </ac:spMkLst>
        </pc:spChg>
        <pc:spChg chg="mod">
          <ac:chgData name="유승철" userId="9584054c-e08f-4935-bde6-b53c2dd0dfbc" providerId="ADAL" clId="{55E3668D-0735-4BD9-A803-29B4487DCE62}" dt="2022-08-03T01:28:02.503" v="0" actId="165"/>
          <ac:spMkLst>
            <pc:docMk/>
            <pc:sldMk cId="2782649627" sldId="272"/>
            <ac:spMk id="118" creationId="{2CF13156-524A-C64A-A604-340442D6AC39}"/>
          </ac:spMkLst>
        </pc:spChg>
        <pc:grpChg chg="del">
          <ac:chgData name="유승철" userId="9584054c-e08f-4935-bde6-b53c2dd0dfbc" providerId="ADAL" clId="{55E3668D-0735-4BD9-A803-29B4487DCE62}" dt="2022-08-03T01:28:02.503" v="0" actId="165"/>
          <ac:grpSpMkLst>
            <pc:docMk/>
            <pc:sldMk cId="2782649627" sldId="272"/>
            <ac:grpSpMk id="90" creationId="{CC44FD6C-BAA6-18B7-058C-380769681396}"/>
          </ac:grpSpMkLst>
        </pc:grpChg>
        <pc:grpChg chg="mod topLvl">
          <ac:chgData name="유승철" userId="9584054c-e08f-4935-bde6-b53c2dd0dfbc" providerId="ADAL" clId="{55E3668D-0735-4BD9-A803-29B4487DCE62}" dt="2022-08-03T01:28:02.503" v="0" actId="165"/>
          <ac:grpSpMkLst>
            <pc:docMk/>
            <pc:sldMk cId="2782649627" sldId="272"/>
            <ac:grpSpMk id="115" creationId="{A734F453-0C1C-F84A-4666-933EE87CA6A9}"/>
          </ac:grpSpMkLst>
        </pc:grpChg>
        <pc:picChg chg="add mod">
          <ac:chgData name="유승철" userId="9584054c-e08f-4935-bde6-b53c2dd0dfbc" providerId="ADAL" clId="{55E3668D-0735-4BD9-A803-29B4487DCE62}" dt="2022-08-03T01:28:13.788" v="2"/>
          <ac:picMkLst>
            <pc:docMk/>
            <pc:sldMk cId="2782649627" sldId="272"/>
            <ac:picMk id="51" creationId="{F3092C95-3A0A-F033-8730-6153454F13E0}"/>
          </ac:picMkLst>
        </pc:picChg>
        <pc:picChg chg="add mod">
          <ac:chgData name="유승철" userId="9584054c-e08f-4935-bde6-b53c2dd0dfbc" providerId="ADAL" clId="{55E3668D-0735-4BD9-A803-29B4487DCE62}" dt="2022-08-03T01:28:13.788" v="2"/>
          <ac:picMkLst>
            <pc:docMk/>
            <pc:sldMk cId="2782649627" sldId="272"/>
            <ac:picMk id="52" creationId="{5782746F-DAB5-FDB9-DE6F-B28F05AE6C7B}"/>
          </ac:picMkLst>
        </pc:picChg>
        <pc:picChg chg="add mod">
          <ac:chgData name="유승철" userId="9584054c-e08f-4935-bde6-b53c2dd0dfbc" providerId="ADAL" clId="{55E3668D-0735-4BD9-A803-29B4487DCE62}" dt="2022-08-03T01:28:13.788" v="2"/>
          <ac:picMkLst>
            <pc:docMk/>
            <pc:sldMk cId="2782649627" sldId="272"/>
            <ac:picMk id="54" creationId="{F2EF881E-C582-7B27-5AA3-B822AC3DF93E}"/>
          </ac:picMkLst>
        </pc:picChg>
        <pc:picChg chg="add mod">
          <ac:chgData name="유승철" userId="9584054c-e08f-4935-bde6-b53c2dd0dfbc" providerId="ADAL" clId="{55E3668D-0735-4BD9-A803-29B4487DCE62}" dt="2022-08-03T01:28:13.788" v="2"/>
          <ac:picMkLst>
            <pc:docMk/>
            <pc:sldMk cId="2782649627" sldId="272"/>
            <ac:picMk id="55" creationId="{541288AD-5203-E8B6-1ED1-DE55701116BC}"/>
          </ac:picMkLst>
        </pc:picChg>
        <pc:picChg chg="add mod">
          <ac:chgData name="유승철" userId="9584054c-e08f-4935-bde6-b53c2dd0dfbc" providerId="ADAL" clId="{55E3668D-0735-4BD9-A803-29B4487DCE62}" dt="2022-08-03T01:28:13.788" v="2"/>
          <ac:picMkLst>
            <pc:docMk/>
            <pc:sldMk cId="2782649627" sldId="272"/>
            <ac:picMk id="56" creationId="{63454064-5DDB-C16A-EA73-2BDC0A14B30E}"/>
          </ac:picMkLst>
        </pc:picChg>
        <pc:picChg chg="add mod">
          <ac:chgData name="유승철" userId="9584054c-e08f-4935-bde6-b53c2dd0dfbc" providerId="ADAL" clId="{55E3668D-0735-4BD9-A803-29B4487DCE62}" dt="2022-08-03T01:28:13.788" v="2"/>
          <ac:picMkLst>
            <pc:docMk/>
            <pc:sldMk cId="2782649627" sldId="272"/>
            <ac:picMk id="57" creationId="{2311C623-29F6-8D03-A36F-B6197FEAE69B}"/>
          </ac:picMkLst>
        </pc:picChg>
        <pc:picChg chg="add mod">
          <ac:chgData name="유승철" userId="9584054c-e08f-4935-bde6-b53c2dd0dfbc" providerId="ADAL" clId="{55E3668D-0735-4BD9-A803-29B4487DCE62}" dt="2022-08-03T01:28:13.788" v="2"/>
          <ac:picMkLst>
            <pc:docMk/>
            <pc:sldMk cId="2782649627" sldId="272"/>
            <ac:picMk id="58" creationId="{B1F1E34C-2333-A119-C48C-100442E90FB8}"/>
          </ac:picMkLst>
        </pc:picChg>
        <pc:picChg chg="add mod">
          <ac:chgData name="유승철" userId="9584054c-e08f-4935-bde6-b53c2dd0dfbc" providerId="ADAL" clId="{55E3668D-0735-4BD9-A803-29B4487DCE62}" dt="2022-08-03T01:28:13.788" v="2"/>
          <ac:picMkLst>
            <pc:docMk/>
            <pc:sldMk cId="2782649627" sldId="272"/>
            <ac:picMk id="59" creationId="{CD8C2947-DF7A-65F1-53A9-9F317B95665B}"/>
          </ac:picMkLst>
        </pc:picChg>
        <pc:picChg chg="add mod">
          <ac:chgData name="유승철" userId="9584054c-e08f-4935-bde6-b53c2dd0dfbc" providerId="ADAL" clId="{55E3668D-0735-4BD9-A803-29B4487DCE62}" dt="2022-08-03T01:28:13.788" v="2"/>
          <ac:picMkLst>
            <pc:docMk/>
            <pc:sldMk cId="2782649627" sldId="272"/>
            <ac:picMk id="60" creationId="{A1955A31-DA05-D1B7-301F-BCFEB535DFFA}"/>
          </ac:picMkLst>
        </pc:picChg>
        <pc:picChg chg="add mod">
          <ac:chgData name="유승철" userId="9584054c-e08f-4935-bde6-b53c2dd0dfbc" providerId="ADAL" clId="{55E3668D-0735-4BD9-A803-29B4487DCE62}" dt="2022-08-03T01:28:13.788" v="2"/>
          <ac:picMkLst>
            <pc:docMk/>
            <pc:sldMk cId="2782649627" sldId="272"/>
            <ac:picMk id="61" creationId="{7748C448-B186-98C3-7E8E-5C590D966DB9}"/>
          </ac:picMkLst>
        </pc:picChg>
        <pc:picChg chg="add mod">
          <ac:chgData name="유승철" userId="9584054c-e08f-4935-bde6-b53c2dd0dfbc" providerId="ADAL" clId="{55E3668D-0735-4BD9-A803-29B4487DCE62}" dt="2022-08-03T01:28:13.788" v="2"/>
          <ac:picMkLst>
            <pc:docMk/>
            <pc:sldMk cId="2782649627" sldId="272"/>
            <ac:picMk id="62" creationId="{68FC6CB6-33C0-3D6F-1488-AF72E911423C}"/>
          </ac:picMkLst>
        </pc:picChg>
        <pc:picChg chg="add mod">
          <ac:chgData name="유승철" userId="9584054c-e08f-4935-bde6-b53c2dd0dfbc" providerId="ADAL" clId="{55E3668D-0735-4BD9-A803-29B4487DCE62}" dt="2022-08-03T01:28:13.788" v="2"/>
          <ac:picMkLst>
            <pc:docMk/>
            <pc:sldMk cId="2782649627" sldId="272"/>
            <ac:picMk id="63" creationId="{45090B74-23DB-7287-04C3-45020992B099}"/>
          </ac:picMkLst>
        </pc:picChg>
        <pc:picChg chg="add mod">
          <ac:chgData name="유승철" userId="9584054c-e08f-4935-bde6-b53c2dd0dfbc" providerId="ADAL" clId="{55E3668D-0735-4BD9-A803-29B4487DCE62}" dt="2022-08-03T01:28:13.788" v="2"/>
          <ac:picMkLst>
            <pc:docMk/>
            <pc:sldMk cId="2782649627" sldId="272"/>
            <ac:picMk id="64" creationId="{8A0A1FBE-7625-4DAA-D3CB-4ED678F4F609}"/>
          </ac:picMkLst>
        </pc:picChg>
        <pc:picChg chg="add mod">
          <ac:chgData name="유승철" userId="9584054c-e08f-4935-bde6-b53c2dd0dfbc" providerId="ADAL" clId="{55E3668D-0735-4BD9-A803-29B4487DCE62}" dt="2022-08-03T01:28:13.788" v="2"/>
          <ac:picMkLst>
            <pc:docMk/>
            <pc:sldMk cId="2782649627" sldId="272"/>
            <ac:picMk id="65" creationId="{62DA3A98-4BB5-E3E3-C772-5B80AE8C59D1}"/>
          </ac:picMkLst>
        </pc:picChg>
        <pc:picChg chg="add mod">
          <ac:chgData name="유승철" userId="9584054c-e08f-4935-bde6-b53c2dd0dfbc" providerId="ADAL" clId="{55E3668D-0735-4BD9-A803-29B4487DCE62}" dt="2022-08-03T01:28:13.788" v="2"/>
          <ac:picMkLst>
            <pc:docMk/>
            <pc:sldMk cId="2782649627" sldId="272"/>
            <ac:picMk id="66" creationId="{B6456C8E-1E14-F457-9926-9D0D92F51C54}"/>
          </ac:picMkLst>
        </pc:picChg>
        <pc:picChg chg="add mod">
          <ac:chgData name="유승철" userId="9584054c-e08f-4935-bde6-b53c2dd0dfbc" providerId="ADAL" clId="{55E3668D-0735-4BD9-A803-29B4487DCE62}" dt="2022-08-03T01:28:13.788" v="2"/>
          <ac:picMkLst>
            <pc:docMk/>
            <pc:sldMk cId="2782649627" sldId="272"/>
            <ac:picMk id="67" creationId="{685E9F6F-E3E2-495E-4B69-A4861B938003}"/>
          </ac:picMkLst>
        </pc:picChg>
        <pc:picChg chg="add mod">
          <ac:chgData name="유승철" userId="9584054c-e08f-4935-bde6-b53c2dd0dfbc" providerId="ADAL" clId="{55E3668D-0735-4BD9-A803-29B4487DCE62}" dt="2022-08-03T01:28:13.788" v="2"/>
          <ac:picMkLst>
            <pc:docMk/>
            <pc:sldMk cId="2782649627" sldId="272"/>
            <ac:picMk id="68" creationId="{070DFE83-0224-F4D4-6DBB-B1BA6E6EC3C1}"/>
          </ac:picMkLst>
        </pc:picChg>
        <pc:picChg chg="del mod topLvl">
          <ac:chgData name="유승철" userId="9584054c-e08f-4935-bde6-b53c2dd0dfbc" providerId="ADAL" clId="{55E3668D-0735-4BD9-A803-29B4487DCE62}" dt="2022-08-03T01:28:12.233" v="1" actId="478"/>
          <ac:picMkLst>
            <pc:docMk/>
            <pc:sldMk cId="2782649627" sldId="272"/>
            <ac:picMk id="98" creationId="{AFE1DE94-8021-4D50-6D8E-B98FEEE162FD}"/>
          </ac:picMkLst>
        </pc:picChg>
        <pc:picChg chg="del mod topLvl">
          <ac:chgData name="유승철" userId="9584054c-e08f-4935-bde6-b53c2dd0dfbc" providerId="ADAL" clId="{55E3668D-0735-4BD9-A803-29B4487DCE62}" dt="2022-08-03T01:28:12.233" v="1" actId="478"/>
          <ac:picMkLst>
            <pc:docMk/>
            <pc:sldMk cId="2782649627" sldId="272"/>
            <ac:picMk id="99" creationId="{34E95851-2BAB-4868-C3B1-202D4162A64C}"/>
          </ac:picMkLst>
        </pc:picChg>
        <pc:picChg chg="del mod topLvl">
          <ac:chgData name="유승철" userId="9584054c-e08f-4935-bde6-b53c2dd0dfbc" providerId="ADAL" clId="{55E3668D-0735-4BD9-A803-29B4487DCE62}" dt="2022-08-03T01:28:12.233" v="1" actId="478"/>
          <ac:picMkLst>
            <pc:docMk/>
            <pc:sldMk cId="2782649627" sldId="272"/>
            <ac:picMk id="100" creationId="{81CC501A-424B-1BCC-87BD-9DEB1FB616B3}"/>
          </ac:picMkLst>
        </pc:picChg>
        <pc:picChg chg="del mod topLvl">
          <ac:chgData name="유승철" userId="9584054c-e08f-4935-bde6-b53c2dd0dfbc" providerId="ADAL" clId="{55E3668D-0735-4BD9-A803-29B4487DCE62}" dt="2022-08-03T01:28:12.233" v="1" actId="478"/>
          <ac:picMkLst>
            <pc:docMk/>
            <pc:sldMk cId="2782649627" sldId="272"/>
            <ac:picMk id="101" creationId="{5A7F4478-2DB2-85A5-2F51-95C9769DFA68}"/>
          </ac:picMkLst>
        </pc:picChg>
        <pc:picChg chg="del mod topLvl">
          <ac:chgData name="유승철" userId="9584054c-e08f-4935-bde6-b53c2dd0dfbc" providerId="ADAL" clId="{55E3668D-0735-4BD9-A803-29B4487DCE62}" dt="2022-08-03T01:28:12.233" v="1" actId="478"/>
          <ac:picMkLst>
            <pc:docMk/>
            <pc:sldMk cId="2782649627" sldId="272"/>
            <ac:picMk id="102" creationId="{36C2BC05-09A8-F36E-4A5F-F89931AF8D29}"/>
          </ac:picMkLst>
        </pc:picChg>
        <pc:picChg chg="del mod topLvl">
          <ac:chgData name="유승철" userId="9584054c-e08f-4935-bde6-b53c2dd0dfbc" providerId="ADAL" clId="{55E3668D-0735-4BD9-A803-29B4487DCE62}" dt="2022-08-03T01:28:12.233" v="1" actId="478"/>
          <ac:picMkLst>
            <pc:docMk/>
            <pc:sldMk cId="2782649627" sldId="272"/>
            <ac:picMk id="103" creationId="{BB454AC7-8AAB-A656-393C-57C7AAB5CC0B}"/>
          </ac:picMkLst>
        </pc:picChg>
        <pc:picChg chg="del mod topLvl">
          <ac:chgData name="유승철" userId="9584054c-e08f-4935-bde6-b53c2dd0dfbc" providerId="ADAL" clId="{55E3668D-0735-4BD9-A803-29B4487DCE62}" dt="2022-08-03T01:28:12.233" v="1" actId="478"/>
          <ac:picMkLst>
            <pc:docMk/>
            <pc:sldMk cId="2782649627" sldId="272"/>
            <ac:picMk id="104" creationId="{766A763B-C2F4-0D71-700E-1AB6BAE96DA1}"/>
          </ac:picMkLst>
        </pc:picChg>
        <pc:picChg chg="del mod topLvl">
          <ac:chgData name="유승철" userId="9584054c-e08f-4935-bde6-b53c2dd0dfbc" providerId="ADAL" clId="{55E3668D-0735-4BD9-A803-29B4487DCE62}" dt="2022-08-03T01:28:12.233" v="1" actId="478"/>
          <ac:picMkLst>
            <pc:docMk/>
            <pc:sldMk cId="2782649627" sldId="272"/>
            <ac:picMk id="105" creationId="{BD8FD83F-9CE7-245E-BC36-4A01F3A7ECFB}"/>
          </ac:picMkLst>
        </pc:picChg>
        <pc:picChg chg="del mod topLvl">
          <ac:chgData name="유승철" userId="9584054c-e08f-4935-bde6-b53c2dd0dfbc" providerId="ADAL" clId="{55E3668D-0735-4BD9-A803-29B4487DCE62}" dt="2022-08-03T01:28:12.233" v="1" actId="478"/>
          <ac:picMkLst>
            <pc:docMk/>
            <pc:sldMk cId="2782649627" sldId="272"/>
            <ac:picMk id="106" creationId="{AE55F9C5-EB31-A052-124C-3B23F5F29BB4}"/>
          </ac:picMkLst>
        </pc:picChg>
        <pc:picChg chg="del mod topLvl">
          <ac:chgData name="유승철" userId="9584054c-e08f-4935-bde6-b53c2dd0dfbc" providerId="ADAL" clId="{55E3668D-0735-4BD9-A803-29B4487DCE62}" dt="2022-08-03T01:28:12.233" v="1" actId="478"/>
          <ac:picMkLst>
            <pc:docMk/>
            <pc:sldMk cId="2782649627" sldId="272"/>
            <ac:picMk id="107" creationId="{99DF61B4-8F8B-42A3-5885-70A2F38A09B5}"/>
          </ac:picMkLst>
        </pc:picChg>
        <pc:picChg chg="del mod topLvl">
          <ac:chgData name="유승철" userId="9584054c-e08f-4935-bde6-b53c2dd0dfbc" providerId="ADAL" clId="{55E3668D-0735-4BD9-A803-29B4487DCE62}" dt="2022-08-03T01:28:12.233" v="1" actId="478"/>
          <ac:picMkLst>
            <pc:docMk/>
            <pc:sldMk cId="2782649627" sldId="272"/>
            <ac:picMk id="108" creationId="{C61F1227-5D07-C27C-C22C-C0DF315AE9CB}"/>
          </ac:picMkLst>
        </pc:picChg>
        <pc:picChg chg="del mod topLvl">
          <ac:chgData name="유승철" userId="9584054c-e08f-4935-bde6-b53c2dd0dfbc" providerId="ADAL" clId="{55E3668D-0735-4BD9-A803-29B4487DCE62}" dt="2022-08-03T01:28:12.233" v="1" actId="478"/>
          <ac:picMkLst>
            <pc:docMk/>
            <pc:sldMk cId="2782649627" sldId="272"/>
            <ac:picMk id="109" creationId="{5424EB80-A78C-2A06-E9BF-165B9DE4DD53}"/>
          </ac:picMkLst>
        </pc:picChg>
        <pc:picChg chg="del mod topLvl">
          <ac:chgData name="유승철" userId="9584054c-e08f-4935-bde6-b53c2dd0dfbc" providerId="ADAL" clId="{55E3668D-0735-4BD9-A803-29B4487DCE62}" dt="2022-08-03T01:28:12.233" v="1" actId="478"/>
          <ac:picMkLst>
            <pc:docMk/>
            <pc:sldMk cId="2782649627" sldId="272"/>
            <ac:picMk id="110" creationId="{276E30E9-8FB4-588C-D15A-D19B33D5DF54}"/>
          </ac:picMkLst>
        </pc:picChg>
        <pc:picChg chg="del mod topLvl">
          <ac:chgData name="유승철" userId="9584054c-e08f-4935-bde6-b53c2dd0dfbc" providerId="ADAL" clId="{55E3668D-0735-4BD9-A803-29B4487DCE62}" dt="2022-08-03T01:28:12.233" v="1" actId="478"/>
          <ac:picMkLst>
            <pc:docMk/>
            <pc:sldMk cId="2782649627" sldId="272"/>
            <ac:picMk id="112" creationId="{8E78314F-D6EA-62DC-CC10-720645C1772F}"/>
          </ac:picMkLst>
        </pc:picChg>
        <pc:picChg chg="del mod topLvl">
          <ac:chgData name="유승철" userId="9584054c-e08f-4935-bde6-b53c2dd0dfbc" providerId="ADAL" clId="{55E3668D-0735-4BD9-A803-29B4487DCE62}" dt="2022-08-03T01:28:12.233" v="1" actId="478"/>
          <ac:picMkLst>
            <pc:docMk/>
            <pc:sldMk cId="2782649627" sldId="272"/>
            <ac:picMk id="113" creationId="{8FEEE7D8-DEDA-10EC-A8AD-C6FD761ACC89}"/>
          </ac:picMkLst>
        </pc:picChg>
        <pc:picChg chg="del mod topLvl">
          <ac:chgData name="유승철" userId="9584054c-e08f-4935-bde6-b53c2dd0dfbc" providerId="ADAL" clId="{55E3668D-0735-4BD9-A803-29B4487DCE62}" dt="2022-08-03T01:28:12.233" v="1" actId="478"/>
          <ac:picMkLst>
            <pc:docMk/>
            <pc:sldMk cId="2782649627" sldId="272"/>
            <ac:picMk id="114" creationId="{18EF34DA-BCD8-7814-09CF-FDC361216C06}"/>
          </ac:picMkLst>
        </pc:picChg>
        <pc:picChg chg="del mod topLvl">
          <ac:chgData name="유승철" userId="9584054c-e08f-4935-bde6-b53c2dd0dfbc" providerId="ADAL" clId="{55E3668D-0735-4BD9-A803-29B4487DCE62}" dt="2022-08-03T01:28:12.233" v="1" actId="478"/>
          <ac:picMkLst>
            <pc:docMk/>
            <pc:sldMk cId="2782649627" sldId="272"/>
            <ac:picMk id="116" creationId="{DAC386CE-CFE2-2CBF-8A6B-EE7007753563}"/>
          </ac:picMkLst>
        </pc:picChg>
        <pc:picChg chg="mod">
          <ac:chgData name="유승철" userId="9584054c-e08f-4935-bde6-b53c2dd0dfbc" providerId="ADAL" clId="{55E3668D-0735-4BD9-A803-29B4487DCE62}" dt="2022-08-03T01:28:02.503" v="0" actId="165"/>
          <ac:picMkLst>
            <pc:docMk/>
            <pc:sldMk cId="2782649627" sldId="272"/>
            <ac:picMk id="120" creationId="{08A63DE8-362E-A48B-29F0-1822D321BD65}"/>
          </ac:picMkLst>
        </pc:picChg>
        <pc:picChg chg="mod">
          <ac:chgData name="유승철" userId="9584054c-e08f-4935-bde6-b53c2dd0dfbc" providerId="ADAL" clId="{55E3668D-0735-4BD9-A803-29B4487DCE62}" dt="2022-08-03T01:28:02.503" v="0" actId="165"/>
          <ac:picMkLst>
            <pc:docMk/>
            <pc:sldMk cId="2782649627" sldId="272"/>
            <ac:picMk id="121" creationId="{368D3717-C1A4-6647-66A6-34678C8AF6B8}"/>
          </ac:picMkLst>
        </pc:picChg>
        <pc:picChg chg="mod">
          <ac:chgData name="유승철" userId="9584054c-e08f-4935-bde6-b53c2dd0dfbc" providerId="ADAL" clId="{55E3668D-0735-4BD9-A803-29B4487DCE62}" dt="2022-08-03T01:28:02.503" v="0" actId="165"/>
          <ac:picMkLst>
            <pc:docMk/>
            <pc:sldMk cId="2782649627" sldId="272"/>
            <ac:picMk id="122" creationId="{409CAE3F-9194-65F2-925C-8395DAC71CD2}"/>
          </ac:picMkLst>
        </pc:picChg>
        <pc:cxnChg chg="add mod">
          <ac:chgData name="유승철" userId="9584054c-e08f-4935-bde6-b53c2dd0dfbc" providerId="ADAL" clId="{55E3668D-0735-4BD9-A803-29B4487DCE62}" dt="2022-08-03T01:28:13.788" v="2"/>
          <ac:cxnSpMkLst>
            <pc:docMk/>
            <pc:sldMk cId="2782649627" sldId="272"/>
            <ac:cxnSpMk id="49" creationId="{3E140330-4E52-5C18-F0E5-CF1A87BDBBF3}"/>
          </ac:cxnSpMkLst>
        </pc:cxnChg>
        <pc:cxnChg chg="del mod topLvl">
          <ac:chgData name="유승철" userId="9584054c-e08f-4935-bde6-b53c2dd0dfbc" providerId="ADAL" clId="{55E3668D-0735-4BD9-A803-29B4487DCE62}" dt="2022-08-03T01:28:12.233" v="1" actId="478"/>
          <ac:cxnSpMkLst>
            <pc:docMk/>
            <pc:sldMk cId="2782649627" sldId="272"/>
            <ac:cxnSpMk id="97" creationId="{73AF097A-B336-1121-EF63-DF13E1CEFB37}"/>
          </ac:cxnSpMkLst>
        </pc:cxnChg>
        <pc:cxnChg chg="mod">
          <ac:chgData name="유승철" userId="9584054c-e08f-4935-bde6-b53c2dd0dfbc" providerId="ADAL" clId="{55E3668D-0735-4BD9-A803-29B4487DCE62}" dt="2022-08-03T01:28:02.503" v="0" actId="165"/>
          <ac:cxnSpMkLst>
            <pc:docMk/>
            <pc:sldMk cId="2782649627" sldId="272"/>
            <ac:cxnSpMk id="119" creationId="{E69E28EA-DC5B-192D-4BDD-3A57C38CA05F}"/>
          </ac:cxnSpMkLst>
        </pc:cxnChg>
      </pc:sldChg>
      <pc:sldChg chg="modSp mod">
        <pc:chgData name="유승철" userId="9584054c-e08f-4935-bde6-b53c2dd0dfbc" providerId="ADAL" clId="{55E3668D-0735-4BD9-A803-29B4487DCE62}" dt="2022-08-05T01:33:39.293" v="595" actId="20577"/>
        <pc:sldMkLst>
          <pc:docMk/>
          <pc:sldMk cId="2466279025" sldId="276"/>
        </pc:sldMkLst>
        <pc:spChg chg="mod">
          <ac:chgData name="유승철" userId="9584054c-e08f-4935-bde6-b53c2dd0dfbc" providerId="ADAL" clId="{55E3668D-0735-4BD9-A803-29B4487DCE62}" dt="2022-08-03T05:33:37.649" v="16" actId="20577"/>
          <ac:spMkLst>
            <pc:docMk/>
            <pc:sldMk cId="2466279025" sldId="276"/>
            <ac:spMk id="111" creationId="{9B3FAADE-62CB-1627-946C-00DA9E3E4BA6}"/>
          </ac:spMkLst>
        </pc:spChg>
        <pc:spChg chg="mod">
          <ac:chgData name="유승철" userId="9584054c-e08f-4935-bde6-b53c2dd0dfbc" providerId="ADAL" clId="{55E3668D-0735-4BD9-A803-29B4487DCE62}" dt="2022-08-03T05:48:22.431" v="276" actId="20577"/>
          <ac:spMkLst>
            <pc:docMk/>
            <pc:sldMk cId="2466279025" sldId="276"/>
            <ac:spMk id="113" creationId="{753130E7-0351-2A00-B06C-90BD547323AA}"/>
          </ac:spMkLst>
        </pc:spChg>
        <pc:spChg chg="mod">
          <ac:chgData name="유승철" userId="9584054c-e08f-4935-bde6-b53c2dd0dfbc" providerId="ADAL" clId="{55E3668D-0735-4BD9-A803-29B4487DCE62}" dt="2022-08-05T01:33:39.293" v="595" actId="20577"/>
          <ac:spMkLst>
            <pc:docMk/>
            <pc:sldMk cId="2466279025" sldId="276"/>
            <ac:spMk id="122" creationId="{39FCE55A-95C4-8B19-C9CF-C69E097FDCDE}"/>
          </ac:spMkLst>
        </pc:spChg>
        <pc:spChg chg="mod">
          <ac:chgData name="유승철" userId="9584054c-e08f-4935-bde6-b53c2dd0dfbc" providerId="ADAL" clId="{55E3668D-0735-4BD9-A803-29B4487DCE62}" dt="2022-08-04T09:21:54.507" v="513" actId="20577"/>
          <ac:spMkLst>
            <pc:docMk/>
            <pc:sldMk cId="2466279025" sldId="276"/>
            <ac:spMk id="125" creationId="{660657B5-9A52-4E96-6F5F-31FA2250C947}"/>
          </ac:spMkLst>
        </pc:spChg>
        <pc:spChg chg="mod">
          <ac:chgData name="유승철" userId="9584054c-e08f-4935-bde6-b53c2dd0dfbc" providerId="ADAL" clId="{55E3668D-0735-4BD9-A803-29B4487DCE62}" dt="2022-08-04T09:21:21.707" v="497" actId="20577"/>
          <ac:spMkLst>
            <pc:docMk/>
            <pc:sldMk cId="2466279025" sldId="276"/>
            <ac:spMk id="127" creationId="{E61DF555-0E6D-8ECB-0C8A-9D60C3F72825}"/>
          </ac:spMkLst>
        </pc:spChg>
        <pc:spChg chg="mod">
          <ac:chgData name="유승철" userId="9584054c-e08f-4935-bde6-b53c2dd0dfbc" providerId="ADAL" clId="{55E3668D-0735-4BD9-A803-29B4487DCE62}" dt="2022-08-04T09:20:00.507" v="355" actId="313"/>
          <ac:spMkLst>
            <pc:docMk/>
            <pc:sldMk cId="2466279025" sldId="276"/>
            <ac:spMk id="130" creationId="{DBE3A232-77E1-9C69-5805-1FB1AC9A403C}"/>
          </ac:spMkLst>
        </pc:spChg>
      </pc:sldChg>
    </pc:docChg>
  </pc:docChgLst>
  <pc:docChgLst>
    <pc:chgData name="김예은" userId="6526923f-0c52-4639-9dbd-0f483d8fd367" providerId="ADAL" clId="{CF47A2DC-99D7-4956-8E1B-F18CC64E2122}"/>
    <pc:docChg chg="modSld">
      <pc:chgData name="김예은" userId="6526923f-0c52-4639-9dbd-0f483d8fd367" providerId="ADAL" clId="{CF47A2DC-99D7-4956-8E1B-F18CC64E2122}" dt="2023-08-03T05:49:49.463" v="815" actId="115"/>
      <pc:docMkLst>
        <pc:docMk/>
      </pc:docMkLst>
      <pc:sldChg chg="modSp mod">
        <pc:chgData name="김예은" userId="6526923f-0c52-4639-9dbd-0f483d8fd367" providerId="ADAL" clId="{CF47A2DC-99D7-4956-8E1B-F18CC64E2122}" dt="2023-08-03T05:49:49.463" v="815" actId="115"/>
        <pc:sldMkLst>
          <pc:docMk/>
          <pc:sldMk cId="2782649627" sldId="272"/>
        </pc:sldMkLst>
        <pc:spChg chg="mod">
          <ac:chgData name="김예은" userId="6526923f-0c52-4639-9dbd-0f483d8fd367" providerId="ADAL" clId="{CF47A2DC-99D7-4956-8E1B-F18CC64E2122}" dt="2023-08-03T05:49:49.463" v="815" actId="115"/>
          <ac:spMkLst>
            <pc:docMk/>
            <pc:sldMk cId="2782649627" sldId="272"/>
            <ac:spMk id="69" creationId="{EB434708-5040-D51F-9CF1-D93401D04C25}"/>
          </ac:spMkLst>
        </pc:spChg>
        <pc:spChg chg="mod">
          <ac:chgData name="김예은" userId="6526923f-0c52-4639-9dbd-0f483d8fd367" providerId="ADAL" clId="{CF47A2DC-99D7-4956-8E1B-F18CC64E2122}" dt="2023-08-03T05:49:16.940" v="814" actId="21"/>
          <ac:spMkLst>
            <pc:docMk/>
            <pc:sldMk cId="2782649627" sldId="272"/>
            <ac:spMk id="89" creationId="{65B899E1-3E0D-D6D1-F4A7-2084728DC0FD}"/>
          </ac:spMkLst>
        </pc:spChg>
      </pc:sldChg>
      <pc:sldChg chg="modSp mod">
        <pc:chgData name="김예은" userId="6526923f-0c52-4639-9dbd-0f483d8fd367" providerId="ADAL" clId="{CF47A2DC-99D7-4956-8E1B-F18CC64E2122}" dt="2023-08-03T05:28:13.297" v="413" actId="404"/>
        <pc:sldMkLst>
          <pc:docMk/>
          <pc:sldMk cId="2466279025" sldId="276"/>
        </pc:sldMkLst>
        <pc:spChg chg="mod">
          <ac:chgData name="김예은" userId="6526923f-0c52-4639-9dbd-0f483d8fd367" providerId="ADAL" clId="{CF47A2DC-99D7-4956-8E1B-F18CC64E2122}" dt="2023-08-03T05:14:23.192" v="144" actId="20577"/>
          <ac:spMkLst>
            <pc:docMk/>
            <pc:sldMk cId="2466279025" sldId="276"/>
            <ac:spMk id="138" creationId="{A953AEAB-A778-AD8D-2792-B85560DCBC03}"/>
          </ac:spMkLst>
        </pc:spChg>
        <pc:spChg chg="mod">
          <ac:chgData name="김예은" userId="6526923f-0c52-4639-9dbd-0f483d8fd367" providerId="ADAL" clId="{CF47A2DC-99D7-4956-8E1B-F18CC64E2122}" dt="2023-08-03T05:18:12.459" v="309"/>
          <ac:spMkLst>
            <pc:docMk/>
            <pc:sldMk cId="2466279025" sldId="276"/>
            <ac:spMk id="140" creationId="{88B97726-3EFB-698A-7D7C-DF5DB8C5A565}"/>
          </ac:spMkLst>
        </pc:spChg>
        <pc:spChg chg="mod">
          <ac:chgData name="김예은" userId="6526923f-0c52-4639-9dbd-0f483d8fd367" providerId="ADAL" clId="{CF47A2DC-99D7-4956-8E1B-F18CC64E2122}" dt="2023-08-03T05:18:39.826" v="340"/>
          <ac:spMkLst>
            <pc:docMk/>
            <pc:sldMk cId="2466279025" sldId="276"/>
            <ac:spMk id="144" creationId="{043BB055-D31A-17A1-6290-85A1676DA4A8}"/>
          </ac:spMkLst>
        </pc:spChg>
        <pc:spChg chg="mod">
          <ac:chgData name="김예은" userId="6526923f-0c52-4639-9dbd-0f483d8fd367" providerId="ADAL" clId="{CF47A2DC-99D7-4956-8E1B-F18CC64E2122}" dt="2023-08-03T05:23:26.589" v="395" actId="20577"/>
          <ac:spMkLst>
            <pc:docMk/>
            <pc:sldMk cId="2466279025" sldId="276"/>
            <ac:spMk id="148" creationId="{8B12AC60-61A6-F569-18B4-10F84603B58A}"/>
          </ac:spMkLst>
        </pc:spChg>
        <pc:spChg chg="mod">
          <ac:chgData name="김예은" userId="6526923f-0c52-4639-9dbd-0f483d8fd367" providerId="ADAL" clId="{CF47A2DC-99D7-4956-8E1B-F18CC64E2122}" dt="2023-08-03T05:23:13.796" v="381"/>
          <ac:spMkLst>
            <pc:docMk/>
            <pc:sldMk cId="2466279025" sldId="276"/>
            <ac:spMk id="151" creationId="{E79CFFC1-80BA-A539-0072-1EECBB422D5C}"/>
          </ac:spMkLst>
        </pc:spChg>
        <pc:spChg chg="mod">
          <ac:chgData name="김예은" userId="6526923f-0c52-4639-9dbd-0f483d8fd367" providerId="ADAL" clId="{CF47A2DC-99D7-4956-8E1B-F18CC64E2122}" dt="2023-08-03T05:19:13.087" v="372" actId="20577"/>
          <ac:spMkLst>
            <pc:docMk/>
            <pc:sldMk cId="2466279025" sldId="276"/>
            <ac:spMk id="152" creationId="{029A6260-57A7-72A9-B068-4BF11E5D9211}"/>
          </ac:spMkLst>
        </pc:spChg>
        <pc:spChg chg="mod">
          <ac:chgData name="김예은" userId="6526923f-0c52-4639-9dbd-0f483d8fd367" providerId="ADAL" clId="{CF47A2DC-99D7-4956-8E1B-F18CC64E2122}" dt="2023-08-03T05:17:10.195" v="256" actId="14100"/>
          <ac:spMkLst>
            <pc:docMk/>
            <pc:sldMk cId="2466279025" sldId="276"/>
            <ac:spMk id="155" creationId="{0A8B3F26-4FA2-9CE6-6071-29B6B0806988}"/>
          </ac:spMkLst>
        </pc:spChg>
        <pc:spChg chg="mod">
          <ac:chgData name="김예은" userId="6526923f-0c52-4639-9dbd-0f483d8fd367" providerId="ADAL" clId="{CF47A2DC-99D7-4956-8E1B-F18CC64E2122}" dt="2023-08-03T05:28:09.953" v="412" actId="404"/>
          <ac:spMkLst>
            <pc:docMk/>
            <pc:sldMk cId="2466279025" sldId="276"/>
            <ac:spMk id="161" creationId="{3ABB61EB-7B93-9211-E5FB-15519836EED4}"/>
          </ac:spMkLst>
        </pc:spChg>
        <pc:spChg chg="mod">
          <ac:chgData name="김예은" userId="6526923f-0c52-4639-9dbd-0f483d8fd367" providerId="ADAL" clId="{CF47A2DC-99D7-4956-8E1B-F18CC64E2122}" dt="2023-08-03T05:28:13.297" v="413" actId="404"/>
          <ac:spMkLst>
            <pc:docMk/>
            <pc:sldMk cId="2466279025" sldId="276"/>
            <ac:spMk id="163" creationId="{7C57E4B0-A8ED-7880-BBA8-29C20111769C}"/>
          </ac:spMkLst>
        </pc:spChg>
        <pc:spChg chg="mod">
          <ac:chgData name="김예은" userId="6526923f-0c52-4639-9dbd-0f483d8fd367" providerId="ADAL" clId="{CF47A2DC-99D7-4956-8E1B-F18CC64E2122}" dt="2023-08-03T05:24:02.919" v="409"/>
          <ac:spMkLst>
            <pc:docMk/>
            <pc:sldMk cId="2466279025" sldId="276"/>
            <ac:spMk id="164" creationId="{10CC8C30-C8D3-E813-E2EB-D06A800556A1}"/>
          </ac:spMkLst>
        </pc:spChg>
        <pc:spChg chg="mod">
          <ac:chgData name="김예은" userId="6526923f-0c52-4639-9dbd-0f483d8fd367" providerId="ADAL" clId="{CF47A2DC-99D7-4956-8E1B-F18CC64E2122}" dt="2023-08-03T05:23:45.293" v="400"/>
          <ac:spMkLst>
            <pc:docMk/>
            <pc:sldMk cId="2466279025" sldId="276"/>
            <ac:spMk id="166" creationId="{2AC258EE-E516-4DCD-02D2-0D1ECA472AC0}"/>
          </ac:spMkLst>
        </pc:spChg>
      </pc:sldChg>
    </pc:docChg>
  </pc:docChgLst>
  <pc:docChgLst>
    <pc:chgData name="유승철" userId="9584054c-e08f-4935-bde6-b53c2dd0dfbc" providerId="ADAL" clId="{D2729485-9728-43AD-ADDC-19F101109BA3}"/>
    <pc:docChg chg="modSld">
      <pc:chgData name="유승철" userId="9584054c-e08f-4935-bde6-b53c2dd0dfbc" providerId="ADAL" clId="{D2729485-9728-43AD-ADDC-19F101109BA3}" dt="2023-02-06T02:19:13.013" v="1" actId="20577"/>
      <pc:docMkLst>
        <pc:docMk/>
      </pc:docMkLst>
      <pc:sldChg chg="modSp mod">
        <pc:chgData name="유승철" userId="9584054c-e08f-4935-bde6-b53c2dd0dfbc" providerId="ADAL" clId="{D2729485-9728-43AD-ADDC-19F101109BA3}" dt="2023-02-06T02:19:13.013" v="1" actId="20577"/>
        <pc:sldMkLst>
          <pc:docMk/>
          <pc:sldMk cId="2466279025" sldId="276"/>
        </pc:sldMkLst>
        <pc:spChg chg="mod">
          <ac:chgData name="유승철" userId="9584054c-e08f-4935-bde6-b53c2dd0dfbc" providerId="ADAL" clId="{D2729485-9728-43AD-ADDC-19F101109BA3}" dt="2023-02-06T02:19:13.013" v="1" actId="20577"/>
          <ac:spMkLst>
            <pc:docMk/>
            <pc:sldMk cId="2466279025" sldId="276"/>
            <ac:spMk id="4" creationId="{B236E1EA-0BE4-F745-8BF1-E5362265090C}"/>
          </ac:spMkLst>
        </pc:spChg>
      </pc:sldChg>
    </pc:docChg>
  </pc:docChgLst>
  <pc:docChgLst>
    <pc:chgData name="김예은" userId="6526923f-0c52-4639-9dbd-0f483d8fd367" providerId="ADAL" clId="{CED57D8B-0F64-4A46-B476-01A445603859}"/>
    <pc:docChg chg="undo custSel modSld">
      <pc:chgData name="김예은" userId="6526923f-0c52-4639-9dbd-0f483d8fd367" providerId="ADAL" clId="{CED57D8B-0F64-4A46-B476-01A445603859}" dt="2022-10-11T08:56:20.232" v="790" actId="21"/>
      <pc:docMkLst>
        <pc:docMk/>
      </pc:docMkLst>
      <pc:sldChg chg="delSp modSp mod">
        <pc:chgData name="김예은" userId="6526923f-0c52-4639-9dbd-0f483d8fd367" providerId="ADAL" clId="{CED57D8B-0F64-4A46-B476-01A445603859}" dt="2022-10-11T08:52:07.614" v="665" actId="20577"/>
        <pc:sldMkLst>
          <pc:docMk/>
          <pc:sldMk cId="2782649627" sldId="272"/>
        </pc:sldMkLst>
        <pc:spChg chg="mod">
          <ac:chgData name="김예은" userId="6526923f-0c52-4639-9dbd-0f483d8fd367" providerId="ADAL" clId="{CED57D8B-0F64-4A46-B476-01A445603859}" dt="2022-10-11T08:51:27.470" v="635" actId="20577"/>
          <ac:spMkLst>
            <pc:docMk/>
            <pc:sldMk cId="2782649627" sldId="272"/>
            <ac:spMk id="4" creationId="{E4BDA202-F18B-6B8D-034E-02A4CFAB7786}"/>
          </ac:spMkLst>
        </pc:spChg>
        <pc:spChg chg="mod">
          <ac:chgData name="김예은" userId="6526923f-0c52-4639-9dbd-0f483d8fd367" providerId="ADAL" clId="{CED57D8B-0F64-4A46-B476-01A445603859}" dt="2022-10-11T08:52:07.614" v="665" actId="20577"/>
          <ac:spMkLst>
            <pc:docMk/>
            <pc:sldMk cId="2782649627" sldId="272"/>
            <ac:spMk id="24" creationId="{85A7C109-254D-DEE0-E740-1CCF4C8ED343}"/>
          </ac:spMkLst>
        </pc:spChg>
        <pc:spChg chg="del mod">
          <ac:chgData name="김예은" userId="6526923f-0c52-4639-9dbd-0f483d8fd367" providerId="ADAL" clId="{CED57D8B-0F64-4A46-B476-01A445603859}" dt="2022-10-11T07:12:12.987" v="522" actId="478"/>
          <ac:spMkLst>
            <pc:docMk/>
            <pc:sldMk cId="2782649627" sldId="272"/>
            <ac:spMk id="94" creationId="{D9603496-3348-F5D4-4A25-3126F2429FBE}"/>
          </ac:spMkLst>
        </pc:spChg>
      </pc:sldChg>
      <pc:sldChg chg="modSp mod">
        <pc:chgData name="김예은" userId="6526923f-0c52-4639-9dbd-0f483d8fd367" providerId="ADAL" clId="{CED57D8B-0F64-4A46-B476-01A445603859}" dt="2022-10-11T08:56:20.232" v="790" actId="21"/>
        <pc:sldMkLst>
          <pc:docMk/>
          <pc:sldMk cId="2466279025" sldId="276"/>
        </pc:sldMkLst>
        <pc:spChg chg="mod">
          <ac:chgData name="김예은" userId="6526923f-0c52-4639-9dbd-0f483d8fd367" providerId="ADAL" clId="{CED57D8B-0F64-4A46-B476-01A445603859}" dt="2022-10-11T08:56:20.232" v="790" actId="21"/>
          <ac:spMkLst>
            <pc:docMk/>
            <pc:sldMk cId="2466279025" sldId="276"/>
            <ac:spMk id="111" creationId="{9B3FAADE-62CB-1627-946C-00DA9E3E4BA6}"/>
          </ac:spMkLst>
        </pc:spChg>
        <pc:spChg chg="mod">
          <ac:chgData name="김예은" userId="6526923f-0c52-4639-9dbd-0f483d8fd367" providerId="ADAL" clId="{CED57D8B-0F64-4A46-B476-01A445603859}" dt="2022-10-11T08:53:04.383" v="695" actId="20577"/>
          <ac:spMkLst>
            <pc:docMk/>
            <pc:sldMk cId="2466279025" sldId="276"/>
            <ac:spMk id="113" creationId="{753130E7-0351-2A00-B06C-90BD547323AA}"/>
          </ac:spMkLst>
        </pc:spChg>
        <pc:spChg chg="mod">
          <ac:chgData name="김예은" userId="6526923f-0c52-4639-9dbd-0f483d8fd367" providerId="ADAL" clId="{CED57D8B-0F64-4A46-B476-01A445603859}" dt="2022-10-11T07:08:26.509" v="493" actId="20577"/>
          <ac:spMkLst>
            <pc:docMk/>
            <pc:sldMk cId="2466279025" sldId="276"/>
            <ac:spMk id="127" creationId="{E61DF555-0E6D-8ECB-0C8A-9D60C3F72825}"/>
          </ac:spMkLst>
        </pc:spChg>
        <pc:spChg chg="mod">
          <ac:chgData name="김예은" userId="6526923f-0c52-4639-9dbd-0f483d8fd367" providerId="ADAL" clId="{CED57D8B-0F64-4A46-B476-01A445603859}" dt="2022-10-11T07:11:47.579" v="520" actId="20577"/>
          <ac:spMkLst>
            <pc:docMk/>
            <pc:sldMk cId="2466279025" sldId="276"/>
            <ac:spMk id="139" creationId="{5EE6D517-3E97-2B2D-5CA3-D5EE33FBBDA7}"/>
          </ac:spMkLst>
        </pc:spChg>
      </pc:sldChg>
    </pc:docChg>
  </pc:docChgLst>
  <pc:docChgLst>
    <pc:chgData name="이유림" userId="c4f7c10e-9591-4e08-8489-adf65147d8f2" providerId="ADAL" clId="{F767BF1E-5F86-41C1-B104-D2B9AB93D05B}"/>
    <pc:docChg chg="undo custSel addSld modSld">
      <pc:chgData name="이유림" userId="c4f7c10e-9591-4e08-8489-adf65147d8f2" providerId="ADAL" clId="{F767BF1E-5F86-41C1-B104-D2B9AB93D05B}" dt="2025-08-06T07:18:09.063" v="3239" actId="20577"/>
      <pc:docMkLst>
        <pc:docMk/>
      </pc:docMkLst>
      <pc:sldChg chg="modSp mod">
        <pc:chgData name="이유림" userId="c4f7c10e-9591-4e08-8489-adf65147d8f2" providerId="ADAL" clId="{F767BF1E-5F86-41C1-B104-D2B9AB93D05B}" dt="2025-08-05T05:43:54.904" v="1180" actId="20577"/>
        <pc:sldMkLst>
          <pc:docMk/>
          <pc:sldMk cId="2604213135" sldId="279"/>
        </pc:sldMkLst>
        <pc:spChg chg="mod">
          <ac:chgData name="이유림" userId="c4f7c10e-9591-4e08-8489-adf65147d8f2" providerId="ADAL" clId="{F767BF1E-5F86-41C1-B104-D2B9AB93D05B}" dt="2025-08-05T04:54:13.021" v="9" actId="20577"/>
          <ac:spMkLst>
            <pc:docMk/>
            <pc:sldMk cId="2604213135" sldId="279"/>
            <ac:spMk id="6" creationId="{15141728-A305-8742-8C53-C14A4823EEFE}"/>
          </ac:spMkLst>
        </pc:spChg>
        <pc:spChg chg="mod">
          <ac:chgData name="이유림" userId="c4f7c10e-9591-4e08-8489-adf65147d8f2" providerId="ADAL" clId="{F767BF1E-5F86-41C1-B104-D2B9AB93D05B}" dt="2025-08-05T05:43:54.904" v="1180" actId="20577"/>
          <ac:spMkLst>
            <pc:docMk/>
            <pc:sldMk cId="2604213135" sldId="279"/>
            <ac:spMk id="15" creationId="{DD2BA9D1-889D-AEF8-BB7E-B25BCFC35209}"/>
          </ac:spMkLst>
        </pc:spChg>
        <pc:spChg chg="mod">
          <ac:chgData name="이유림" userId="c4f7c10e-9591-4e08-8489-adf65147d8f2" providerId="ADAL" clId="{F767BF1E-5F86-41C1-B104-D2B9AB93D05B}" dt="2025-08-05T05:07:15.816" v="147" actId="20577"/>
          <ac:spMkLst>
            <pc:docMk/>
            <pc:sldMk cId="2604213135" sldId="279"/>
            <ac:spMk id="17" creationId="{9B0C1535-B1E4-B210-1974-EDF1CE6AEC14}"/>
          </ac:spMkLst>
        </pc:spChg>
        <pc:spChg chg="mod">
          <ac:chgData name="이유림" userId="c4f7c10e-9591-4e08-8489-adf65147d8f2" providerId="ADAL" clId="{F767BF1E-5F86-41C1-B104-D2B9AB93D05B}" dt="2025-08-05T05:27:46.915" v="637" actId="6549"/>
          <ac:spMkLst>
            <pc:docMk/>
            <pc:sldMk cId="2604213135" sldId="279"/>
            <ac:spMk id="24" creationId="{62920AD4-7942-1BED-4284-E22921A7F674}"/>
          </ac:spMkLst>
        </pc:spChg>
        <pc:spChg chg="mod">
          <ac:chgData name="이유림" userId="c4f7c10e-9591-4e08-8489-adf65147d8f2" providerId="ADAL" clId="{F767BF1E-5F86-41C1-B104-D2B9AB93D05B}" dt="2025-08-05T05:16:56.860" v="354"/>
          <ac:spMkLst>
            <pc:docMk/>
            <pc:sldMk cId="2604213135" sldId="279"/>
            <ac:spMk id="25" creationId="{4E9CF9F7-D515-77C5-FE55-D74A3A50A30A}"/>
          </ac:spMkLst>
        </pc:spChg>
        <pc:spChg chg="mod">
          <ac:chgData name="이유림" userId="c4f7c10e-9591-4e08-8489-adf65147d8f2" providerId="ADAL" clId="{F767BF1E-5F86-41C1-B104-D2B9AB93D05B}" dt="2025-08-05T05:24:15.613" v="553" actId="20577"/>
          <ac:spMkLst>
            <pc:docMk/>
            <pc:sldMk cId="2604213135" sldId="279"/>
            <ac:spMk id="26" creationId="{4926C1AC-7839-732B-9B96-3C3A1D6AFE60}"/>
          </ac:spMkLst>
        </pc:spChg>
        <pc:spChg chg="mod">
          <ac:chgData name="이유림" userId="c4f7c10e-9591-4e08-8489-adf65147d8f2" providerId="ADAL" clId="{F767BF1E-5F86-41C1-B104-D2B9AB93D05B}" dt="2025-08-05T05:26:38.083" v="636" actId="20577"/>
          <ac:spMkLst>
            <pc:docMk/>
            <pc:sldMk cId="2604213135" sldId="279"/>
            <ac:spMk id="27" creationId="{38EA2831-285C-F0AC-DB24-1E5C5F100C23}"/>
          </ac:spMkLst>
        </pc:spChg>
        <pc:spChg chg="mod">
          <ac:chgData name="이유림" userId="c4f7c10e-9591-4e08-8489-adf65147d8f2" providerId="ADAL" clId="{F767BF1E-5F86-41C1-B104-D2B9AB93D05B}" dt="2025-08-05T05:17:49.609" v="371" actId="20577"/>
          <ac:spMkLst>
            <pc:docMk/>
            <pc:sldMk cId="2604213135" sldId="279"/>
            <ac:spMk id="28" creationId="{13CD4AEA-CEE2-B2A9-0415-EAAAA9F0B440}"/>
          </ac:spMkLst>
        </pc:spChg>
        <pc:spChg chg="mod">
          <ac:chgData name="이유림" userId="c4f7c10e-9591-4e08-8489-adf65147d8f2" providerId="ADAL" clId="{F767BF1E-5F86-41C1-B104-D2B9AB93D05B}" dt="2025-08-05T05:23:44.441" v="519" actId="20577"/>
          <ac:spMkLst>
            <pc:docMk/>
            <pc:sldMk cId="2604213135" sldId="279"/>
            <ac:spMk id="29" creationId="{FC97D07A-6DEB-CA92-08AD-67FA8DFF0F08}"/>
          </ac:spMkLst>
        </pc:spChg>
        <pc:spChg chg="mod">
          <ac:chgData name="이유림" userId="c4f7c10e-9591-4e08-8489-adf65147d8f2" providerId="ADAL" clId="{F767BF1E-5F86-41C1-B104-D2B9AB93D05B}" dt="2025-08-05T05:16:56.860" v="354"/>
          <ac:spMkLst>
            <pc:docMk/>
            <pc:sldMk cId="2604213135" sldId="279"/>
            <ac:spMk id="31" creationId="{6F2A1BD8-B677-9F0A-0B8C-8392A2C05CEE}"/>
          </ac:spMkLst>
        </pc:spChg>
        <pc:spChg chg="mod">
          <ac:chgData name="이유림" userId="c4f7c10e-9591-4e08-8489-adf65147d8f2" providerId="ADAL" clId="{F767BF1E-5F86-41C1-B104-D2B9AB93D05B}" dt="2025-08-05T05:16:56.860" v="354"/>
          <ac:spMkLst>
            <pc:docMk/>
            <pc:sldMk cId="2604213135" sldId="279"/>
            <ac:spMk id="32" creationId="{CB9E2D32-3DA0-000D-A5DA-3CF45395CD9F}"/>
          </ac:spMkLst>
        </pc:spChg>
        <pc:spChg chg="mod">
          <ac:chgData name="이유림" userId="c4f7c10e-9591-4e08-8489-adf65147d8f2" providerId="ADAL" clId="{F767BF1E-5F86-41C1-B104-D2B9AB93D05B}" dt="2025-08-05T05:16:56.860" v="354"/>
          <ac:spMkLst>
            <pc:docMk/>
            <pc:sldMk cId="2604213135" sldId="279"/>
            <ac:spMk id="33" creationId="{5CB8F92A-C939-8121-292A-79D60AE11AC9}"/>
          </ac:spMkLst>
        </pc:spChg>
        <pc:spChg chg="mod">
          <ac:chgData name="이유림" userId="c4f7c10e-9591-4e08-8489-adf65147d8f2" providerId="ADAL" clId="{F767BF1E-5F86-41C1-B104-D2B9AB93D05B}" dt="2025-08-05T05:32:48.039" v="699" actId="6549"/>
          <ac:spMkLst>
            <pc:docMk/>
            <pc:sldMk cId="2604213135" sldId="279"/>
            <ac:spMk id="43" creationId="{6FDED833-9209-F168-81E2-8F75D3E6AC0B}"/>
          </ac:spMkLst>
        </pc:spChg>
        <pc:spChg chg="mod">
          <ac:chgData name="이유림" userId="c4f7c10e-9591-4e08-8489-adf65147d8f2" providerId="ADAL" clId="{F767BF1E-5F86-41C1-B104-D2B9AB93D05B}" dt="2025-08-05T05:33:32.474" v="745" actId="20577"/>
          <ac:spMkLst>
            <pc:docMk/>
            <pc:sldMk cId="2604213135" sldId="279"/>
            <ac:spMk id="46" creationId="{7DA334C2-E384-CB47-2C11-DD1D0A0EE62A}"/>
          </ac:spMkLst>
        </pc:spChg>
        <pc:spChg chg="mod">
          <ac:chgData name="이유림" userId="c4f7c10e-9591-4e08-8489-adf65147d8f2" providerId="ADAL" clId="{F767BF1E-5F86-41C1-B104-D2B9AB93D05B}" dt="2025-08-05T05:10:47.684" v="165" actId="20577"/>
          <ac:spMkLst>
            <pc:docMk/>
            <pc:sldMk cId="2604213135" sldId="279"/>
            <ac:spMk id="136" creationId="{B4D65861-9355-82C7-901E-B4B1C92724AB}"/>
          </ac:spMkLst>
        </pc:spChg>
        <pc:spChg chg="mod">
          <ac:chgData name="이유림" userId="c4f7c10e-9591-4e08-8489-adf65147d8f2" providerId="ADAL" clId="{F767BF1E-5F86-41C1-B104-D2B9AB93D05B}" dt="2025-08-05T05:11:22.678" v="201" actId="20577"/>
          <ac:spMkLst>
            <pc:docMk/>
            <pc:sldMk cId="2604213135" sldId="279"/>
            <ac:spMk id="138" creationId="{B2D2F8CE-754C-105D-0DB2-A42A8979DD3C}"/>
          </ac:spMkLst>
        </pc:spChg>
        <pc:grpChg chg="mod">
          <ac:chgData name="이유림" userId="c4f7c10e-9591-4e08-8489-adf65147d8f2" providerId="ADAL" clId="{F767BF1E-5F86-41C1-B104-D2B9AB93D05B}" dt="2025-08-05T05:16:56.860" v="354"/>
          <ac:grpSpMkLst>
            <pc:docMk/>
            <pc:sldMk cId="2604213135" sldId="279"/>
            <ac:grpSpMk id="19" creationId="{3F8E5028-D3C3-4193-170E-FA92714BB681}"/>
          </ac:grpSpMkLst>
        </pc:grpChg>
        <pc:grpChg chg="mod">
          <ac:chgData name="이유림" userId="c4f7c10e-9591-4e08-8489-adf65147d8f2" providerId="ADAL" clId="{F767BF1E-5F86-41C1-B104-D2B9AB93D05B}" dt="2025-08-05T05:16:56.860" v="354"/>
          <ac:grpSpMkLst>
            <pc:docMk/>
            <pc:sldMk cId="2604213135" sldId="279"/>
            <ac:grpSpMk id="20" creationId="{F3AFDA15-B9F1-A56C-1F7D-301784F5EBD9}"/>
          </ac:grpSpMkLst>
        </pc:grpChg>
        <pc:grpChg chg="mod">
          <ac:chgData name="이유림" userId="c4f7c10e-9591-4e08-8489-adf65147d8f2" providerId="ADAL" clId="{F767BF1E-5F86-41C1-B104-D2B9AB93D05B}" dt="2025-08-05T05:16:56.860" v="354"/>
          <ac:grpSpMkLst>
            <pc:docMk/>
            <pc:sldMk cId="2604213135" sldId="279"/>
            <ac:grpSpMk id="21" creationId="{7496FC3B-979E-F27D-3890-74A2E347CE76}"/>
          </ac:grpSpMkLst>
        </pc:grpChg>
        <pc:grpChg chg="mod">
          <ac:chgData name="이유림" userId="c4f7c10e-9591-4e08-8489-adf65147d8f2" providerId="ADAL" clId="{F767BF1E-5F86-41C1-B104-D2B9AB93D05B}" dt="2025-08-05T05:16:56.860" v="354"/>
          <ac:grpSpMkLst>
            <pc:docMk/>
            <pc:sldMk cId="2604213135" sldId="279"/>
            <ac:grpSpMk id="22" creationId="{87307EAD-EE01-B19E-01C8-F474C6648FDB}"/>
          </ac:grpSpMkLst>
        </pc:grpChg>
        <pc:grpChg chg="mod">
          <ac:chgData name="이유림" userId="c4f7c10e-9591-4e08-8489-adf65147d8f2" providerId="ADAL" clId="{F767BF1E-5F86-41C1-B104-D2B9AB93D05B}" dt="2025-08-05T05:16:56.860" v="354"/>
          <ac:grpSpMkLst>
            <pc:docMk/>
            <pc:sldMk cId="2604213135" sldId="279"/>
            <ac:grpSpMk id="23" creationId="{93ABE268-A4FB-586B-89B6-215493663041}"/>
          </ac:grpSpMkLst>
        </pc:grpChg>
        <pc:grpChg chg="mod">
          <ac:chgData name="이유림" userId="c4f7c10e-9591-4e08-8489-adf65147d8f2" providerId="ADAL" clId="{F767BF1E-5F86-41C1-B104-D2B9AB93D05B}" dt="2025-08-05T05:16:56.860" v="354"/>
          <ac:grpSpMkLst>
            <pc:docMk/>
            <pc:sldMk cId="2604213135" sldId="279"/>
            <ac:grpSpMk id="30" creationId="{F1D49BDB-8718-0A16-B57F-A9E2725B1686}"/>
          </ac:grpSpMkLst>
        </pc:grpChg>
        <pc:picChg chg="mod">
          <ac:chgData name="이유림" userId="c4f7c10e-9591-4e08-8489-adf65147d8f2" providerId="ADAL" clId="{F767BF1E-5F86-41C1-B104-D2B9AB93D05B}" dt="2025-08-05T05:16:56.860" v="354"/>
          <ac:picMkLst>
            <pc:docMk/>
            <pc:sldMk cId="2604213135" sldId="279"/>
            <ac:picMk id="34" creationId="{C9B4D9FA-1FF3-9393-153E-C93D7A1E555C}"/>
          </ac:picMkLst>
        </pc:picChg>
      </pc:sldChg>
      <pc:sldChg chg="addSp delSp modSp mod">
        <pc:chgData name="이유림" userId="c4f7c10e-9591-4e08-8489-adf65147d8f2" providerId="ADAL" clId="{F767BF1E-5F86-41C1-B104-D2B9AB93D05B}" dt="2025-08-05T06:40:52.849" v="2865" actId="20577"/>
        <pc:sldMkLst>
          <pc:docMk/>
          <pc:sldMk cId="2141349456" sldId="280"/>
        </pc:sldMkLst>
        <pc:spChg chg="mod">
          <ac:chgData name="이유림" userId="c4f7c10e-9591-4e08-8489-adf65147d8f2" providerId="ADAL" clId="{F767BF1E-5F86-41C1-B104-D2B9AB93D05B}" dt="2025-08-05T04:54:08.309" v="6" actId="20577"/>
          <ac:spMkLst>
            <pc:docMk/>
            <pc:sldMk cId="2141349456" sldId="280"/>
            <ac:spMk id="5" creationId="{82305561-9C83-4AF0-BE74-852E6825B240}"/>
          </ac:spMkLst>
        </pc:spChg>
        <pc:spChg chg="mod">
          <ac:chgData name="이유림" userId="c4f7c10e-9591-4e08-8489-adf65147d8f2" providerId="ADAL" clId="{F767BF1E-5F86-41C1-B104-D2B9AB93D05B}" dt="2025-08-05T06:39:05.637" v="2821" actId="6549"/>
          <ac:spMkLst>
            <pc:docMk/>
            <pc:sldMk cId="2141349456" sldId="280"/>
            <ac:spMk id="11" creationId="{9B928ECE-1AE5-0115-C295-084CD3A29A8F}"/>
          </ac:spMkLst>
        </pc:spChg>
        <pc:spChg chg="mod">
          <ac:chgData name="이유림" userId="c4f7c10e-9591-4e08-8489-adf65147d8f2" providerId="ADAL" clId="{F767BF1E-5F86-41C1-B104-D2B9AB93D05B}" dt="2025-08-05T04:53:58.068" v="1"/>
          <ac:spMkLst>
            <pc:docMk/>
            <pc:sldMk cId="2141349456" sldId="280"/>
            <ac:spMk id="28" creationId="{EF285416-513C-6B33-AA98-97FABC08D454}"/>
          </ac:spMkLst>
        </pc:spChg>
        <pc:spChg chg="mod">
          <ac:chgData name="이유림" userId="c4f7c10e-9591-4e08-8489-adf65147d8f2" providerId="ADAL" clId="{F767BF1E-5F86-41C1-B104-D2B9AB93D05B}" dt="2025-08-05T06:40:52.849" v="2865" actId="20577"/>
          <ac:spMkLst>
            <pc:docMk/>
            <pc:sldMk cId="2141349456" sldId="280"/>
            <ac:spMk id="51" creationId="{F2AC4ED9-D8CB-9257-6FC7-78FF1D6331D2}"/>
          </ac:spMkLst>
        </pc:spChg>
        <pc:spChg chg="mod">
          <ac:chgData name="이유림" userId="c4f7c10e-9591-4e08-8489-adf65147d8f2" providerId="ADAL" clId="{F767BF1E-5F86-41C1-B104-D2B9AB93D05B}" dt="2025-08-05T04:53:58.068" v="1"/>
          <ac:spMkLst>
            <pc:docMk/>
            <pc:sldMk cId="2141349456" sldId="280"/>
            <ac:spMk id="52" creationId="{A14FA68D-933D-AE69-55A9-B0A328CA30D6}"/>
          </ac:spMkLst>
        </pc:spChg>
        <pc:spChg chg="mod">
          <ac:chgData name="이유림" userId="c4f7c10e-9591-4e08-8489-adf65147d8f2" providerId="ADAL" clId="{F767BF1E-5F86-41C1-B104-D2B9AB93D05B}" dt="2025-08-05T06:18:59.851" v="1845" actId="20577"/>
          <ac:spMkLst>
            <pc:docMk/>
            <pc:sldMk cId="2141349456" sldId="280"/>
            <ac:spMk id="71" creationId="{5863319B-2DD0-D6C4-A975-D14639DEC84D}"/>
          </ac:spMkLst>
        </pc:spChg>
        <pc:grpChg chg="del">
          <ac:chgData name="이유림" userId="c4f7c10e-9591-4e08-8489-adf65147d8f2" providerId="ADAL" clId="{F767BF1E-5F86-41C1-B104-D2B9AB93D05B}" dt="2025-08-05T04:53:57.737" v="0" actId="478"/>
          <ac:grpSpMkLst>
            <pc:docMk/>
            <pc:sldMk cId="2141349456" sldId="280"/>
            <ac:grpSpMk id="4" creationId="{C1EEBE16-3EA2-D108-B273-C86ACF33799B}"/>
          </ac:grpSpMkLst>
        </pc:grpChg>
        <pc:grpChg chg="add mod">
          <ac:chgData name="이유림" userId="c4f7c10e-9591-4e08-8489-adf65147d8f2" providerId="ADAL" clId="{F767BF1E-5F86-41C1-B104-D2B9AB93D05B}" dt="2025-08-05T04:53:58.068" v="1"/>
          <ac:grpSpMkLst>
            <pc:docMk/>
            <pc:sldMk cId="2141349456" sldId="280"/>
            <ac:grpSpMk id="10" creationId="{35C1BAB0-8A4F-56D9-CC6E-C22A0578F0F4}"/>
          </ac:grpSpMkLst>
        </pc:grpChg>
        <pc:grpChg chg="mod">
          <ac:chgData name="이유림" userId="c4f7c10e-9591-4e08-8489-adf65147d8f2" providerId="ADAL" clId="{F767BF1E-5F86-41C1-B104-D2B9AB93D05B}" dt="2025-08-05T04:53:58.068" v="1"/>
          <ac:grpSpMkLst>
            <pc:docMk/>
            <pc:sldMk cId="2141349456" sldId="280"/>
            <ac:grpSpMk id="29" creationId="{E594B6AF-F383-446D-2B27-9B96CE29DE25}"/>
          </ac:grpSpMkLst>
        </pc:grpChg>
        <pc:grpChg chg="add mod">
          <ac:chgData name="이유림" userId="c4f7c10e-9591-4e08-8489-adf65147d8f2" providerId="ADAL" clId="{F767BF1E-5F86-41C1-B104-D2B9AB93D05B}" dt="2025-08-05T04:53:58.068" v="1"/>
          <ac:grpSpMkLst>
            <pc:docMk/>
            <pc:sldMk cId="2141349456" sldId="280"/>
            <ac:grpSpMk id="46" creationId="{6C008C02-9126-935E-2539-E788AC5C83A9}"/>
          </ac:grpSpMkLst>
        </pc:grpChg>
        <pc:grpChg chg="mod">
          <ac:chgData name="이유림" userId="c4f7c10e-9591-4e08-8489-adf65147d8f2" providerId="ADAL" clId="{F767BF1E-5F86-41C1-B104-D2B9AB93D05B}" dt="2025-08-05T04:53:58.068" v="1"/>
          <ac:grpSpMkLst>
            <pc:docMk/>
            <pc:sldMk cId="2141349456" sldId="280"/>
            <ac:grpSpMk id="47" creationId="{F39B873C-59EE-B4F0-7D64-4BFD8F80840A}"/>
          </ac:grpSpMkLst>
        </pc:grpChg>
        <pc:grpChg chg="del">
          <ac:chgData name="이유림" userId="c4f7c10e-9591-4e08-8489-adf65147d8f2" providerId="ADAL" clId="{F767BF1E-5F86-41C1-B104-D2B9AB93D05B}" dt="2025-08-05T04:53:57.737" v="0" actId="478"/>
          <ac:grpSpMkLst>
            <pc:docMk/>
            <pc:sldMk cId="2141349456" sldId="280"/>
            <ac:grpSpMk id="55" creationId="{DEBB54CB-E5DF-49BD-23C3-FC65169292D2}"/>
          </ac:grpSpMkLst>
        </pc:grpChg>
        <pc:picChg chg="mod">
          <ac:chgData name="이유림" userId="c4f7c10e-9591-4e08-8489-adf65147d8f2" providerId="ADAL" clId="{F767BF1E-5F86-41C1-B104-D2B9AB93D05B}" dt="2025-08-05T04:53:58.068" v="1"/>
          <ac:picMkLst>
            <pc:docMk/>
            <pc:sldMk cId="2141349456" sldId="280"/>
            <ac:picMk id="31" creationId="{58F814B3-B7E0-100C-E83A-7F676623D59C}"/>
          </ac:picMkLst>
        </pc:picChg>
        <pc:picChg chg="mod">
          <ac:chgData name="이유림" userId="c4f7c10e-9591-4e08-8489-adf65147d8f2" providerId="ADAL" clId="{F767BF1E-5F86-41C1-B104-D2B9AB93D05B}" dt="2025-08-05T04:53:58.068" v="1"/>
          <ac:picMkLst>
            <pc:docMk/>
            <pc:sldMk cId="2141349456" sldId="280"/>
            <ac:picMk id="32" creationId="{A0DD9EF7-3F4B-2C73-4A08-59403B3B996F}"/>
          </ac:picMkLst>
        </pc:picChg>
        <pc:picChg chg="mod">
          <ac:chgData name="이유림" userId="c4f7c10e-9591-4e08-8489-adf65147d8f2" providerId="ADAL" clId="{F767BF1E-5F86-41C1-B104-D2B9AB93D05B}" dt="2025-08-05T04:53:58.068" v="1"/>
          <ac:picMkLst>
            <pc:docMk/>
            <pc:sldMk cId="2141349456" sldId="280"/>
            <ac:picMk id="33" creationId="{A2EFECD2-B8B1-4219-31D9-9E9F5A371309}"/>
          </ac:picMkLst>
        </pc:picChg>
        <pc:picChg chg="mod">
          <ac:chgData name="이유림" userId="c4f7c10e-9591-4e08-8489-adf65147d8f2" providerId="ADAL" clId="{F767BF1E-5F86-41C1-B104-D2B9AB93D05B}" dt="2025-08-05T04:53:58.068" v="1"/>
          <ac:picMkLst>
            <pc:docMk/>
            <pc:sldMk cId="2141349456" sldId="280"/>
            <ac:picMk id="34" creationId="{A5018E9A-CCF9-AD67-F9DA-BB1092A91BB9}"/>
          </ac:picMkLst>
        </pc:picChg>
        <pc:picChg chg="mod">
          <ac:chgData name="이유림" userId="c4f7c10e-9591-4e08-8489-adf65147d8f2" providerId="ADAL" clId="{F767BF1E-5F86-41C1-B104-D2B9AB93D05B}" dt="2025-08-05T04:53:58.068" v="1"/>
          <ac:picMkLst>
            <pc:docMk/>
            <pc:sldMk cId="2141349456" sldId="280"/>
            <ac:picMk id="35" creationId="{47489E97-C99B-C27A-F87F-54A537502D2C}"/>
          </ac:picMkLst>
        </pc:picChg>
        <pc:picChg chg="mod">
          <ac:chgData name="이유림" userId="c4f7c10e-9591-4e08-8489-adf65147d8f2" providerId="ADAL" clId="{F767BF1E-5F86-41C1-B104-D2B9AB93D05B}" dt="2025-08-05T04:53:58.068" v="1"/>
          <ac:picMkLst>
            <pc:docMk/>
            <pc:sldMk cId="2141349456" sldId="280"/>
            <ac:picMk id="36" creationId="{688DDA45-D1AB-F5A6-AB3F-C51DA63922AE}"/>
          </ac:picMkLst>
        </pc:picChg>
        <pc:picChg chg="mod">
          <ac:chgData name="이유림" userId="c4f7c10e-9591-4e08-8489-adf65147d8f2" providerId="ADAL" clId="{F767BF1E-5F86-41C1-B104-D2B9AB93D05B}" dt="2025-08-05T04:53:58.068" v="1"/>
          <ac:picMkLst>
            <pc:docMk/>
            <pc:sldMk cId="2141349456" sldId="280"/>
            <ac:picMk id="37" creationId="{3B5E5A7C-81AC-76D0-75BB-912D781FD08C}"/>
          </ac:picMkLst>
        </pc:picChg>
        <pc:picChg chg="mod">
          <ac:chgData name="이유림" userId="c4f7c10e-9591-4e08-8489-adf65147d8f2" providerId="ADAL" clId="{F767BF1E-5F86-41C1-B104-D2B9AB93D05B}" dt="2025-08-05T04:53:58.068" v="1"/>
          <ac:picMkLst>
            <pc:docMk/>
            <pc:sldMk cId="2141349456" sldId="280"/>
            <ac:picMk id="38" creationId="{F76DEE45-AA64-7C6D-BE9B-990F73B3134F}"/>
          </ac:picMkLst>
        </pc:picChg>
        <pc:picChg chg="mod">
          <ac:chgData name="이유림" userId="c4f7c10e-9591-4e08-8489-adf65147d8f2" providerId="ADAL" clId="{F767BF1E-5F86-41C1-B104-D2B9AB93D05B}" dt="2025-08-05T04:53:58.068" v="1"/>
          <ac:picMkLst>
            <pc:docMk/>
            <pc:sldMk cId="2141349456" sldId="280"/>
            <ac:picMk id="39" creationId="{9FE4D1F9-D181-C50C-43C5-15195CFCE846}"/>
          </ac:picMkLst>
        </pc:picChg>
        <pc:picChg chg="mod">
          <ac:chgData name="이유림" userId="c4f7c10e-9591-4e08-8489-adf65147d8f2" providerId="ADAL" clId="{F767BF1E-5F86-41C1-B104-D2B9AB93D05B}" dt="2025-08-05T04:53:58.068" v="1"/>
          <ac:picMkLst>
            <pc:docMk/>
            <pc:sldMk cId="2141349456" sldId="280"/>
            <ac:picMk id="40" creationId="{B177C91B-17B2-9107-B313-55E681E653CF}"/>
          </ac:picMkLst>
        </pc:picChg>
        <pc:picChg chg="mod">
          <ac:chgData name="이유림" userId="c4f7c10e-9591-4e08-8489-adf65147d8f2" providerId="ADAL" clId="{F767BF1E-5F86-41C1-B104-D2B9AB93D05B}" dt="2025-08-05T04:53:58.068" v="1"/>
          <ac:picMkLst>
            <pc:docMk/>
            <pc:sldMk cId="2141349456" sldId="280"/>
            <ac:picMk id="41" creationId="{DBF73F8D-684C-8F3F-08D8-41A201BF4838}"/>
          </ac:picMkLst>
        </pc:picChg>
        <pc:picChg chg="mod">
          <ac:chgData name="이유림" userId="c4f7c10e-9591-4e08-8489-adf65147d8f2" providerId="ADAL" clId="{F767BF1E-5F86-41C1-B104-D2B9AB93D05B}" dt="2025-08-05T04:53:58.068" v="1"/>
          <ac:picMkLst>
            <pc:docMk/>
            <pc:sldMk cId="2141349456" sldId="280"/>
            <ac:picMk id="42" creationId="{043E49F6-F3B7-79A6-0B21-FB2DE5491AAF}"/>
          </ac:picMkLst>
        </pc:picChg>
        <pc:picChg chg="mod">
          <ac:chgData name="이유림" userId="c4f7c10e-9591-4e08-8489-adf65147d8f2" providerId="ADAL" clId="{F767BF1E-5F86-41C1-B104-D2B9AB93D05B}" dt="2025-08-05T04:53:58.068" v="1"/>
          <ac:picMkLst>
            <pc:docMk/>
            <pc:sldMk cId="2141349456" sldId="280"/>
            <ac:picMk id="43" creationId="{21ABDF99-7107-2A26-5881-17ABF355A666}"/>
          </ac:picMkLst>
        </pc:picChg>
        <pc:picChg chg="mod">
          <ac:chgData name="이유림" userId="c4f7c10e-9591-4e08-8489-adf65147d8f2" providerId="ADAL" clId="{F767BF1E-5F86-41C1-B104-D2B9AB93D05B}" dt="2025-08-05T04:53:58.068" v="1"/>
          <ac:picMkLst>
            <pc:docMk/>
            <pc:sldMk cId="2141349456" sldId="280"/>
            <ac:picMk id="44" creationId="{846AB422-5880-6282-D868-33DCD86C7D1F}"/>
          </ac:picMkLst>
        </pc:picChg>
        <pc:picChg chg="mod">
          <ac:chgData name="이유림" userId="c4f7c10e-9591-4e08-8489-adf65147d8f2" providerId="ADAL" clId="{F767BF1E-5F86-41C1-B104-D2B9AB93D05B}" dt="2025-08-05T04:53:58.068" v="1"/>
          <ac:picMkLst>
            <pc:docMk/>
            <pc:sldMk cId="2141349456" sldId="280"/>
            <ac:picMk id="49" creationId="{3AF638CD-37A3-A550-96C3-848AEC53E243}"/>
          </ac:picMkLst>
        </pc:picChg>
        <pc:picChg chg="mod">
          <ac:chgData name="이유림" userId="c4f7c10e-9591-4e08-8489-adf65147d8f2" providerId="ADAL" clId="{F767BF1E-5F86-41C1-B104-D2B9AB93D05B}" dt="2025-08-05T04:53:58.068" v="1"/>
          <ac:picMkLst>
            <pc:docMk/>
            <pc:sldMk cId="2141349456" sldId="280"/>
            <ac:picMk id="56" creationId="{16C4749E-FC5B-CF16-80F7-D352083839D0}"/>
          </ac:picMkLst>
        </pc:picChg>
        <pc:picChg chg="mod">
          <ac:chgData name="이유림" userId="c4f7c10e-9591-4e08-8489-adf65147d8f2" providerId="ADAL" clId="{F767BF1E-5F86-41C1-B104-D2B9AB93D05B}" dt="2025-08-05T04:53:58.068" v="1"/>
          <ac:picMkLst>
            <pc:docMk/>
            <pc:sldMk cId="2141349456" sldId="280"/>
            <ac:picMk id="66" creationId="{353CFA37-53CE-B749-46F9-9F9B7413F8AA}"/>
          </ac:picMkLst>
        </pc:picChg>
        <pc:cxnChg chg="mod">
          <ac:chgData name="이유림" userId="c4f7c10e-9591-4e08-8489-adf65147d8f2" providerId="ADAL" clId="{F767BF1E-5F86-41C1-B104-D2B9AB93D05B}" dt="2025-08-05T04:53:58.068" v="1"/>
          <ac:cxnSpMkLst>
            <pc:docMk/>
            <pc:sldMk cId="2141349456" sldId="280"/>
            <ac:cxnSpMk id="30" creationId="{BFC8CB12-E5C1-D5EF-A7DE-FB6DA51055D5}"/>
          </ac:cxnSpMkLst>
        </pc:cxnChg>
        <pc:cxnChg chg="mod">
          <ac:chgData name="이유림" userId="c4f7c10e-9591-4e08-8489-adf65147d8f2" providerId="ADAL" clId="{F767BF1E-5F86-41C1-B104-D2B9AB93D05B}" dt="2025-08-05T04:53:58.068" v="1"/>
          <ac:cxnSpMkLst>
            <pc:docMk/>
            <pc:sldMk cId="2141349456" sldId="280"/>
            <ac:cxnSpMk id="54" creationId="{3CC6D02F-6F7C-AFA0-A813-0B9E81CCA13F}"/>
          </ac:cxnSpMkLst>
        </pc:cxnChg>
        <pc:cxnChg chg="mod">
          <ac:chgData name="이유림" userId="c4f7c10e-9591-4e08-8489-adf65147d8f2" providerId="ADAL" clId="{F767BF1E-5F86-41C1-B104-D2B9AB93D05B}" dt="2025-08-05T04:53:57.737" v="0" actId="478"/>
          <ac:cxnSpMkLst>
            <pc:docMk/>
            <pc:sldMk cId="2141349456" sldId="280"/>
            <ac:cxnSpMk id="61" creationId="{8E5F1509-BF93-962F-BA14-69A927BDF6F7}"/>
          </ac:cxnSpMkLst>
        </pc:cxnChg>
      </pc:sldChg>
      <pc:sldChg chg="modSp add mod">
        <pc:chgData name="이유림" userId="c4f7c10e-9591-4e08-8489-adf65147d8f2" providerId="ADAL" clId="{F767BF1E-5F86-41C1-B104-D2B9AB93D05B}" dt="2025-08-06T07:18:09.063" v="3239" actId="20577"/>
        <pc:sldMkLst>
          <pc:docMk/>
          <pc:sldMk cId="4070630398" sldId="281"/>
        </pc:sldMkLst>
        <pc:spChg chg="mod">
          <ac:chgData name="이유림" userId="c4f7c10e-9591-4e08-8489-adf65147d8f2" providerId="ADAL" clId="{F767BF1E-5F86-41C1-B104-D2B9AB93D05B}" dt="2025-08-05T08:45:47.516" v="2949" actId="20577"/>
          <ac:spMkLst>
            <pc:docMk/>
            <pc:sldMk cId="4070630398" sldId="281"/>
            <ac:spMk id="15" creationId="{DD2BA9D1-889D-AEF8-BB7E-B25BCFC35209}"/>
          </ac:spMkLst>
        </pc:spChg>
        <pc:spChg chg="mod">
          <ac:chgData name="이유림" userId="c4f7c10e-9591-4e08-8489-adf65147d8f2" providerId="ADAL" clId="{F767BF1E-5F86-41C1-B104-D2B9AB93D05B}" dt="2025-08-05T08:49:28.652" v="3006" actId="20577"/>
          <ac:spMkLst>
            <pc:docMk/>
            <pc:sldMk cId="4070630398" sldId="281"/>
            <ac:spMk id="17" creationId="{9B0C1535-B1E4-B210-1974-EDF1CE6AEC14}"/>
          </ac:spMkLst>
        </pc:spChg>
        <pc:spChg chg="mod">
          <ac:chgData name="이유림" userId="c4f7c10e-9591-4e08-8489-adf65147d8f2" providerId="ADAL" clId="{F767BF1E-5F86-41C1-B104-D2B9AB93D05B}" dt="2025-08-05T08:52:48.284" v="3051" actId="21"/>
          <ac:spMkLst>
            <pc:docMk/>
            <pc:sldMk cId="4070630398" sldId="281"/>
            <ac:spMk id="26" creationId="{4926C1AC-7839-732B-9B96-3C3A1D6AFE60}"/>
          </ac:spMkLst>
        </pc:spChg>
        <pc:spChg chg="mod">
          <ac:chgData name="이유림" userId="c4f7c10e-9591-4e08-8489-adf65147d8f2" providerId="ADAL" clId="{F767BF1E-5F86-41C1-B104-D2B9AB93D05B}" dt="2025-08-05T08:53:02.805" v="3063" actId="20577"/>
          <ac:spMkLst>
            <pc:docMk/>
            <pc:sldMk cId="4070630398" sldId="281"/>
            <ac:spMk id="27" creationId="{38EA2831-285C-F0AC-DB24-1E5C5F100C23}"/>
          </ac:spMkLst>
        </pc:spChg>
        <pc:spChg chg="mod">
          <ac:chgData name="이유림" userId="c4f7c10e-9591-4e08-8489-adf65147d8f2" providerId="ADAL" clId="{F767BF1E-5F86-41C1-B104-D2B9AB93D05B}" dt="2025-08-06T07:18:09.063" v="3239" actId="20577"/>
          <ac:spMkLst>
            <pc:docMk/>
            <pc:sldMk cId="4070630398" sldId="281"/>
            <ac:spMk id="31" creationId="{6F2A1BD8-B677-9F0A-0B8C-8392A2C05CEE}"/>
          </ac:spMkLst>
        </pc:spChg>
        <pc:spChg chg="mod">
          <ac:chgData name="이유림" userId="c4f7c10e-9591-4e08-8489-adf65147d8f2" providerId="ADAL" clId="{F767BF1E-5F86-41C1-B104-D2B9AB93D05B}" dt="2025-08-06T01:33:35.489" v="3219" actId="6549"/>
          <ac:spMkLst>
            <pc:docMk/>
            <pc:sldMk cId="4070630398" sldId="281"/>
            <ac:spMk id="136" creationId="{B4D65861-9355-82C7-901E-B4B1C92724AB}"/>
          </ac:spMkLst>
        </pc:spChg>
        <pc:spChg chg="mod">
          <ac:chgData name="이유림" userId="c4f7c10e-9591-4e08-8489-adf65147d8f2" providerId="ADAL" clId="{F767BF1E-5F86-41C1-B104-D2B9AB93D05B}" dt="2025-08-05T08:50:25.379" v="3010"/>
          <ac:spMkLst>
            <pc:docMk/>
            <pc:sldMk cId="4070630398" sldId="281"/>
            <ac:spMk id="138" creationId="{B2D2F8CE-754C-105D-0DB2-A42A8979DD3C}"/>
          </ac:spMkLst>
        </pc:spChg>
      </pc:sldChg>
    </pc:docChg>
  </pc:docChgLst>
  <pc:docChgLst>
    <pc:chgData name="이유림" userId="c4f7c10e-9591-4e08-8489-adf65147d8f2" providerId="ADAL" clId="{FB5DE52B-D4D0-45D7-A216-062FC5ED42B9}"/>
    <pc:docChg chg="custSel modSld">
      <pc:chgData name="이유림" userId="c4f7c10e-9591-4e08-8489-adf65147d8f2" providerId="ADAL" clId="{FB5DE52B-D4D0-45D7-A216-062FC5ED42B9}" dt="2025-10-17T03:54:00.802" v="1121" actId="20577"/>
      <pc:docMkLst>
        <pc:docMk/>
      </pc:docMkLst>
      <pc:sldChg chg="addSp delSp modSp mod">
        <pc:chgData name="이유림" userId="c4f7c10e-9591-4e08-8489-adf65147d8f2" providerId="ADAL" clId="{FB5DE52B-D4D0-45D7-A216-062FC5ED42B9}" dt="2025-10-17T03:54:00.802" v="1121" actId="20577"/>
        <pc:sldMkLst>
          <pc:docMk/>
          <pc:sldMk cId="2141349456" sldId="280"/>
        </pc:sldMkLst>
        <pc:spChg chg="mod">
          <ac:chgData name="이유림" userId="c4f7c10e-9591-4e08-8489-adf65147d8f2" providerId="ADAL" clId="{FB5DE52B-D4D0-45D7-A216-062FC5ED42B9}" dt="2025-10-15T08:25:36.497" v="21"/>
          <ac:spMkLst>
            <pc:docMk/>
            <pc:sldMk cId="2141349456" sldId="280"/>
            <ac:spMk id="5" creationId="{82305561-9C83-4AF0-BE74-852E6825B240}"/>
          </ac:spMkLst>
        </pc:spChg>
        <pc:spChg chg="mod">
          <ac:chgData name="이유림" userId="c4f7c10e-9591-4e08-8489-adf65147d8f2" providerId="ADAL" clId="{FB5DE52B-D4D0-45D7-A216-062FC5ED42B9}" dt="2025-10-17T03:54:00.802" v="1121" actId="20577"/>
          <ac:spMkLst>
            <pc:docMk/>
            <pc:sldMk cId="2141349456" sldId="280"/>
            <ac:spMk id="11" creationId="{3ADEF31E-22F1-293C-FC9A-5B489DA45644}"/>
          </ac:spMkLst>
        </pc:spChg>
        <pc:spChg chg="mod">
          <ac:chgData name="이유림" userId="c4f7c10e-9591-4e08-8489-adf65147d8f2" providerId="ADAL" clId="{FB5DE52B-D4D0-45D7-A216-062FC5ED42B9}" dt="2025-10-15T08:30:36.229" v="23"/>
          <ac:spMkLst>
            <pc:docMk/>
            <pc:sldMk cId="2141349456" sldId="280"/>
            <ac:spMk id="28" creationId="{61A93C87-EDA8-2E67-DA94-448637155EB8}"/>
          </ac:spMkLst>
        </pc:spChg>
        <pc:spChg chg="mod">
          <ac:chgData name="이유림" userId="c4f7c10e-9591-4e08-8489-adf65147d8f2" providerId="ADAL" clId="{FB5DE52B-D4D0-45D7-A216-062FC5ED42B9}" dt="2025-10-15T08:32:14.445" v="40" actId="6549"/>
          <ac:spMkLst>
            <pc:docMk/>
            <pc:sldMk cId="2141349456" sldId="280"/>
            <ac:spMk id="75" creationId="{31F4718D-D6FB-BCEC-CFCA-DEF1939218C2}"/>
          </ac:spMkLst>
        </pc:spChg>
        <pc:spChg chg="mod">
          <ac:chgData name="이유림" userId="c4f7c10e-9591-4e08-8489-adf65147d8f2" providerId="ADAL" clId="{FB5DE52B-D4D0-45D7-A216-062FC5ED42B9}" dt="2025-10-15T08:30:44.335" v="25"/>
          <ac:spMkLst>
            <pc:docMk/>
            <pc:sldMk cId="2141349456" sldId="280"/>
            <ac:spMk id="76" creationId="{96FF7C69-5956-9164-3203-C9B93EF633C4}"/>
          </ac:spMkLst>
        </pc:spChg>
        <pc:grpChg chg="del">
          <ac:chgData name="이유림" userId="c4f7c10e-9591-4e08-8489-adf65147d8f2" providerId="ADAL" clId="{FB5DE52B-D4D0-45D7-A216-062FC5ED42B9}" dt="2025-10-15T08:30:35.776" v="22" actId="478"/>
          <ac:grpSpMkLst>
            <pc:docMk/>
            <pc:sldMk cId="2141349456" sldId="280"/>
            <ac:grpSpMk id="4" creationId="{47FCE98E-B901-8558-1E9C-2F9DD4D08683}"/>
          </ac:grpSpMkLst>
        </pc:grpChg>
        <pc:grpChg chg="add mod">
          <ac:chgData name="이유림" userId="c4f7c10e-9591-4e08-8489-adf65147d8f2" providerId="ADAL" clId="{FB5DE52B-D4D0-45D7-A216-062FC5ED42B9}" dt="2025-10-15T08:30:36.229" v="23"/>
          <ac:grpSpMkLst>
            <pc:docMk/>
            <pc:sldMk cId="2141349456" sldId="280"/>
            <ac:grpSpMk id="10" creationId="{58E16674-4B76-E854-FCA4-0CFD3553B549}"/>
          </ac:grpSpMkLst>
        </pc:grpChg>
        <pc:grpChg chg="mod">
          <ac:chgData name="이유림" userId="c4f7c10e-9591-4e08-8489-adf65147d8f2" providerId="ADAL" clId="{FB5DE52B-D4D0-45D7-A216-062FC5ED42B9}" dt="2025-10-15T08:30:36.229" v="23"/>
          <ac:grpSpMkLst>
            <pc:docMk/>
            <pc:sldMk cId="2141349456" sldId="280"/>
            <ac:grpSpMk id="29" creationId="{CD85450E-DCCF-9968-DF3E-8476BE59D46A}"/>
          </ac:grpSpMkLst>
        </pc:grpChg>
        <pc:grpChg chg="add mod">
          <ac:chgData name="이유림" userId="c4f7c10e-9591-4e08-8489-adf65147d8f2" providerId="ADAL" clId="{FB5DE52B-D4D0-45D7-A216-062FC5ED42B9}" dt="2025-10-15T08:30:44.335" v="25"/>
          <ac:grpSpMkLst>
            <pc:docMk/>
            <pc:sldMk cId="2141349456" sldId="280"/>
            <ac:grpSpMk id="51" creationId="{049AAAF2-9053-7B5D-FEFD-CE2DE5C097A4}"/>
          </ac:grpSpMkLst>
        </pc:grpChg>
        <pc:grpChg chg="mod">
          <ac:chgData name="이유림" userId="c4f7c10e-9591-4e08-8489-adf65147d8f2" providerId="ADAL" clId="{FB5DE52B-D4D0-45D7-A216-062FC5ED42B9}" dt="2025-10-15T08:30:44.335" v="25"/>
          <ac:grpSpMkLst>
            <pc:docMk/>
            <pc:sldMk cId="2141349456" sldId="280"/>
            <ac:grpSpMk id="52" creationId="{9328AC1E-361E-6BB2-958A-60A28C1999DE}"/>
          </ac:grpSpMkLst>
        </pc:grpChg>
        <pc:grpChg chg="del">
          <ac:chgData name="이유림" userId="c4f7c10e-9591-4e08-8489-adf65147d8f2" providerId="ADAL" clId="{FB5DE52B-D4D0-45D7-A216-062FC5ED42B9}" dt="2025-10-15T08:30:39.940" v="24" actId="478"/>
          <ac:grpSpMkLst>
            <pc:docMk/>
            <pc:sldMk cId="2141349456" sldId="280"/>
            <ac:grpSpMk id="58" creationId="{60337439-296B-BEDE-9129-A39B2F9B45B1}"/>
          </ac:grpSpMkLst>
        </pc:grpChg>
        <pc:grpChg chg="mod">
          <ac:chgData name="이유림" userId="c4f7c10e-9591-4e08-8489-adf65147d8f2" providerId="ADAL" clId="{FB5DE52B-D4D0-45D7-A216-062FC5ED42B9}" dt="2025-10-15T08:30:48.022" v="26" actId="1076"/>
          <ac:grpSpMkLst>
            <pc:docMk/>
            <pc:sldMk cId="2141349456" sldId="280"/>
            <ac:grpSpMk id="73" creationId="{CD079E4F-F884-8057-11FF-13296146D55A}"/>
          </ac:grpSpMkLst>
        </pc:grpChg>
        <pc:picChg chg="mod">
          <ac:chgData name="이유림" userId="c4f7c10e-9591-4e08-8489-adf65147d8f2" providerId="ADAL" clId="{FB5DE52B-D4D0-45D7-A216-062FC5ED42B9}" dt="2025-10-15T08:30:36.229" v="23"/>
          <ac:picMkLst>
            <pc:docMk/>
            <pc:sldMk cId="2141349456" sldId="280"/>
            <ac:picMk id="31" creationId="{1EC1EE8C-6CE3-6896-AE55-B5960387C4D3}"/>
          </ac:picMkLst>
        </pc:picChg>
        <pc:picChg chg="mod">
          <ac:chgData name="이유림" userId="c4f7c10e-9591-4e08-8489-adf65147d8f2" providerId="ADAL" clId="{FB5DE52B-D4D0-45D7-A216-062FC5ED42B9}" dt="2025-10-15T08:30:36.229" v="23"/>
          <ac:picMkLst>
            <pc:docMk/>
            <pc:sldMk cId="2141349456" sldId="280"/>
            <ac:picMk id="32" creationId="{FD4A113E-5373-DF1D-E1FD-3B43ACAEF050}"/>
          </ac:picMkLst>
        </pc:picChg>
        <pc:picChg chg="mod">
          <ac:chgData name="이유림" userId="c4f7c10e-9591-4e08-8489-adf65147d8f2" providerId="ADAL" clId="{FB5DE52B-D4D0-45D7-A216-062FC5ED42B9}" dt="2025-10-15T08:30:36.229" v="23"/>
          <ac:picMkLst>
            <pc:docMk/>
            <pc:sldMk cId="2141349456" sldId="280"/>
            <ac:picMk id="33" creationId="{D1AD1739-AE10-7DA2-59F1-AB7BDF8079B6}"/>
          </ac:picMkLst>
        </pc:picChg>
        <pc:picChg chg="mod">
          <ac:chgData name="이유림" userId="c4f7c10e-9591-4e08-8489-adf65147d8f2" providerId="ADAL" clId="{FB5DE52B-D4D0-45D7-A216-062FC5ED42B9}" dt="2025-10-15T08:30:36.229" v="23"/>
          <ac:picMkLst>
            <pc:docMk/>
            <pc:sldMk cId="2141349456" sldId="280"/>
            <ac:picMk id="34" creationId="{302C9FB2-9DDE-48DA-E833-27168141E9C1}"/>
          </ac:picMkLst>
        </pc:picChg>
        <pc:picChg chg="mod">
          <ac:chgData name="이유림" userId="c4f7c10e-9591-4e08-8489-adf65147d8f2" providerId="ADAL" clId="{FB5DE52B-D4D0-45D7-A216-062FC5ED42B9}" dt="2025-10-15T08:30:36.229" v="23"/>
          <ac:picMkLst>
            <pc:docMk/>
            <pc:sldMk cId="2141349456" sldId="280"/>
            <ac:picMk id="35" creationId="{D23C3472-0A25-B5FD-642C-8A237EBA5197}"/>
          </ac:picMkLst>
        </pc:picChg>
        <pc:picChg chg="mod">
          <ac:chgData name="이유림" userId="c4f7c10e-9591-4e08-8489-adf65147d8f2" providerId="ADAL" clId="{FB5DE52B-D4D0-45D7-A216-062FC5ED42B9}" dt="2025-10-15T08:30:36.229" v="23"/>
          <ac:picMkLst>
            <pc:docMk/>
            <pc:sldMk cId="2141349456" sldId="280"/>
            <ac:picMk id="36" creationId="{A2D4611C-F563-C1A2-A65C-0699A195FA67}"/>
          </ac:picMkLst>
        </pc:picChg>
        <pc:picChg chg="mod">
          <ac:chgData name="이유림" userId="c4f7c10e-9591-4e08-8489-adf65147d8f2" providerId="ADAL" clId="{FB5DE52B-D4D0-45D7-A216-062FC5ED42B9}" dt="2025-10-15T08:30:36.229" v="23"/>
          <ac:picMkLst>
            <pc:docMk/>
            <pc:sldMk cId="2141349456" sldId="280"/>
            <ac:picMk id="37" creationId="{2BD38C6D-0D11-F791-07FA-5071DC90B10F}"/>
          </ac:picMkLst>
        </pc:picChg>
        <pc:picChg chg="mod">
          <ac:chgData name="이유림" userId="c4f7c10e-9591-4e08-8489-adf65147d8f2" providerId="ADAL" clId="{FB5DE52B-D4D0-45D7-A216-062FC5ED42B9}" dt="2025-10-15T08:30:36.229" v="23"/>
          <ac:picMkLst>
            <pc:docMk/>
            <pc:sldMk cId="2141349456" sldId="280"/>
            <ac:picMk id="38" creationId="{B363BF6D-A14F-A921-FBC1-49CE6B422F12}"/>
          </ac:picMkLst>
        </pc:picChg>
        <pc:picChg chg="mod">
          <ac:chgData name="이유림" userId="c4f7c10e-9591-4e08-8489-adf65147d8f2" providerId="ADAL" clId="{FB5DE52B-D4D0-45D7-A216-062FC5ED42B9}" dt="2025-10-15T08:30:36.229" v="23"/>
          <ac:picMkLst>
            <pc:docMk/>
            <pc:sldMk cId="2141349456" sldId="280"/>
            <ac:picMk id="39" creationId="{1271F6A6-9A84-C2E9-1452-B713ED550CA2}"/>
          </ac:picMkLst>
        </pc:picChg>
        <pc:picChg chg="mod">
          <ac:chgData name="이유림" userId="c4f7c10e-9591-4e08-8489-adf65147d8f2" providerId="ADAL" clId="{FB5DE52B-D4D0-45D7-A216-062FC5ED42B9}" dt="2025-10-15T08:30:36.229" v="23"/>
          <ac:picMkLst>
            <pc:docMk/>
            <pc:sldMk cId="2141349456" sldId="280"/>
            <ac:picMk id="40" creationId="{15C64DEF-6697-F6E4-E65A-550956426B3D}"/>
          </ac:picMkLst>
        </pc:picChg>
        <pc:picChg chg="mod">
          <ac:chgData name="이유림" userId="c4f7c10e-9591-4e08-8489-adf65147d8f2" providerId="ADAL" clId="{FB5DE52B-D4D0-45D7-A216-062FC5ED42B9}" dt="2025-10-15T08:30:36.229" v="23"/>
          <ac:picMkLst>
            <pc:docMk/>
            <pc:sldMk cId="2141349456" sldId="280"/>
            <ac:picMk id="41" creationId="{3396C2A2-4E5C-47E9-0E6D-9022862BCB91}"/>
          </ac:picMkLst>
        </pc:picChg>
        <pc:picChg chg="mod">
          <ac:chgData name="이유림" userId="c4f7c10e-9591-4e08-8489-adf65147d8f2" providerId="ADAL" clId="{FB5DE52B-D4D0-45D7-A216-062FC5ED42B9}" dt="2025-10-15T08:30:36.229" v="23"/>
          <ac:picMkLst>
            <pc:docMk/>
            <pc:sldMk cId="2141349456" sldId="280"/>
            <ac:picMk id="42" creationId="{1B9EC3BC-6671-661D-3219-05498A42BF12}"/>
          </ac:picMkLst>
        </pc:picChg>
        <pc:picChg chg="mod">
          <ac:chgData name="이유림" userId="c4f7c10e-9591-4e08-8489-adf65147d8f2" providerId="ADAL" clId="{FB5DE52B-D4D0-45D7-A216-062FC5ED42B9}" dt="2025-10-15T08:30:36.229" v="23"/>
          <ac:picMkLst>
            <pc:docMk/>
            <pc:sldMk cId="2141349456" sldId="280"/>
            <ac:picMk id="43" creationId="{A18DB004-E4D3-5D96-0B44-318C2A5492ED}"/>
          </ac:picMkLst>
        </pc:picChg>
        <pc:picChg chg="mod">
          <ac:chgData name="이유림" userId="c4f7c10e-9591-4e08-8489-adf65147d8f2" providerId="ADAL" clId="{FB5DE52B-D4D0-45D7-A216-062FC5ED42B9}" dt="2025-10-15T08:30:36.229" v="23"/>
          <ac:picMkLst>
            <pc:docMk/>
            <pc:sldMk cId="2141349456" sldId="280"/>
            <ac:picMk id="44" creationId="{9AEB3E1E-99DF-424D-6C2E-E0508AA06C6B}"/>
          </ac:picMkLst>
        </pc:picChg>
        <pc:picChg chg="mod">
          <ac:chgData name="이유림" userId="c4f7c10e-9591-4e08-8489-adf65147d8f2" providerId="ADAL" clId="{FB5DE52B-D4D0-45D7-A216-062FC5ED42B9}" dt="2025-10-15T08:30:36.229" v="23"/>
          <ac:picMkLst>
            <pc:docMk/>
            <pc:sldMk cId="2141349456" sldId="280"/>
            <ac:picMk id="46" creationId="{687A6D4E-31B3-2619-3BBA-3B58FE38E9F8}"/>
          </ac:picMkLst>
        </pc:picChg>
        <pc:picChg chg="mod">
          <ac:chgData name="이유림" userId="c4f7c10e-9591-4e08-8489-adf65147d8f2" providerId="ADAL" clId="{FB5DE52B-D4D0-45D7-A216-062FC5ED42B9}" dt="2025-10-15T08:30:36.229" v="23"/>
          <ac:picMkLst>
            <pc:docMk/>
            <pc:sldMk cId="2141349456" sldId="280"/>
            <ac:picMk id="47" creationId="{1CA79732-C7BD-EE30-8F17-255AF1C3449B}"/>
          </ac:picMkLst>
        </pc:picChg>
        <pc:picChg chg="mod">
          <ac:chgData name="이유림" userId="c4f7c10e-9591-4e08-8489-adf65147d8f2" providerId="ADAL" clId="{FB5DE52B-D4D0-45D7-A216-062FC5ED42B9}" dt="2025-10-15T08:30:36.229" v="23"/>
          <ac:picMkLst>
            <pc:docMk/>
            <pc:sldMk cId="2141349456" sldId="280"/>
            <ac:picMk id="49" creationId="{942A0775-1968-C3DE-6ACD-B6B0FEC9A5A6}"/>
          </ac:picMkLst>
        </pc:picChg>
        <pc:picChg chg="mod">
          <ac:chgData name="이유림" userId="c4f7c10e-9591-4e08-8489-adf65147d8f2" providerId="ADAL" clId="{FB5DE52B-D4D0-45D7-A216-062FC5ED42B9}" dt="2025-10-15T08:30:44.335" v="25"/>
          <ac:picMkLst>
            <pc:docMk/>
            <pc:sldMk cId="2141349456" sldId="280"/>
            <ac:picMk id="54" creationId="{C55FF0DA-D2C1-36F2-30D6-734337001CF2}"/>
          </ac:picMkLst>
        </pc:picChg>
        <pc:picChg chg="mod">
          <ac:chgData name="이유림" userId="c4f7c10e-9591-4e08-8489-adf65147d8f2" providerId="ADAL" clId="{FB5DE52B-D4D0-45D7-A216-062FC5ED42B9}" dt="2025-10-15T08:30:44.335" v="25"/>
          <ac:picMkLst>
            <pc:docMk/>
            <pc:sldMk cId="2141349456" sldId="280"/>
            <ac:picMk id="56" creationId="{D4E43EF6-C0F4-852F-97A7-32F2FF030F66}"/>
          </ac:picMkLst>
        </pc:picChg>
        <pc:picChg chg="mod">
          <ac:chgData name="이유림" userId="c4f7c10e-9591-4e08-8489-adf65147d8f2" providerId="ADAL" clId="{FB5DE52B-D4D0-45D7-A216-062FC5ED42B9}" dt="2025-10-15T08:30:44.335" v="25"/>
          <ac:picMkLst>
            <pc:docMk/>
            <pc:sldMk cId="2141349456" sldId="280"/>
            <ac:picMk id="66" creationId="{8794D09F-FD17-AACC-E4F4-F02A98A71DDF}"/>
          </ac:picMkLst>
        </pc:picChg>
        <pc:picChg chg="mod">
          <ac:chgData name="이유림" userId="c4f7c10e-9591-4e08-8489-adf65147d8f2" providerId="ADAL" clId="{FB5DE52B-D4D0-45D7-A216-062FC5ED42B9}" dt="2025-10-15T08:30:44.335" v="25"/>
          <ac:picMkLst>
            <pc:docMk/>
            <pc:sldMk cId="2141349456" sldId="280"/>
            <ac:picMk id="78" creationId="{0EE85C6F-5F3D-FDB6-80FF-9415F63D0B88}"/>
          </ac:picMkLst>
        </pc:picChg>
        <pc:picChg chg="mod">
          <ac:chgData name="이유림" userId="c4f7c10e-9591-4e08-8489-adf65147d8f2" providerId="ADAL" clId="{FB5DE52B-D4D0-45D7-A216-062FC5ED42B9}" dt="2025-10-15T08:30:44.335" v="25"/>
          <ac:picMkLst>
            <pc:docMk/>
            <pc:sldMk cId="2141349456" sldId="280"/>
            <ac:picMk id="79" creationId="{7FD7F30F-6F5E-4565-1C03-048642AB2DFE}"/>
          </ac:picMkLst>
        </pc:picChg>
        <pc:cxnChg chg="mod">
          <ac:chgData name="이유림" userId="c4f7c10e-9591-4e08-8489-adf65147d8f2" providerId="ADAL" clId="{FB5DE52B-D4D0-45D7-A216-062FC5ED42B9}" dt="2025-10-15T08:30:36.229" v="23"/>
          <ac:cxnSpMkLst>
            <pc:docMk/>
            <pc:sldMk cId="2141349456" sldId="280"/>
            <ac:cxnSpMk id="30" creationId="{7729698C-EF73-63B1-4FC4-29FF945615E5}"/>
          </ac:cxnSpMkLst>
        </pc:cxnChg>
        <pc:cxnChg chg="mod">
          <ac:chgData name="이유림" userId="c4f7c10e-9591-4e08-8489-adf65147d8f2" providerId="ADAL" clId="{FB5DE52B-D4D0-45D7-A216-062FC5ED42B9}" dt="2025-10-15T08:30:39.940" v="24" actId="478"/>
          <ac:cxnSpMkLst>
            <pc:docMk/>
            <pc:sldMk cId="2141349456" sldId="280"/>
            <ac:cxnSpMk id="69" creationId="{5E69841F-835D-330E-DEF3-305305573651}"/>
          </ac:cxnSpMkLst>
        </pc:cxnChg>
        <pc:cxnChg chg="mod">
          <ac:chgData name="이유림" userId="c4f7c10e-9591-4e08-8489-adf65147d8f2" providerId="ADAL" clId="{FB5DE52B-D4D0-45D7-A216-062FC5ED42B9}" dt="2025-10-15T08:30:44.335" v="25"/>
          <ac:cxnSpMkLst>
            <pc:docMk/>
            <pc:sldMk cId="2141349456" sldId="280"/>
            <ac:cxnSpMk id="77" creationId="{F6C7412D-1AD9-62A5-024F-42C0D5A9CC7E}"/>
          </ac:cxnSpMkLst>
        </pc:cxnChg>
      </pc:sldChg>
      <pc:sldChg chg="modSp mod">
        <pc:chgData name="이유림" userId="c4f7c10e-9591-4e08-8489-adf65147d8f2" providerId="ADAL" clId="{FB5DE52B-D4D0-45D7-A216-062FC5ED42B9}" dt="2025-10-17T03:53:02.690" v="1112" actId="313"/>
        <pc:sldMkLst>
          <pc:docMk/>
          <pc:sldMk cId="4070630398" sldId="281"/>
        </pc:sldMkLst>
        <pc:spChg chg="mod">
          <ac:chgData name="이유림" userId="c4f7c10e-9591-4e08-8489-adf65147d8f2" providerId="ADAL" clId="{FB5DE52B-D4D0-45D7-A216-062FC5ED42B9}" dt="2025-10-15T08:25:29.737" v="10"/>
          <ac:spMkLst>
            <pc:docMk/>
            <pc:sldMk cId="4070630398" sldId="281"/>
            <ac:spMk id="6" creationId="{15141728-A305-8742-8C53-C14A4823EEFE}"/>
          </ac:spMkLst>
        </pc:spChg>
        <pc:spChg chg="mod">
          <ac:chgData name="이유림" userId="c4f7c10e-9591-4e08-8489-adf65147d8f2" providerId="ADAL" clId="{FB5DE52B-D4D0-45D7-A216-062FC5ED42B9}" dt="2025-10-15T08:47:31.674" v="138"/>
          <ac:spMkLst>
            <pc:docMk/>
            <pc:sldMk cId="4070630398" sldId="281"/>
            <ac:spMk id="15" creationId="{DD2BA9D1-889D-AEF8-BB7E-B25BCFC35209}"/>
          </ac:spMkLst>
        </pc:spChg>
        <pc:spChg chg="mod">
          <ac:chgData name="이유림" userId="c4f7c10e-9591-4e08-8489-adf65147d8f2" providerId="ADAL" clId="{FB5DE52B-D4D0-45D7-A216-062FC5ED42B9}" dt="2025-10-15T08:48:39.587" v="196" actId="6549"/>
          <ac:spMkLst>
            <pc:docMk/>
            <pc:sldMk cId="4070630398" sldId="281"/>
            <ac:spMk id="17" creationId="{9B0C1535-B1E4-B210-1974-EDF1CE6AEC14}"/>
          </ac:spMkLst>
        </pc:spChg>
        <pc:spChg chg="mod">
          <ac:chgData name="이유림" userId="c4f7c10e-9591-4e08-8489-adf65147d8f2" providerId="ADAL" clId="{FB5DE52B-D4D0-45D7-A216-062FC5ED42B9}" dt="2025-10-15T09:27:23.723" v="745"/>
          <ac:spMkLst>
            <pc:docMk/>
            <pc:sldMk cId="4070630398" sldId="281"/>
            <ac:spMk id="24" creationId="{62920AD4-7942-1BED-4284-E22921A7F674}"/>
          </ac:spMkLst>
        </pc:spChg>
        <pc:spChg chg="mod">
          <ac:chgData name="이유림" userId="c4f7c10e-9591-4e08-8489-adf65147d8f2" providerId="ADAL" clId="{FB5DE52B-D4D0-45D7-A216-062FC5ED42B9}" dt="2025-10-15T09:27:37.659" v="790"/>
          <ac:spMkLst>
            <pc:docMk/>
            <pc:sldMk cId="4070630398" sldId="281"/>
            <ac:spMk id="25" creationId="{4E9CF9F7-D515-77C5-FE55-D74A3A50A30A}"/>
          </ac:spMkLst>
        </pc:spChg>
        <pc:spChg chg="mod">
          <ac:chgData name="이유림" userId="c4f7c10e-9591-4e08-8489-adf65147d8f2" providerId="ADAL" clId="{FB5DE52B-D4D0-45D7-A216-062FC5ED42B9}" dt="2025-10-15T09:26:12.931" v="644"/>
          <ac:spMkLst>
            <pc:docMk/>
            <pc:sldMk cId="4070630398" sldId="281"/>
            <ac:spMk id="26" creationId="{4926C1AC-7839-732B-9B96-3C3A1D6AFE60}"/>
          </ac:spMkLst>
        </pc:spChg>
        <pc:spChg chg="mod">
          <ac:chgData name="이유림" userId="c4f7c10e-9591-4e08-8489-adf65147d8f2" providerId="ADAL" clId="{FB5DE52B-D4D0-45D7-A216-062FC5ED42B9}" dt="2025-10-15T09:26:42.527" v="713"/>
          <ac:spMkLst>
            <pc:docMk/>
            <pc:sldMk cId="4070630398" sldId="281"/>
            <ac:spMk id="27" creationId="{38EA2831-285C-F0AC-DB24-1E5C5F100C23}"/>
          </ac:spMkLst>
        </pc:spChg>
        <pc:spChg chg="mod">
          <ac:chgData name="이유림" userId="c4f7c10e-9591-4e08-8489-adf65147d8f2" providerId="ADAL" clId="{FB5DE52B-D4D0-45D7-A216-062FC5ED42B9}" dt="2025-10-15T08:53:38.725" v="554"/>
          <ac:spMkLst>
            <pc:docMk/>
            <pc:sldMk cId="4070630398" sldId="281"/>
            <ac:spMk id="28" creationId="{13CD4AEA-CEE2-B2A9-0415-EAAAA9F0B440}"/>
          </ac:spMkLst>
        </pc:spChg>
        <pc:spChg chg="mod">
          <ac:chgData name="이유림" userId="c4f7c10e-9591-4e08-8489-adf65147d8f2" providerId="ADAL" clId="{FB5DE52B-D4D0-45D7-A216-062FC5ED42B9}" dt="2025-10-17T03:53:02.690" v="1112" actId="313"/>
          <ac:spMkLst>
            <pc:docMk/>
            <pc:sldMk cId="4070630398" sldId="281"/>
            <ac:spMk id="29" creationId="{FC97D07A-6DEB-CA92-08AD-67FA8DFF0F08}"/>
          </ac:spMkLst>
        </pc:spChg>
        <pc:spChg chg="mod">
          <ac:chgData name="이유림" userId="c4f7c10e-9591-4e08-8489-adf65147d8f2" providerId="ADAL" clId="{FB5DE52B-D4D0-45D7-A216-062FC5ED42B9}" dt="2025-10-15T08:51:59.229" v="507" actId="6549"/>
          <ac:spMkLst>
            <pc:docMk/>
            <pc:sldMk cId="4070630398" sldId="281"/>
            <ac:spMk id="31" creationId="{6F2A1BD8-B677-9F0A-0B8C-8392A2C05CEE}"/>
          </ac:spMkLst>
        </pc:spChg>
        <pc:spChg chg="mod">
          <ac:chgData name="이유림" userId="c4f7c10e-9591-4e08-8489-adf65147d8f2" providerId="ADAL" clId="{FB5DE52B-D4D0-45D7-A216-062FC5ED42B9}" dt="2025-10-15T08:51:22.973" v="460"/>
          <ac:spMkLst>
            <pc:docMk/>
            <pc:sldMk cId="4070630398" sldId="281"/>
            <ac:spMk id="33" creationId="{5CB8F92A-C939-8121-292A-79D60AE11AC9}"/>
          </ac:spMkLst>
        </pc:spChg>
        <pc:spChg chg="mod">
          <ac:chgData name="이유림" userId="c4f7c10e-9591-4e08-8489-adf65147d8f2" providerId="ADAL" clId="{FB5DE52B-D4D0-45D7-A216-062FC5ED42B9}" dt="2025-10-15T09:35:11.234" v="968"/>
          <ac:spMkLst>
            <pc:docMk/>
            <pc:sldMk cId="4070630398" sldId="281"/>
            <ac:spMk id="41" creationId="{CF59AD6E-4677-0047-41F2-2CE029064BA7}"/>
          </ac:spMkLst>
        </pc:spChg>
        <pc:spChg chg="mod">
          <ac:chgData name="이유림" userId="c4f7c10e-9591-4e08-8489-adf65147d8f2" providerId="ADAL" clId="{FB5DE52B-D4D0-45D7-A216-062FC5ED42B9}" dt="2025-10-15T09:35:32.018" v="1008"/>
          <ac:spMkLst>
            <pc:docMk/>
            <pc:sldMk cId="4070630398" sldId="281"/>
            <ac:spMk id="42" creationId="{83E1B563-1F12-F072-2510-A2FE0C948CD9}"/>
          </ac:spMkLst>
        </pc:spChg>
        <pc:spChg chg="mod">
          <ac:chgData name="이유림" userId="c4f7c10e-9591-4e08-8489-adf65147d8f2" providerId="ADAL" clId="{FB5DE52B-D4D0-45D7-A216-062FC5ED42B9}" dt="2025-10-15T09:35:15.991" v="977" actId="20577"/>
          <ac:spMkLst>
            <pc:docMk/>
            <pc:sldMk cId="4070630398" sldId="281"/>
            <ac:spMk id="43" creationId="{6FDED833-9209-F168-81E2-8F75D3E6AC0B}"/>
          </ac:spMkLst>
        </pc:spChg>
        <pc:spChg chg="mod">
          <ac:chgData name="이유림" userId="c4f7c10e-9591-4e08-8489-adf65147d8f2" providerId="ADAL" clId="{FB5DE52B-D4D0-45D7-A216-062FC5ED42B9}" dt="2025-10-15T09:33:53.565" v="895"/>
          <ac:spMkLst>
            <pc:docMk/>
            <pc:sldMk cId="4070630398" sldId="281"/>
            <ac:spMk id="44" creationId="{72EE6F18-228A-11A7-901A-8C112B5F30E8}"/>
          </ac:spMkLst>
        </pc:spChg>
        <pc:spChg chg="mod">
          <ac:chgData name="이유림" userId="c4f7c10e-9591-4e08-8489-adf65147d8f2" providerId="ADAL" clId="{FB5DE52B-D4D0-45D7-A216-062FC5ED42B9}" dt="2025-10-15T09:35:09.358" v="965"/>
          <ac:spMkLst>
            <pc:docMk/>
            <pc:sldMk cId="4070630398" sldId="281"/>
            <ac:spMk id="46" creationId="{7DA334C2-E384-CB47-2C11-DD1D0A0EE62A}"/>
          </ac:spMkLst>
        </pc:spChg>
        <pc:spChg chg="mod">
          <ac:chgData name="이유림" userId="c4f7c10e-9591-4e08-8489-adf65147d8f2" providerId="ADAL" clId="{FB5DE52B-D4D0-45D7-A216-062FC5ED42B9}" dt="2025-10-15T08:50:04.146" v="290"/>
          <ac:spMkLst>
            <pc:docMk/>
            <pc:sldMk cId="4070630398" sldId="281"/>
            <ac:spMk id="136" creationId="{B4D65861-9355-82C7-901E-B4B1C92724AB}"/>
          </ac:spMkLst>
        </pc:spChg>
        <pc:spChg chg="mod">
          <ac:chgData name="이유림" userId="c4f7c10e-9591-4e08-8489-adf65147d8f2" providerId="ADAL" clId="{FB5DE52B-D4D0-45D7-A216-062FC5ED42B9}" dt="2025-10-15T08:50:58.381" v="407"/>
          <ac:spMkLst>
            <pc:docMk/>
            <pc:sldMk cId="4070630398" sldId="281"/>
            <ac:spMk id="138" creationId="{B2D2F8CE-754C-105D-0DB2-A42A8979DD3C}"/>
          </ac:spMkLst>
        </pc:spChg>
        <pc:grpChg chg="mod">
          <ac:chgData name="이유림" userId="c4f7c10e-9591-4e08-8489-adf65147d8f2" providerId="ADAL" clId="{FB5DE52B-D4D0-45D7-A216-062FC5ED42B9}" dt="2025-10-15T09:35:38.013" v="1009" actId="1076"/>
          <ac:grpSpMkLst>
            <pc:docMk/>
            <pc:sldMk cId="4070630398" sldId="281"/>
            <ac:grpSpMk id="54" creationId="{32EDFE4A-85BF-BD08-B38E-20CD1ABB09F3}"/>
          </ac:grpSpMkLst>
        </pc:grpChg>
      </pc:sldChg>
    </pc:docChg>
  </pc:docChgLst>
  <pc:docChgLst>
    <pc:chgData name="김예은" userId="6526923f-0c52-4639-9dbd-0f483d8fd367" providerId="ADAL" clId="{8B42757F-872A-42AD-888A-0A2F906A181B}"/>
    <pc:docChg chg="modSld">
      <pc:chgData name="김예은" userId="6526923f-0c52-4639-9dbd-0f483d8fd367" providerId="ADAL" clId="{8B42757F-872A-42AD-888A-0A2F906A181B}" dt="2023-05-11T04:38:05.937" v="390" actId="20577"/>
      <pc:docMkLst>
        <pc:docMk/>
      </pc:docMkLst>
      <pc:sldChg chg="modSp mod">
        <pc:chgData name="김예은" userId="6526923f-0c52-4639-9dbd-0f483d8fd367" providerId="ADAL" clId="{8B42757F-872A-42AD-888A-0A2F906A181B}" dt="2023-05-11T04:38:05.937" v="390" actId="20577"/>
        <pc:sldMkLst>
          <pc:docMk/>
          <pc:sldMk cId="2782649627" sldId="272"/>
        </pc:sldMkLst>
        <pc:spChg chg="mod">
          <ac:chgData name="김예은" userId="6526923f-0c52-4639-9dbd-0f483d8fd367" providerId="ADAL" clId="{8B42757F-872A-42AD-888A-0A2F906A181B}" dt="2023-05-11T04:35:11.965" v="336" actId="20577"/>
          <ac:spMkLst>
            <pc:docMk/>
            <pc:sldMk cId="2782649627" sldId="272"/>
            <ac:spMk id="4" creationId="{2B8CE638-AF9C-1871-B261-4389CAEFC7EE}"/>
          </ac:spMkLst>
        </pc:spChg>
        <pc:spChg chg="mod">
          <ac:chgData name="김예은" userId="6526923f-0c52-4639-9dbd-0f483d8fd367" providerId="ADAL" clId="{8B42757F-872A-42AD-888A-0A2F906A181B}" dt="2023-05-11T04:38:05.937" v="390" actId="20577"/>
          <ac:spMkLst>
            <pc:docMk/>
            <pc:sldMk cId="2782649627" sldId="272"/>
            <ac:spMk id="16" creationId="{923AEB04-0ACF-E242-95DC-0B3EBA0F6080}"/>
          </ac:spMkLst>
        </pc:spChg>
      </pc:sldChg>
      <pc:sldChg chg="modSp mod">
        <pc:chgData name="김예은" userId="6526923f-0c52-4639-9dbd-0f483d8fd367" providerId="ADAL" clId="{8B42757F-872A-42AD-888A-0A2F906A181B}" dt="2023-05-11T04:27:44.449" v="171" actId="20577"/>
        <pc:sldMkLst>
          <pc:docMk/>
          <pc:sldMk cId="2466279025" sldId="276"/>
        </pc:sldMkLst>
        <pc:spChg chg="mod">
          <ac:chgData name="김예은" userId="6526923f-0c52-4639-9dbd-0f483d8fd367" providerId="ADAL" clId="{8B42757F-872A-42AD-888A-0A2F906A181B}" dt="2023-05-11T04:18:44.004" v="42" actId="20577"/>
          <ac:spMkLst>
            <pc:docMk/>
            <pc:sldMk cId="2466279025" sldId="276"/>
            <ac:spMk id="8" creationId="{E0B2C97C-D1E6-D613-AE18-5E68564F46C0}"/>
          </ac:spMkLst>
        </pc:spChg>
        <pc:spChg chg="mod">
          <ac:chgData name="김예은" userId="6526923f-0c52-4639-9dbd-0f483d8fd367" providerId="ADAL" clId="{8B42757F-872A-42AD-888A-0A2F906A181B}" dt="2023-05-11T04:18:26.835" v="41" actId="20577"/>
          <ac:spMkLst>
            <pc:docMk/>
            <pc:sldMk cId="2466279025" sldId="276"/>
            <ac:spMk id="10" creationId="{48E2F11D-DC3D-7C85-AEBA-4777E84D3CAA}"/>
          </ac:spMkLst>
        </pc:spChg>
        <pc:spChg chg="mod">
          <ac:chgData name="김예은" userId="6526923f-0c52-4639-9dbd-0f483d8fd367" providerId="ADAL" clId="{8B42757F-872A-42AD-888A-0A2F906A181B}" dt="2023-05-11T04:20:30.126" v="155" actId="20577"/>
          <ac:spMkLst>
            <pc:docMk/>
            <pc:sldMk cId="2466279025" sldId="276"/>
            <ac:spMk id="14" creationId="{DFB053EA-0265-A02E-7AC9-D266A87342CD}"/>
          </ac:spMkLst>
        </pc:spChg>
        <pc:spChg chg="mod">
          <ac:chgData name="김예은" userId="6526923f-0c52-4639-9dbd-0f483d8fd367" providerId="ADAL" clId="{8B42757F-872A-42AD-888A-0A2F906A181B}" dt="2023-05-11T04:25:43.104" v="167" actId="20577"/>
          <ac:spMkLst>
            <pc:docMk/>
            <pc:sldMk cId="2466279025" sldId="276"/>
            <ac:spMk id="21" creationId="{C4C25FF0-E925-9D2B-7EDA-1C5A1107C4BB}"/>
          </ac:spMkLst>
        </pc:spChg>
        <pc:spChg chg="mod">
          <ac:chgData name="김예은" userId="6526923f-0c52-4639-9dbd-0f483d8fd367" providerId="ADAL" clId="{8B42757F-872A-42AD-888A-0A2F906A181B}" dt="2023-05-11T04:25:23.271" v="156" actId="20577"/>
          <ac:spMkLst>
            <pc:docMk/>
            <pc:sldMk cId="2466279025" sldId="276"/>
            <ac:spMk id="23" creationId="{8C0D453F-3D57-8DFD-C676-666742C16C79}"/>
          </ac:spMkLst>
        </pc:spChg>
        <pc:spChg chg="mod">
          <ac:chgData name="김예은" userId="6526923f-0c52-4639-9dbd-0f483d8fd367" providerId="ADAL" clId="{8B42757F-872A-42AD-888A-0A2F906A181B}" dt="2023-05-11T04:19:52.489" v="105" actId="20577"/>
          <ac:spMkLst>
            <pc:docMk/>
            <pc:sldMk cId="2466279025" sldId="276"/>
            <ac:spMk id="25" creationId="{CA06E95F-B4ED-5EBC-C8B9-A9092F95FAD2}"/>
          </ac:spMkLst>
        </pc:spChg>
        <pc:spChg chg="mod">
          <ac:chgData name="김예은" userId="6526923f-0c52-4639-9dbd-0f483d8fd367" providerId="ADAL" clId="{8B42757F-872A-42AD-888A-0A2F906A181B}" dt="2023-05-11T04:27:44.449" v="171" actId="20577"/>
          <ac:spMkLst>
            <pc:docMk/>
            <pc:sldMk cId="2466279025" sldId="276"/>
            <ac:spMk id="38" creationId="{2E09984E-7587-9E57-9F74-C6EFBE656D8B}"/>
          </ac:spMkLst>
        </pc:spChg>
      </pc:sldChg>
    </pc:docChg>
  </pc:docChgLst>
  <pc:docChgLst>
    <pc:chgData name="유승철" userId="9584054c-e08f-4935-bde6-b53c2dd0dfbc" providerId="ADAL" clId="{69E03A3E-D74F-44B2-BB62-A10CEFD4E9E3}"/>
    <pc:docChg chg="custSel modSld">
      <pc:chgData name="유승철" userId="9584054c-e08f-4935-bde6-b53c2dd0dfbc" providerId="ADAL" clId="{69E03A3E-D74F-44B2-BB62-A10CEFD4E9E3}" dt="2021-08-04T07:36:37.155" v="223" actId="20577"/>
      <pc:docMkLst>
        <pc:docMk/>
      </pc:docMkLst>
      <pc:sldChg chg="delSp modSp mod">
        <pc:chgData name="유승철" userId="9584054c-e08f-4935-bde6-b53c2dd0dfbc" providerId="ADAL" clId="{69E03A3E-D74F-44B2-BB62-A10CEFD4E9E3}" dt="2021-08-04T05:58:03.582" v="11" actId="478"/>
        <pc:sldMkLst>
          <pc:docMk/>
          <pc:sldMk cId="2782649627" sldId="272"/>
        </pc:sldMkLst>
        <pc:spChg chg="mod">
          <ac:chgData name="유승철" userId="9584054c-e08f-4935-bde6-b53c2dd0dfbc" providerId="ADAL" clId="{69E03A3E-D74F-44B2-BB62-A10CEFD4E9E3}" dt="2021-08-04T05:57:59.044" v="10"/>
          <ac:spMkLst>
            <pc:docMk/>
            <pc:sldMk cId="2782649627" sldId="272"/>
            <ac:spMk id="63" creationId="{CF743090-C565-4147-811C-FBC2DE9F33B6}"/>
          </ac:spMkLst>
        </pc:spChg>
        <pc:spChg chg="mod">
          <ac:chgData name="유승철" userId="9584054c-e08f-4935-bde6-b53c2dd0dfbc" providerId="ADAL" clId="{69E03A3E-D74F-44B2-BB62-A10CEFD4E9E3}" dt="2021-08-04T05:57:59.044" v="10"/>
          <ac:spMkLst>
            <pc:docMk/>
            <pc:sldMk cId="2782649627" sldId="272"/>
            <ac:spMk id="64" creationId="{AD7F95F3-E287-4BFE-A7FC-30A62930F2D2}"/>
          </ac:spMkLst>
        </pc:spChg>
        <pc:grpChg chg="mod">
          <ac:chgData name="유승철" userId="9584054c-e08f-4935-bde6-b53c2dd0dfbc" providerId="ADAL" clId="{69E03A3E-D74F-44B2-BB62-A10CEFD4E9E3}" dt="2021-08-04T05:57:59.044" v="10"/>
          <ac:grpSpMkLst>
            <pc:docMk/>
            <pc:sldMk cId="2782649627" sldId="272"/>
            <ac:grpSpMk id="57" creationId="{403DC191-5281-4D68-B626-60EA5956D970}"/>
          </ac:grpSpMkLst>
        </pc:grpChg>
        <pc:picChg chg="del">
          <ac:chgData name="유승철" userId="9584054c-e08f-4935-bde6-b53c2dd0dfbc" providerId="ADAL" clId="{69E03A3E-D74F-44B2-BB62-A10CEFD4E9E3}" dt="2021-08-04T05:58:03.582" v="11" actId="478"/>
          <ac:picMkLst>
            <pc:docMk/>
            <pc:sldMk cId="2782649627" sldId="272"/>
            <ac:picMk id="115" creationId="{D13EC9F2-F648-42C9-B6A0-77C526CE7B16}"/>
          </ac:picMkLst>
        </pc:picChg>
      </pc:sldChg>
      <pc:sldChg chg="modSp mod">
        <pc:chgData name="유승철" userId="9584054c-e08f-4935-bde6-b53c2dd0dfbc" providerId="ADAL" clId="{69E03A3E-D74F-44B2-BB62-A10CEFD4E9E3}" dt="2021-08-04T07:36:37.155" v="223" actId="20577"/>
        <pc:sldMkLst>
          <pc:docMk/>
          <pc:sldMk cId="1676419962" sldId="273"/>
        </pc:sldMkLst>
        <pc:spChg chg="mod">
          <ac:chgData name="유승철" userId="9584054c-e08f-4935-bde6-b53c2dd0dfbc" providerId="ADAL" clId="{69E03A3E-D74F-44B2-BB62-A10CEFD4E9E3}" dt="2021-08-04T07:24:27.734" v="39" actId="20577"/>
          <ac:spMkLst>
            <pc:docMk/>
            <pc:sldMk cId="1676419962" sldId="273"/>
            <ac:spMk id="203" creationId="{2D9EB144-F5D8-461E-B69E-649561F9D363}"/>
          </ac:spMkLst>
        </pc:spChg>
        <pc:spChg chg="mod">
          <ac:chgData name="유승철" userId="9584054c-e08f-4935-bde6-b53c2dd0dfbc" providerId="ADAL" clId="{69E03A3E-D74F-44B2-BB62-A10CEFD4E9E3}" dt="2021-08-04T07:36:37.155" v="223" actId="20577"/>
          <ac:spMkLst>
            <pc:docMk/>
            <pc:sldMk cId="1676419962" sldId="273"/>
            <ac:spMk id="211" creationId="{1DB40713-95A7-4CA1-833B-156B766256E4}"/>
          </ac:spMkLst>
        </pc:spChg>
        <pc:spChg chg="mod">
          <ac:chgData name="유승철" userId="9584054c-e08f-4935-bde6-b53c2dd0dfbc" providerId="ADAL" clId="{69E03A3E-D74F-44B2-BB62-A10CEFD4E9E3}" dt="2021-08-04T07:27:56.293" v="128" actId="20577"/>
          <ac:spMkLst>
            <pc:docMk/>
            <pc:sldMk cId="1676419962" sldId="273"/>
            <ac:spMk id="222" creationId="{75BE06EF-BC28-48E8-9CE1-9454F2DFBFEE}"/>
          </ac:spMkLst>
        </pc:spChg>
      </pc:sldChg>
    </pc:docChg>
  </pc:docChgLst>
  <pc:docChgLst>
    <pc:chgData name="유승철" userId="9584054c-e08f-4935-bde6-b53c2dd0dfbc" providerId="ADAL" clId="{041531FD-6B21-4841-BAE9-CA83408E7167}"/>
    <pc:docChg chg="modSld">
      <pc:chgData name="유승철" userId="9584054c-e08f-4935-bde6-b53c2dd0dfbc" providerId="ADAL" clId="{041531FD-6B21-4841-BAE9-CA83408E7167}" dt="2023-09-07T03:09:38.103" v="165" actId="20577"/>
      <pc:docMkLst>
        <pc:docMk/>
      </pc:docMkLst>
      <pc:sldChg chg="modSp mod">
        <pc:chgData name="유승철" userId="9584054c-e08f-4935-bde6-b53c2dd0dfbc" providerId="ADAL" clId="{041531FD-6B21-4841-BAE9-CA83408E7167}" dt="2023-09-06T04:49:26.546" v="16" actId="20577"/>
        <pc:sldMkLst>
          <pc:docMk/>
          <pc:sldMk cId="2782649627" sldId="272"/>
        </pc:sldMkLst>
        <pc:spChg chg="mod">
          <ac:chgData name="유승철" userId="9584054c-e08f-4935-bde6-b53c2dd0dfbc" providerId="ADAL" clId="{041531FD-6B21-4841-BAE9-CA83408E7167}" dt="2023-09-06T04:49:26.546" v="16" actId="20577"/>
          <ac:spMkLst>
            <pc:docMk/>
            <pc:sldMk cId="2782649627" sldId="272"/>
            <ac:spMk id="5" creationId="{82305561-9C83-4AF0-BE74-852E6825B240}"/>
          </ac:spMkLst>
        </pc:spChg>
      </pc:sldChg>
      <pc:sldChg chg="modSp mod">
        <pc:chgData name="유승철" userId="9584054c-e08f-4935-bde6-b53c2dd0dfbc" providerId="ADAL" clId="{041531FD-6B21-4841-BAE9-CA83408E7167}" dt="2023-09-07T03:09:38.103" v="165" actId="20577"/>
        <pc:sldMkLst>
          <pc:docMk/>
          <pc:sldMk cId="2466279025" sldId="276"/>
        </pc:sldMkLst>
        <pc:spChg chg="mod">
          <ac:chgData name="유승철" userId="9584054c-e08f-4935-bde6-b53c2dd0dfbc" providerId="ADAL" clId="{041531FD-6B21-4841-BAE9-CA83408E7167}" dt="2023-09-07T03:09:38.103" v="165" actId="20577"/>
          <ac:spMkLst>
            <pc:docMk/>
            <pc:sldMk cId="2466279025" sldId="276"/>
            <ac:spMk id="140" creationId="{88B97726-3EFB-698A-7D7C-DF5DB8C5A565}"/>
          </ac:spMkLst>
        </pc:spChg>
        <pc:spChg chg="mod">
          <ac:chgData name="유승철" userId="9584054c-e08f-4935-bde6-b53c2dd0dfbc" providerId="ADAL" clId="{041531FD-6B21-4841-BAE9-CA83408E7167}" dt="2023-09-06T08:54:17.970" v="50" actId="20577"/>
          <ac:spMkLst>
            <pc:docMk/>
            <pc:sldMk cId="2466279025" sldId="276"/>
            <ac:spMk id="151" creationId="{E79CFFC1-80BA-A539-0072-1EECBB422D5C}"/>
          </ac:spMkLst>
        </pc:spChg>
        <pc:spChg chg="mod">
          <ac:chgData name="유승철" userId="9584054c-e08f-4935-bde6-b53c2dd0dfbc" providerId="ADAL" clId="{041531FD-6B21-4841-BAE9-CA83408E7167}" dt="2023-09-06T08:53:42.739" v="30" actId="20577"/>
          <ac:spMkLst>
            <pc:docMk/>
            <pc:sldMk cId="2466279025" sldId="276"/>
            <ac:spMk id="153" creationId="{EA4DFFF3-CCC7-3997-272A-F8DB47D241DC}"/>
          </ac:spMkLst>
        </pc:spChg>
        <pc:grpChg chg="mod">
          <ac:chgData name="유승철" userId="9584054c-e08f-4935-bde6-b53c2dd0dfbc" providerId="ADAL" clId="{041531FD-6B21-4841-BAE9-CA83408E7167}" dt="2023-09-07T03:04:05.776" v="69" actId="465"/>
          <ac:grpSpMkLst>
            <pc:docMk/>
            <pc:sldMk cId="2466279025" sldId="276"/>
            <ac:grpSpMk id="2" creationId="{CE02B7A8-61F8-82C3-BE1C-52BBAAB148D6}"/>
          </ac:grpSpMkLst>
        </pc:grpChg>
        <pc:grpChg chg="mod">
          <ac:chgData name="유승철" userId="9584054c-e08f-4935-bde6-b53c2dd0dfbc" providerId="ADAL" clId="{041531FD-6B21-4841-BAE9-CA83408E7167}" dt="2023-09-07T03:04:05.776" v="69" actId="465"/>
          <ac:grpSpMkLst>
            <pc:docMk/>
            <pc:sldMk cId="2466279025" sldId="276"/>
            <ac:grpSpMk id="142" creationId="{CF4598DE-282C-0467-AC37-22B35F73FCAE}"/>
          </ac:grpSpMkLst>
        </pc:grpChg>
      </pc:sldChg>
    </pc:docChg>
  </pc:docChgLst>
  <pc:docChgLst>
    <pc:chgData name="유승철" userId="9584054c-e08f-4935-bde6-b53c2dd0dfbc" providerId="ADAL" clId="{401A2675-D707-4E6A-B6BC-FE7EC02CA80C}"/>
    <pc:docChg chg="undo custSel modSld">
      <pc:chgData name="유승철" userId="9584054c-e08f-4935-bde6-b53c2dd0dfbc" providerId="ADAL" clId="{401A2675-D707-4E6A-B6BC-FE7EC02CA80C}" dt="2021-10-14T05:45:28.603" v="190" actId="20577"/>
      <pc:docMkLst>
        <pc:docMk/>
      </pc:docMkLst>
      <pc:sldChg chg="modSp mod">
        <pc:chgData name="유승철" userId="9584054c-e08f-4935-bde6-b53c2dd0dfbc" providerId="ADAL" clId="{401A2675-D707-4E6A-B6BC-FE7EC02CA80C}" dt="2021-10-14T05:45:28.603" v="190" actId="20577"/>
        <pc:sldMkLst>
          <pc:docMk/>
          <pc:sldMk cId="1676419962" sldId="273"/>
        </pc:sldMkLst>
        <pc:spChg chg="mod">
          <ac:chgData name="유승철" userId="9584054c-e08f-4935-bde6-b53c2dd0dfbc" providerId="ADAL" clId="{401A2675-D707-4E6A-B6BC-FE7EC02CA80C}" dt="2021-10-14T05:45:28.603" v="190" actId="20577"/>
          <ac:spMkLst>
            <pc:docMk/>
            <pc:sldMk cId="1676419962" sldId="273"/>
            <ac:spMk id="121" creationId="{172DCB1B-68A3-4B61-9C54-DFA3FE19C79B}"/>
          </ac:spMkLst>
        </pc:spChg>
      </pc:sldChg>
    </pc:docChg>
  </pc:docChgLst>
  <pc:docChgLst>
    <pc:chgData name="이유림" userId="c4f7c10e-9591-4e08-8489-adf65147d8f2" providerId="ADAL" clId="{8A1DC2DD-6283-44D6-B2B1-7BA7B4AF9359}"/>
    <pc:docChg chg="custSel modSld">
      <pc:chgData name="이유림" userId="c4f7c10e-9591-4e08-8489-adf65147d8f2" providerId="ADAL" clId="{8A1DC2DD-6283-44D6-B2B1-7BA7B4AF9359}" dt="2024-02-08T08:13:51.552" v="170" actId="478"/>
      <pc:docMkLst>
        <pc:docMk/>
      </pc:docMkLst>
      <pc:sldChg chg="addSp delSp modSp mod">
        <pc:chgData name="이유림" userId="c4f7c10e-9591-4e08-8489-adf65147d8f2" providerId="ADAL" clId="{8A1DC2DD-6283-44D6-B2B1-7BA7B4AF9359}" dt="2024-02-08T08:13:51.552" v="170" actId="478"/>
        <pc:sldMkLst>
          <pc:docMk/>
          <pc:sldMk cId="2466279025" sldId="276"/>
        </pc:sldMkLst>
        <pc:spChg chg="add del">
          <ac:chgData name="이유림" userId="c4f7c10e-9591-4e08-8489-adf65147d8f2" providerId="ADAL" clId="{8A1DC2DD-6283-44D6-B2B1-7BA7B4AF9359}" dt="2024-02-08T08:13:51.552" v="170" actId="478"/>
          <ac:spMkLst>
            <pc:docMk/>
            <pc:sldMk cId="2466279025" sldId="276"/>
            <ac:spMk id="5" creationId="{F7D7CB85-B6EE-E3A4-9307-A7F4357959DD}"/>
          </ac:spMkLst>
        </pc:spChg>
        <pc:spChg chg="mod">
          <ac:chgData name="이유림" userId="c4f7c10e-9591-4e08-8489-adf65147d8f2" providerId="ADAL" clId="{8A1DC2DD-6283-44D6-B2B1-7BA7B4AF9359}" dt="2024-02-07T05:46:11.785" v="169" actId="1076"/>
          <ac:spMkLst>
            <pc:docMk/>
            <pc:sldMk cId="2466279025" sldId="276"/>
            <ac:spMk id="60" creationId="{27F4FD55-5E51-94D6-8961-C81AFF3EC6D0}"/>
          </ac:spMkLst>
        </pc:spChg>
        <pc:spChg chg="mod">
          <ac:chgData name="이유림" userId="c4f7c10e-9591-4e08-8489-adf65147d8f2" providerId="ADAL" clId="{8A1DC2DD-6283-44D6-B2B1-7BA7B4AF9359}" dt="2024-02-07T05:46:11.785" v="169" actId="1076"/>
          <ac:spMkLst>
            <pc:docMk/>
            <pc:sldMk cId="2466279025" sldId="276"/>
            <ac:spMk id="61" creationId="{00EFB5C8-2104-7503-E991-9C789E7FE983}"/>
          </ac:spMkLst>
        </pc:spChg>
        <pc:spChg chg="mod">
          <ac:chgData name="이유림" userId="c4f7c10e-9591-4e08-8489-adf65147d8f2" providerId="ADAL" clId="{8A1DC2DD-6283-44D6-B2B1-7BA7B4AF9359}" dt="2024-02-07T05:46:11.785" v="169" actId="1076"/>
          <ac:spMkLst>
            <pc:docMk/>
            <pc:sldMk cId="2466279025" sldId="276"/>
            <ac:spMk id="62" creationId="{466C8CC7-48DF-07C9-EB44-354C9684A266}"/>
          </ac:spMkLst>
        </pc:spChg>
        <pc:spChg chg="mod">
          <ac:chgData name="이유림" userId="c4f7c10e-9591-4e08-8489-adf65147d8f2" providerId="ADAL" clId="{8A1DC2DD-6283-44D6-B2B1-7BA7B4AF9359}" dt="2024-02-07T05:46:11.785" v="169" actId="1076"/>
          <ac:spMkLst>
            <pc:docMk/>
            <pc:sldMk cId="2466279025" sldId="276"/>
            <ac:spMk id="63" creationId="{3D2ABEC0-FE94-A18C-5739-A185A38F80B4}"/>
          </ac:spMkLst>
        </pc:spChg>
        <pc:spChg chg="mod">
          <ac:chgData name="이유림" userId="c4f7c10e-9591-4e08-8489-adf65147d8f2" providerId="ADAL" clId="{8A1DC2DD-6283-44D6-B2B1-7BA7B4AF9359}" dt="2024-02-07T05:46:00.550" v="168" actId="20577"/>
          <ac:spMkLst>
            <pc:docMk/>
            <pc:sldMk cId="2466279025" sldId="276"/>
            <ac:spMk id="130" creationId="{EE4C7E90-DA52-1EF3-D8E6-BF09A54A2E18}"/>
          </ac:spMkLst>
        </pc:spChg>
      </pc:sldChg>
    </pc:docChg>
  </pc:docChgLst>
  <pc:docChgLst>
    <pc:chgData name="유승철" userId="9584054c-e08f-4935-bde6-b53c2dd0dfbc" providerId="ADAL" clId="{53BB7640-1AFD-41BD-AB5D-D85CC3DD2811}"/>
    <pc:docChg chg="custSel modSld">
      <pc:chgData name="유승철" userId="9584054c-e08f-4935-bde6-b53c2dd0dfbc" providerId="ADAL" clId="{53BB7640-1AFD-41BD-AB5D-D85CC3DD2811}" dt="2022-10-12T03:02:40.870" v="347" actId="20577"/>
      <pc:docMkLst>
        <pc:docMk/>
      </pc:docMkLst>
      <pc:sldChg chg="modSp mod">
        <pc:chgData name="유승철" userId="9584054c-e08f-4935-bde6-b53c2dd0dfbc" providerId="ADAL" clId="{53BB7640-1AFD-41BD-AB5D-D85CC3DD2811}" dt="2022-10-12T03:02:40.870" v="347" actId="20577"/>
        <pc:sldMkLst>
          <pc:docMk/>
          <pc:sldMk cId="2466279025" sldId="276"/>
        </pc:sldMkLst>
        <pc:spChg chg="mod">
          <ac:chgData name="유승철" userId="9584054c-e08f-4935-bde6-b53c2dd0dfbc" providerId="ADAL" clId="{53BB7640-1AFD-41BD-AB5D-D85CC3DD2811}" dt="2022-10-12T03:02:40.870" v="347" actId="20577"/>
          <ac:spMkLst>
            <pc:docMk/>
            <pc:sldMk cId="2466279025" sldId="276"/>
            <ac:spMk id="113" creationId="{753130E7-0351-2A00-B06C-90BD547323AA}"/>
          </ac:spMkLst>
        </pc:spChg>
        <pc:spChg chg="mod">
          <ac:chgData name="유승철" userId="9584054c-e08f-4935-bde6-b53c2dd0dfbc" providerId="ADAL" clId="{53BB7640-1AFD-41BD-AB5D-D85CC3DD2811}" dt="2022-10-11T01:22:06.648" v="7" actId="313"/>
          <ac:spMkLst>
            <pc:docMk/>
            <pc:sldMk cId="2466279025" sldId="276"/>
            <ac:spMk id="127" creationId="{E61DF555-0E6D-8ECB-0C8A-9D60C3F72825}"/>
          </ac:spMkLst>
        </pc:spChg>
        <pc:spChg chg="mod">
          <ac:chgData name="유승철" userId="9584054c-e08f-4935-bde6-b53c2dd0dfbc" providerId="ADAL" clId="{53BB7640-1AFD-41BD-AB5D-D85CC3DD2811}" dt="2022-10-11T01:24:31.120" v="22" actId="20577"/>
          <ac:spMkLst>
            <pc:docMk/>
            <pc:sldMk cId="2466279025" sldId="276"/>
            <ac:spMk id="139" creationId="{5EE6D517-3E97-2B2D-5CA3-D5EE33FBBDA7}"/>
          </ac:spMkLst>
        </pc:spChg>
        <pc:grpChg chg="mod">
          <ac:chgData name="유승철" userId="9584054c-e08f-4935-bde6-b53c2dd0dfbc" providerId="ADAL" clId="{53BB7640-1AFD-41BD-AB5D-D85CC3DD2811}" dt="2022-10-12T02:49:19.041" v="27" actId="465"/>
          <ac:grpSpMkLst>
            <pc:docMk/>
            <pc:sldMk cId="2466279025" sldId="276"/>
            <ac:grpSpMk id="115" creationId="{C8033C70-FC41-E101-42D5-270DA836C088}"/>
          </ac:grpSpMkLst>
        </pc:grpChg>
      </pc:sldChg>
    </pc:docChg>
  </pc:docChgLst>
  <pc:docChgLst>
    <pc:chgData name="예은" userId="6526923f-0c52-4639-9dbd-0f483d8fd367" providerId="ADAL" clId="{55E0C8E6-BDEC-4009-A618-5D97375D3D47}"/>
    <pc:docChg chg="modSld">
      <pc:chgData name="예은" userId="6526923f-0c52-4639-9dbd-0f483d8fd367" providerId="ADAL" clId="{55E0C8E6-BDEC-4009-A618-5D97375D3D47}" dt="2021-02-05T06:20:12.238" v="25"/>
      <pc:docMkLst>
        <pc:docMk/>
      </pc:docMkLst>
      <pc:sldChg chg="modSp mod">
        <pc:chgData name="예은" userId="6526923f-0c52-4639-9dbd-0f483d8fd367" providerId="ADAL" clId="{55E0C8E6-BDEC-4009-A618-5D97375D3D47}" dt="2021-02-05T06:20:12.238" v="25"/>
        <pc:sldMkLst>
          <pc:docMk/>
          <pc:sldMk cId="3894148367" sldId="268"/>
        </pc:sldMkLst>
        <pc:spChg chg="mod">
          <ac:chgData name="예은" userId="6526923f-0c52-4639-9dbd-0f483d8fd367" providerId="ADAL" clId="{55E0C8E6-BDEC-4009-A618-5D97375D3D47}" dt="2021-02-05T06:20:12.238" v="25"/>
          <ac:spMkLst>
            <pc:docMk/>
            <pc:sldMk cId="3894148367" sldId="268"/>
            <ac:spMk id="105" creationId="{7257E63F-74EE-4808-AE09-6ADC95118B7E}"/>
          </ac:spMkLst>
        </pc:spChg>
        <pc:spChg chg="mod">
          <ac:chgData name="예은" userId="6526923f-0c52-4639-9dbd-0f483d8fd367" providerId="ADAL" clId="{55E0C8E6-BDEC-4009-A618-5D97375D3D47}" dt="2021-02-05T05:55:29.581" v="4" actId="20577"/>
          <ac:spMkLst>
            <pc:docMk/>
            <pc:sldMk cId="3894148367" sldId="268"/>
            <ac:spMk id="112" creationId="{54500A70-C67A-4F3F-A8AC-612BFC81A1DF}"/>
          </ac:spMkLst>
        </pc:spChg>
      </pc:sldChg>
      <pc:sldChg chg="modSp mod">
        <pc:chgData name="예은" userId="6526923f-0c52-4639-9dbd-0f483d8fd367" providerId="ADAL" clId="{55E0C8E6-BDEC-4009-A618-5D97375D3D47}" dt="2021-02-05T05:59:50.885" v="13" actId="20577"/>
        <pc:sldMkLst>
          <pc:docMk/>
          <pc:sldMk cId="2782649627" sldId="272"/>
        </pc:sldMkLst>
        <pc:spChg chg="mod">
          <ac:chgData name="예은" userId="6526923f-0c52-4639-9dbd-0f483d8fd367" providerId="ADAL" clId="{55E0C8E6-BDEC-4009-A618-5D97375D3D47}" dt="2021-02-05T05:59:50.885" v="13" actId="20577"/>
          <ac:spMkLst>
            <pc:docMk/>
            <pc:sldMk cId="2782649627" sldId="272"/>
            <ac:spMk id="47" creationId="{88EA251D-5E13-4FB9-9685-BD1BADFB19A6}"/>
          </ac:spMkLst>
        </pc:spChg>
      </pc:sldChg>
    </pc:docChg>
  </pc:docChgLst>
  <pc:docChgLst>
    <pc:chgData name="유승철" userId="9584054c-e08f-4935-bde6-b53c2dd0dfbc" providerId="ADAL" clId="{7D60CC48-1154-4A04-B193-E8CB0A4FC8D6}"/>
    <pc:docChg chg="custSel modSld">
      <pc:chgData name="유승철" userId="9584054c-e08f-4935-bde6-b53c2dd0dfbc" providerId="ADAL" clId="{7D60CC48-1154-4A04-B193-E8CB0A4FC8D6}" dt="2024-05-14T03:42:37.013" v="43" actId="20577"/>
      <pc:docMkLst>
        <pc:docMk/>
      </pc:docMkLst>
      <pc:sldChg chg="modSp mod">
        <pc:chgData name="유승철" userId="9584054c-e08f-4935-bde6-b53c2dd0dfbc" providerId="ADAL" clId="{7D60CC48-1154-4A04-B193-E8CB0A4FC8D6}" dt="2024-05-14T03:42:37.013" v="43" actId="20577"/>
        <pc:sldMkLst>
          <pc:docMk/>
          <pc:sldMk cId="2466279025" sldId="276"/>
        </pc:sldMkLst>
        <pc:spChg chg="mod">
          <ac:chgData name="유승철" userId="9584054c-e08f-4935-bde6-b53c2dd0dfbc" providerId="ADAL" clId="{7D60CC48-1154-4A04-B193-E8CB0A4FC8D6}" dt="2024-05-14T03:34:38.459" v="34" actId="20577"/>
          <ac:spMkLst>
            <pc:docMk/>
            <pc:sldMk cId="2466279025" sldId="276"/>
            <ac:spMk id="174" creationId="{594865E3-3C50-FB48-8316-2CD3220D232E}"/>
          </ac:spMkLst>
        </pc:spChg>
        <pc:spChg chg="mod">
          <ac:chgData name="유승철" userId="9584054c-e08f-4935-bde6-b53c2dd0dfbc" providerId="ADAL" clId="{7D60CC48-1154-4A04-B193-E8CB0A4FC8D6}" dt="2024-05-14T03:42:37.013" v="43" actId="20577"/>
          <ac:spMkLst>
            <pc:docMk/>
            <pc:sldMk cId="2466279025" sldId="276"/>
            <ac:spMk id="176" creationId="{BD1BC246-BA7D-3AD7-9AA1-F5C69D1B2C48}"/>
          </ac:spMkLst>
        </pc:spChg>
        <pc:spChg chg="mod">
          <ac:chgData name="유승철" userId="9584054c-e08f-4935-bde6-b53c2dd0dfbc" providerId="ADAL" clId="{7D60CC48-1154-4A04-B193-E8CB0A4FC8D6}" dt="2024-05-14T03:35:10.076" v="39" actId="20577"/>
          <ac:spMkLst>
            <pc:docMk/>
            <pc:sldMk cId="2466279025" sldId="276"/>
            <ac:spMk id="178" creationId="{44247B0E-BD32-3F4F-6353-7CD3B7209D74}"/>
          </ac:spMkLst>
        </pc:spChg>
      </pc:sldChg>
    </pc:docChg>
  </pc:docChgLst>
  <pc:docChgLst>
    <pc:chgData name="이유림" userId="c4f7c10e-9591-4e08-8489-adf65147d8f2" providerId="ADAL" clId="{8AEC70D1-FE97-411E-8060-C20F517B440A}"/>
    <pc:docChg chg="undo custSel modSld">
      <pc:chgData name="이유림" userId="c4f7c10e-9591-4e08-8489-adf65147d8f2" providerId="ADAL" clId="{8AEC70D1-FE97-411E-8060-C20F517B440A}" dt="2024-10-11T03:59:10.096" v="1343" actId="1076"/>
      <pc:docMkLst>
        <pc:docMk/>
      </pc:docMkLst>
      <pc:sldChg chg="addSp delSp modSp mod">
        <pc:chgData name="이유림" userId="c4f7c10e-9591-4e08-8489-adf65147d8f2" providerId="ADAL" clId="{8AEC70D1-FE97-411E-8060-C20F517B440A}" dt="2024-10-11T03:59:10.096" v="1343" actId="1076"/>
        <pc:sldMkLst>
          <pc:docMk/>
          <pc:sldMk cId="2782649627" sldId="272"/>
        </pc:sldMkLst>
        <pc:spChg chg="mod">
          <ac:chgData name="이유림" userId="c4f7c10e-9591-4e08-8489-adf65147d8f2" providerId="ADAL" clId="{8AEC70D1-FE97-411E-8060-C20F517B440A}" dt="2024-10-08T02:58:01.550" v="20"/>
          <ac:spMkLst>
            <pc:docMk/>
            <pc:sldMk cId="2782649627" sldId="272"/>
            <ac:spMk id="5" creationId="{82305561-9C83-4AF0-BE74-852E6825B240}"/>
          </ac:spMkLst>
        </pc:spChg>
        <pc:spChg chg="del">
          <ac:chgData name="이유림" userId="c4f7c10e-9591-4e08-8489-adf65147d8f2" providerId="ADAL" clId="{8AEC70D1-FE97-411E-8060-C20F517B440A}" dt="2024-10-08T02:58:17.756" v="21" actId="478"/>
          <ac:spMkLst>
            <pc:docMk/>
            <pc:sldMk cId="2782649627" sldId="272"/>
            <ac:spMk id="12" creationId="{625EF96F-6D7D-3A37-A135-4F92C423562D}"/>
          </ac:spMkLst>
        </pc:spChg>
        <pc:spChg chg="del">
          <ac:chgData name="이유림" userId="c4f7c10e-9591-4e08-8489-adf65147d8f2" providerId="ADAL" clId="{8AEC70D1-FE97-411E-8060-C20F517B440A}" dt="2024-10-08T02:58:17.756" v="21" actId="478"/>
          <ac:spMkLst>
            <pc:docMk/>
            <pc:sldMk cId="2782649627" sldId="272"/>
            <ac:spMk id="22" creationId="{08E94353-4D54-31EB-C869-FECC865ACB1A}"/>
          </ac:spMkLst>
        </pc:spChg>
        <pc:spChg chg="mod">
          <ac:chgData name="이유림" userId="c4f7c10e-9591-4e08-8489-adf65147d8f2" providerId="ADAL" clId="{8AEC70D1-FE97-411E-8060-C20F517B440A}" dt="2024-10-11T03:55:34.920" v="1342"/>
          <ac:spMkLst>
            <pc:docMk/>
            <pc:sldMk cId="2782649627" sldId="272"/>
            <ac:spMk id="30" creationId="{C2655B32-69EE-168F-F758-DD4365E8A3C6}"/>
          </ac:spMkLst>
        </pc:spChg>
        <pc:spChg chg="mod">
          <ac:chgData name="이유림" userId="c4f7c10e-9591-4e08-8489-adf65147d8f2" providerId="ADAL" clId="{8AEC70D1-FE97-411E-8060-C20F517B440A}" dt="2024-10-08T03:57:19.346" v="201" actId="571"/>
          <ac:spMkLst>
            <pc:docMk/>
            <pc:sldMk cId="2782649627" sldId="272"/>
            <ac:spMk id="33" creationId="{8570445A-EF95-DE05-3B6B-471FAF254707}"/>
          </ac:spMkLst>
        </pc:spChg>
        <pc:spChg chg="mod">
          <ac:chgData name="이유림" userId="c4f7c10e-9591-4e08-8489-adf65147d8f2" providerId="ADAL" clId="{8AEC70D1-FE97-411E-8060-C20F517B440A}" dt="2024-10-10T02:05:13.275" v="1208"/>
          <ac:spMkLst>
            <pc:docMk/>
            <pc:sldMk cId="2782649627" sldId="272"/>
            <ac:spMk id="56" creationId="{7EC2D2DE-AA31-EF33-FB09-A0CB633BD24C}"/>
          </ac:spMkLst>
        </pc:spChg>
        <pc:spChg chg="mod">
          <ac:chgData name="이유림" userId="c4f7c10e-9591-4e08-8489-adf65147d8f2" providerId="ADAL" clId="{8AEC70D1-FE97-411E-8060-C20F517B440A}" dt="2024-10-08T06:53:34.791" v="219" actId="313"/>
          <ac:spMkLst>
            <pc:docMk/>
            <pc:sldMk cId="2782649627" sldId="272"/>
            <ac:spMk id="57" creationId="{210CFC98-91AF-EB7B-F9C3-6B6EC42F65E8}"/>
          </ac:spMkLst>
        </pc:spChg>
        <pc:spChg chg="mod">
          <ac:chgData name="이유림" userId="c4f7c10e-9591-4e08-8489-adf65147d8f2" providerId="ADAL" clId="{8AEC70D1-FE97-411E-8060-C20F517B440A}" dt="2024-10-08T06:53:05.892" v="216" actId="571"/>
          <ac:spMkLst>
            <pc:docMk/>
            <pc:sldMk cId="2782649627" sldId="272"/>
            <ac:spMk id="58" creationId="{E7037B5B-4B03-BC7D-0FC3-0D2244F81B83}"/>
          </ac:spMkLst>
        </pc:spChg>
        <pc:grpChg chg="add mod">
          <ac:chgData name="이유림" userId="c4f7c10e-9591-4e08-8489-adf65147d8f2" providerId="ADAL" clId="{8AEC70D1-FE97-411E-8060-C20F517B440A}" dt="2024-10-08T03:57:19.346" v="201" actId="571"/>
          <ac:grpSpMkLst>
            <pc:docMk/>
            <pc:sldMk cId="2782649627" sldId="272"/>
            <ac:grpSpMk id="29" creationId="{DB57577D-3DFA-DC2C-2602-4E16CA374492}"/>
          </ac:grpSpMkLst>
        </pc:grpChg>
        <pc:grpChg chg="del">
          <ac:chgData name="이유림" userId="c4f7c10e-9591-4e08-8489-adf65147d8f2" providerId="ADAL" clId="{8AEC70D1-FE97-411E-8060-C20F517B440A}" dt="2024-10-08T02:58:17.756" v="21" actId="478"/>
          <ac:grpSpMkLst>
            <pc:docMk/>
            <pc:sldMk cId="2782649627" sldId="272"/>
            <ac:grpSpMk id="31" creationId="{3689EA53-66C2-65FF-76C7-ED79415A0E88}"/>
          </ac:grpSpMkLst>
        </pc:grpChg>
        <pc:grpChg chg="add mod">
          <ac:chgData name="이유림" userId="c4f7c10e-9591-4e08-8489-adf65147d8f2" providerId="ADAL" clId="{8AEC70D1-FE97-411E-8060-C20F517B440A}" dt="2024-10-11T03:59:10.096" v="1343" actId="1076"/>
          <ac:grpSpMkLst>
            <pc:docMk/>
            <pc:sldMk cId="2782649627" sldId="272"/>
            <ac:grpSpMk id="55" creationId="{28C2E46D-2415-4D5F-7D3C-50229E6CBC5D}"/>
          </ac:grpSpMkLst>
        </pc:grpChg>
        <pc:picChg chg="del">
          <ac:chgData name="이유림" userId="c4f7c10e-9591-4e08-8489-adf65147d8f2" providerId="ADAL" clId="{8AEC70D1-FE97-411E-8060-C20F517B440A}" dt="2024-10-08T02:58:17.756" v="21" actId="478"/>
          <ac:picMkLst>
            <pc:docMk/>
            <pc:sldMk cId="2782649627" sldId="272"/>
            <ac:picMk id="10" creationId="{B0CF8AF2-385D-FF3B-DFFD-9828B2C14D71}"/>
          </ac:picMkLst>
        </pc:picChg>
        <pc:picChg chg="del">
          <ac:chgData name="이유림" userId="c4f7c10e-9591-4e08-8489-adf65147d8f2" providerId="ADAL" clId="{8AEC70D1-FE97-411E-8060-C20F517B440A}" dt="2024-10-08T02:58:17.756" v="21" actId="478"/>
          <ac:picMkLst>
            <pc:docMk/>
            <pc:sldMk cId="2782649627" sldId="272"/>
            <ac:picMk id="11" creationId="{3CC0764C-3C7F-BBB7-8B5C-08805E3FA808}"/>
          </ac:picMkLst>
        </pc:picChg>
        <pc:picChg chg="del">
          <ac:chgData name="이유림" userId="c4f7c10e-9591-4e08-8489-adf65147d8f2" providerId="ADAL" clId="{8AEC70D1-FE97-411E-8060-C20F517B440A}" dt="2024-10-08T02:58:17.756" v="21" actId="478"/>
          <ac:picMkLst>
            <pc:docMk/>
            <pc:sldMk cId="2782649627" sldId="272"/>
            <ac:picMk id="13" creationId="{5B8657E4-2C94-A090-0A07-9EB7B857A730}"/>
          </ac:picMkLst>
        </pc:picChg>
        <pc:picChg chg="del">
          <ac:chgData name="이유림" userId="c4f7c10e-9591-4e08-8489-adf65147d8f2" providerId="ADAL" clId="{8AEC70D1-FE97-411E-8060-C20F517B440A}" dt="2024-10-08T02:58:17.756" v="21" actId="478"/>
          <ac:picMkLst>
            <pc:docMk/>
            <pc:sldMk cId="2782649627" sldId="272"/>
            <ac:picMk id="14" creationId="{98520D59-EBAF-4DCF-8CC2-A82246972F32}"/>
          </ac:picMkLst>
        </pc:picChg>
        <pc:picChg chg="del">
          <ac:chgData name="이유림" userId="c4f7c10e-9591-4e08-8489-adf65147d8f2" providerId="ADAL" clId="{8AEC70D1-FE97-411E-8060-C20F517B440A}" dt="2024-10-08T02:58:17.756" v="21" actId="478"/>
          <ac:picMkLst>
            <pc:docMk/>
            <pc:sldMk cId="2782649627" sldId="272"/>
            <ac:picMk id="15" creationId="{81662CE1-8308-14F1-9146-4F57840CC63D}"/>
          </ac:picMkLst>
        </pc:picChg>
        <pc:picChg chg="del">
          <ac:chgData name="이유림" userId="c4f7c10e-9591-4e08-8489-adf65147d8f2" providerId="ADAL" clId="{8AEC70D1-FE97-411E-8060-C20F517B440A}" dt="2024-10-08T02:58:17.756" v="21" actId="478"/>
          <ac:picMkLst>
            <pc:docMk/>
            <pc:sldMk cId="2782649627" sldId="272"/>
            <ac:picMk id="16" creationId="{C83011CF-5061-58A0-6437-514A832A2746}"/>
          </ac:picMkLst>
        </pc:picChg>
        <pc:picChg chg="del">
          <ac:chgData name="이유림" userId="c4f7c10e-9591-4e08-8489-adf65147d8f2" providerId="ADAL" clId="{8AEC70D1-FE97-411E-8060-C20F517B440A}" dt="2024-10-08T02:58:17.756" v="21" actId="478"/>
          <ac:picMkLst>
            <pc:docMk/>
            <pc:sldMk cId="2782649627" sldId="272"/>
            <ac:picMk id="17" creationId="{05499675-D21D-F829-A0EC-4B1F1D392245}"/>
          </ac:picMkLst>
        </pc:picChg>
        <pc:picChg chg="del">
          <ac:chgData name="이유림" userId="c4f7c10e-9591-4e08-8489-adf65147d8f2" providerId="ADAL" clId="{8AEC70D1-FE97-411E-8060-C20F517B440A}" dt="2024-10-08T02:58:17.756" v="21" actId="478"/>
          <ac:picMkLst>
            <pc:docMk/>
            <pc:sldMk cId="2782649627" sldId="272"/>
            <ac:picMk id="18" creationId="{036635F9-B0CD-F314-F8D5-5720C9652D65}"/>
          </ac:picMkLst>
        </pc:picChg>
        <pc:picChg chg="del">
          <ac:chgData name="이유림" userId="c4f7c10e-9591-4e08-8489-adf65147d8f2" providerId="ADAL" clId="{8AEC70D1-FE97-411E-8060-C20F517B440A}" dt="2024-10-08T02:58:17.756" v="21" actId="478"/>
          <ac:picMkLst>
            <pc:docMk/>
            <pc:sldMk cId="2782649627" sldId="272"/>
            <ac:picMk id="19" creationId="{22B984D1-F1B5-0923-8760-EA77542CA025}"/>
          </ac:picMkLst>
        </pc:picChg>
        <pc:picChg chg="del">
          <ac:chgData name="이유림" userId="c4f7c10e-9591-4e08-8489-adf65147d8f2" providerId="ADAL" clId="{8AEC70D1-FE97-411E-8060-C20F517B440A}" dt="2024-10-08T02:58:17.756" v="21" actId="478"/>
          <ac:picMkLst>
            <pc:docMk/>
            <pc:sldMk cId="2782649627" sldId="272"/>
            <ac:picMk id="20" creationId="{FAD3355B-F70D-C9C7-B267-65B5F1B66FC7}"/>
          </ac:picMkLst>
        </pc:picChg>
        <pc:picChg chg="del">
          <ac:chgData name="이유림" userId="c4f7c10e-9591-4e08-8489-adf65147d8f2" providerId="ADAL" clId="{8AEC70D1-FE97-411E-8060-C20F517B440A}" dt="2024-10-08T02:58:17.756" v="21" actId="478"/>
          <ac:picMkLst>
            <pc:docMk/>
            <pc:sldMk cId="2782649627" sldId="272"/>
            <ac:picMk id="21" creationId="{7C3782A9-4398-B412-8130-6318B9168DE5}"/>
          </ac:picMkLst>
        </pc:picChg>
        <pc:picChg chg="del">
          <ac:chgData name="이유림" userId="c4f7c10e-9591-4e08-8489-adf65147d8f2" providerId="ADAL" clId="{8AEC70D1-FE97-411E-8060-C20F517B440A}" dt="2024-10-08T02:58:17.756" v="21" actId="478"/>
          <ac:picMkLst>
            <pc:docMk/>
            <pc:sldMk cId="2782649627" sldId="272"/>
            <ac:picMk id="23" creationId="{61FA996C-FAB9-D028-551E-C8500130D6F8}"/>
          </ac:picMkLst>
        </pc:picChg>
        <pc:picChg chg="del">
          <ac:chgData name="이유림" userId="c4f7c10e-9591-4e08-8489-adf65147d8f2" providerId="ADAL" clId="{8AEC70D1-FE97-411E-8060-C20F517B440A}" dt="2024-10-08T02:58:17.756" v="21" actId="478"/>
          <ac:picMkLst>
            <pc:docMk/>
            <pc:sldMk cId="2782649627" sldId="272"/>
            <ac:picMk id="24" creationId="{C92CAB02-35B4-4176-64D2-D7E32C11C443}"/>
          </ac:picMkLst>
        </pc:picChg>
        <pc:picChg chg="del">
          <ac:chgData name="이유림" userId="c4f7c10e-9591-4e08-8489-adf65147d8f2" providerId="ADAL" clId="{8AEC70D1-FE97-411E-8060-C20F517B440A}" dt="2024-10-08T02:58:17.756" v="21" actId="478"/>
          <ac:picMkLst>
            <pc:docMk/>
            <pc:sldMk cId="2782649627" sldId="272"/>
            <ac:picMk id="25" creationId="{BD6FF95F-D849-9D69-548C-2DFAC1D717D3}"/>
          </ac:picMkLst>
        </pc:picChg>
        <pc:picChg chg="del">
          <ac:chgData name="이유림" userId="c4f7c10e-9591-4e08-8489-adf65147d8f2" providerId="ADAL" clId="{8AEC70D1-FE97-411E-8060-C20F517B440A}" dt="2024-10-08T02:58:17.756" v="21" actId="478"/>
          <ac:picMkLst>
            <pc:docMk/>
            <pc:sldMk cId="2782649627" sldId="272"/>
            <ac:picMk id="26" creationId="{BFD2A524-B049-FB0F-5F85-F13365426579}"/>
          </ac:picMkLst>
        </pc:picChg>
        <pc:picChg chg="del">
          <ac:chgData name="이유림" userId="c4f7c10e-9591-4e08-8489-adf65147d8f2" providerId="ADAL" clId="{8AEC70D1-FE97-411E-8060-C20F517B440A}" dt="2024-10-08T02:58:17.756" v="21" actId="478"/>
          <ac:picMkLst>
            <pc:docMk/>
            <pc:sldMk cId="2782649627" sldId="272"/>
            <ac:picMk id="27" creationId="{244CBF84-8280-5438-E463-F5558A4FFBFE}"/>
          </ac:picMkLst>
        </pc:picChg>
        <pc:picChg chg="del">
          <ac:chgData name="이유림" userId="c4f7c10e-9591-4e08-8489-adf65147d8f2" providerId="ADAL" clId="{8AEC70D1-FE97-411E-8060-C20F517B440A}" dt="2024-10-08T02:58:17.756" v="21" actId="478"/>
          <ac:picMkLst>
            <pc:docMk/>
            <pc:sldMk cId="2782649627" sldId="272"/>
            <ac:picMk id="28" creationId="{EE91AE0D-0E37-66CE-7B32-E75887AE1174}"/>
          </ac:picMkLst>
        </pc:picChg>
        <pc:picChg chg="del">
          <ac:chgData name="이유림" userId="c4f7c10e-9591-4e08-8489-adf65147d8f2" providerId="ADAL" clId="{8AEC70D1-FE97-411E-8060-C20F517B440A}" dt="2024-10-08T02:58:17.756" v="21" actId="478"/>
          <ac:picMkLst>
            <pc:docMk/>
            <pc:sldMk cId="2782649627" sldId="272"/>
            <ac:picMk id="32" creationId="{C4047A25-7072-25BA-D31B-E42A0DB85D89}"/>
          </ac:picMkLst>
        </pc:picChg>
        <pc:picChg chg="mod">
          <ac:chgData name="이유림" userId="c4f7c10e-9591-4e08-8489-adf65147d8f2" providerId="ADAL" clId="{8AEC70D1-FE97-411E-8060-C20F517B440A}" dt="2024-10-08T03:57:19.346" v="201" actId="571"/>
          <ac:picMkLst>
            <pc:docMk/>
            <pc:sldMk cId="2782649627" sldId="272"/>
            <ac:picMk id="35" creationId="{5CB9A3B6-1E51-47E8-852A-1B9945D3D7FA}"/>
          </ac:picMkLst>
        </pc:picChg>
        <pc:picChg chg="mod">
          <ac:chgData name="이유림" userId="c4f7c10e-9591-4e08-8489-adf65147d8f2" providerId="ADAL" clId="{8AEC70D1-FE97-411E-8060-C20F517B440A}" dt="2024-10-08T03:57:19.346" v="201" actId="571"/>
          <ac:picMkLst>
            <pc:docMk/>
            <pc:sldMk cId="2782649627" sldId="272"/>
            <ac:picMk id="36" creationId="{08B537F4-DC54-5E20-4317-28A44E780629}"/>
          </ac:picMkLst>
        </pc:picChg>
        <pc:picChg chg="mod">
          <ac:chgData name="이유림" userId="c4f7c10e-9591-4e08-8489-adf65147d8f2" providerId="ADAL" clId="{8AEC70D1-FE97-411E-8060-C20F517B440A}" dt="2024-10-08T03:57:19.346" v="201" actId="571"/>
          <ac:picMkLst>
            <pc:docMk/>
            <pc:sldMk cId="2782649627" sldId="272"/>
            <ac:picMk id="37" creationId="{C0B1F6C1-8C12-7D87-C37C-EE7FCAB7CCA3}"/>
          </ac:picMkLst>
        </pc:picChg>
        <pc:picChg chg="mod">
          <ac:chgData name="이유림" userId="c4f7c10e-9591-4e08-8489-adf65147d8f2" providerId="ADAL" clId="{8AEC70D1-FE97-411E-8060-C20F517B440A}" dt="2024-10-08T03:57:19.346" v="201" actId="571"/>
          <ac:picMkLst>
            <pc:docMk/>
            <pc:sldMk cId="2782649627" sldId="272"/>
            <ac:picMk id="38" creationId="{8AE42B0D-C0B7-A71B-E9E4-C285FC643922}"/>
          </ac:picMkLst>
        </pc:picChg>
        <pc:picChg chg="mod">
          <ac:chgData name="이유림" userId="c4f7c10e-9591-4e08-8489-adf65147d8f2" providerId="ADAL" clId="{8AEC70D1-FE97-411E-8060-C20F517B440A}" dt="2024-10-08T03:57:19.346" v="201" actId="571"/>
          <ac:picMkLst>
            <pc:docMk/>
            <pc:sldMk cId="2782649627" sldId="272"/>
            <ac:picMk id="39" creationId="{F011B2D6-5D14-E0E3-3797-2301C5EA3BF1}"/>
          </ac:picMkLst>
        </pc:picChg>
        <pc:picChg chg="mod">
          <ac:chgData name="이유림" userId="c4f7c10e-9591-4e08-8489-adf65147d8f2" providerId="ADAL" clId="{8AEC70D1-FE97-411E-8060-C20F517B440A}" dt="2024-10-08T03:57:19.346" v="201" actId="571"/>
          <ac:picMkLst>
            <pc:docMk/>
            <pc:sldMk cId="2782649627" sldId="272"/>
            <ac:picMk id="40" creationId="{5674937C-BF57-0D6F-4A83-82E43D647D74}"/>
          </ac:picMkLst>
        </pc:picChg>
        <pc:picChg chg="mod">
          <ac:chgData name="이유림" userId="c4f7c10e-9591-4e08-8489-adf65147d8f2" providerId="ADAL" clId="{8AEC70D1-FE97-411E-8060-C20F517B440A}" dt="2024-10-08T03:57:19.346" v="201" actId="571"/>
          <ac:picMkLst>
            <pc:docMk/>
            <pc:sldMk cId="2782649627" sldId="272"/>
            <ac:picMk id="41" creationId="{C004FF5B-3DFF-564B-A945-DE6A687968F8}"/>
          </ac:picMkLst>
        </pc:picChg>
        <pc:picChg chg="mod">
          <ac:chgData name="이유림" userId="c4f7c10e-9591-4e08-8489-adf65147d8f2" providerId="ADAL" clId="{8AEC70D1-FE97-411E-8060-C20F517B440A}" dt="2024-10-08T03:57:19.346" v="201" actId="571"/>
          <ac:picMkLst>
            <pc:docMk/>
            <pc:sldMk cId="2782649627" sldId="272"/>
            <ac:picMk id="42" creationId="{A18B3775-E81F-7B44-6048-71979CBFEA1E}"/>
          </ac:picMkLst>
        </pc:picChg>
        <pc:picChg chg="mod">
          <ac:chgData name="이유림" userId="c4f7c10e-9591-4e08-8489-adf65147d8f2" providerId="ADAL" clId="{8AEC70D1-FE97-411E-8060-C20F517B440A}" dt="2024-10-08T03:57:19.346" v="201" actId="571"/>
          <ac:picMkLst>
            <pc:docMk/>
            <pc:sldMk cId="2782649627" sldId="272"/>
            <ac:picMk id="43" creationId="{1E639710-8E2A-9924-56B0-92E0EBB0A0A8}"/>
          </ac:picMkLst>
        </pc:picChg>
        <pc:picChg chg="mod">
          <ac:chgData name="이유림" userId="c4f7c10e-9591-4e08-8489-adf65147d8f2" providerId="ADAL" clId="{8AEC70D1-FE97-411E-8060-C20F517B440A}" dt="2024-10-08T03:57:19.346" v="201" actId="571"/>
          <ac:picMkLst>
            <pc:docMk/>
            <pc:sldMk cId="2782649627" sldId="272"/>
            <ac:picMk id="44" creationId="{0B0D6407-7A27-3BA3-D308-768C331A8EF2}"/>
          </ac:picMkLst>
        </pc:picChg>
        <pc:picChg chg="mod">
          <ac:chgData name="이유림" userId="c4f7c10e-9591-4e08-8489-adf65147d8f2" providerId="ADAL" clId="{8AEC70D1-FE97-411E-8060-C20F517B440A}" dt="2024-10-08T03:57:19.346" v="201" actId="571"/>
          <ac:picMkLst>
            <pc:docMk/>
            <pc:sldMk cId="2782649627" sldId="272"/>
            <ac:picMk id="46" creationId="{3466EE8B-A7CD-1C75-B703-746B08B1D279}"/>
          </ac:picMkLst>
        </pc:picChg>
        <pc:picChg chg="mod">
          <ac:chgData name="이유림" userId="c4f7c10e-9591-4e08-8489-adf65147d8f2" providerId="ADAL" clId="{8AEC70D1-FE97-411E-8060-C20F517B440A}" dt="2024-10-08T03:57:19.346" v="201" actId="571"/>
          <ac:picMkLst>
            <pc:docMk/>
            <pc:sldMk cId="2782649627" sldId="272"/>
            <ac:picMk id="47" creationId="{72E23E99-37A3-4656-034F-E4FADB2327F5}"/>
          </ac:picMkLst>
        </pc:picChg>
        <pc:picChg chg="mod">
          <ac:chgData name="이유림" userId="c4f7c10e-9591-4e08-8489-adf65147d8f2" providerId="ADAL" clId="{8AEC70D1-FE97-411E-8060-C20F517B440A}" dt="2024-10-08T03:57:19.346" v="201" actId="571"/>
          <ac:picMkLst>
            <pc:docMk/>
            <pc:sldMk cId="2782649627" sldId="272"/>
            <ac:picMk id="49" creationId="{B7697BAD-C947-F985-BE09-AC0C275C980D}"/>
          </ac:picMkLst>
        </pc:picChg>
        <pc:picChg chg="mod">
          <ac:chgData name="이유림" userId="c4f7c10e-9591-4e08-8489-adf65147d8f2" providerId="ADAL" clId="{8AEC70D1-FE97-411E-8060-C20F517B440A}" dt="2024-10-08T03:57:19.346" v="201" actId="571"/>
          <ac:picMkLst>
            <pc:docMk/>
            <pc:sldMk cId="2782649627" sldId="272"/>
            <ac:picMk id="51" creationId="{22C87D85-1844-A638-F5B5-0553BB16DC34}"/>
          </ac:picMkLst>
        </pc:picChg>
        <pc:picChg chg="mod">
          <ac:chgData name="이유림" userId="c4f7c10e-9591-4e08-8489-adf65147d8f2" providerId="ADAL" clId="{8AEC70D1-FE97-411E-8060-C20F517B440A}" dt="2024-10-08T03:57:19.346" v="201" actId="571"/>
          <ac:picMkLst>
            <pc:docMk/>
            <pc:sldMk cId="2782649627" sldId="272"/>
            <ac:picMk id="52" creationId="{C549D8ED-4943-BBA9-A0B0-3A340485CFD2}"/>
          </ac:picMkLst>
        </pc:picChg>
        <pc:picChg chg="mod">
          <ac:chgData name="이유림" userId="c4f7c10e-9591-4e08-8489-adf65147d8f2" providerId="ADAL" clId="{8AEC70D1-FE97-411E-8060-C20F517B440A}" dt="2024-10-08T03:57:19.346" v="201" actId="571"/>
          <ac:picMkLst>
            <pc:docMk/>
            <pc:sldMk cId="2782649627" sldId="272"/>
            <ac:picMk id="54" creationId="{9C8D1829-856D-23C1-4455-21E0E312BD1C}"/>
          </ac:picMkLst>
        </pc:picChg>
        <pc:picChg chg="mod">
          <ac:chgData name="이유림" userId="c4f7c10e-9591-4e08-8489-adf65147d8f2" providerId="ADAL" clId="{8AEC70D1-FE97-411E-8060-C20F517B440A}" dt="2024-10-08T06:53:05.892" v="216" actId="571"/>
          <ac:picMkLst>
            <pc:docMk/>
            <pc:sldMk cId="2782649627" sldId="272"/>
            <ac:picMk id="60" creationId="{37D5C822-B0E4-BDFC-CB68-63349C67F0DA}"/>
          </ac:picMkLst>
        </pc:picChg>
        <pc:picChg chg="mod">
          <ac:chgData name="이유림" userId="c4f7c10e-9591-4e08-8489-adf65147d8f2" providerId="ADAL" clId="{8AEC70D1-FE97-411E-8060-C20F517B440A}" dt="2024-10-08T06:53:05.892" v="216" actId="571"/>
          <ac:picMkLst>
            <pc:docMk/>
            <pc:sldMk cId="2782649627" sldId="272"/>
            <ac:picMk id="61" creationId="{66C392C7-D28C-18D1-2675-5DC5EB9D0C79}"/>
          </ac:picMkLst>
        </pc:picChg>
        <pc:picChg chg="add mod">
          <ac:chgData name="이유림" userId="c4f7c10e-9591-4e08-8489-adf65147d8f2" providerId="ADAL" clId="{8AEC70D1-FE97-411E-8060-C20F517B440A}" dt="2024-10-08T03:57:19.346" v="201" actId="571"/>
          <ac:picMkLst>
            <pc:docMk/>
            <pc:sldMk cId="2782649627" sldId="272"/>
            <ac:picMk id="68" creationId="{74329D65-4E3D-8FD4-D908-5ACD8DBEBC03}"/>
          </ac:picMkLst>
        </pc:picChg>
        <pc:picChg chg="add mod">
          <ac:chgData name="이유림" userId="c4f7c10e-9591-4e08-8489-adf65147d8f2" providerId="ADAL" clId="{8AEC70D1-FE97-411E-8060-C20F517B440A}" dt="2024-10-08T06:53:05.892" v="216" actId="571"/>
          <ac:picMkLst>
            <pc:docMk/>
            <pc:sldMk cId="2782649627" sldId="272"/>
            <ac:picMk id="69" creationId="{2F287800-6BF6-D20E-8476-103A781D0124}"/>
          </ac:picMkLst>
        </pc:picChg>
        <pc:cxnChg chg="del">
          <ac:chgData name="이유림" userId="c4f7c10e-9591-4e08-8489-adf65147d8f2" providerId="ADAL" clId="{8AEC70D1-FE97-411E-8060-C20F517B440A}" dt="2024-10-08T02:58:17.756" v="21" actId="478"/>
          <ac:cxnSpMkLst>
            <pc:docMk/>
            <pc:sldMk cId="2782649627" sldId="272"/>
            <ac:cxnSpMk id="9" creationId="{FCFD0500-B41F-62C3-A202-082A4D529AD0}"/>
          </ac:cxnSpMkLst>
        </pc:cxnChg>
        <pc:cxnChg chg="mod">
          <ac:chgData name="이유림" userId="c4f7c10e-9591-4e08-8489-adf65147d8f2" providerId="ADAL" clId="{8AEC70D1-FE97-411E-8060-C20F517B440A}" dt="2024-10-08T03:57:19.346" v="201" actId="571"/>
          <ac:cxnSpMkLst>
            <pc:docMk/>
            <pc:sldMk cId="2782649627" sldId="272"/>
            <ac:cxnSpMk id="34" creationId="{EDFAFD3A-17B9-8A1A-38A5-C59A32E31AEE}"/>
          </ac:cxnSpMkLst>
        </pc:cxnChg>
        <pc:cxnChg chg="mod">
          <ac:chgData name="이유림" userId="c4f7c10e-9591-4e08-8489-adf65147d8f2" providerId="ADAL" clId="{8AEC70D1-FE97-411E-8060-C20F517B440A}" dt="2024-10-08T06:53:15.191" v="217" actId="14100"/>
          <ac:cxnSpMkLst>
            <pc:docMk/>
            <pc:sldMk cId="2782649627" sldId="272"/>
            <ac:cxnSpMk id="59" creationId="{AAA7178D-6F53-F48C-833E-BB2F94774B0E}"/>
          </ac:cxnSpMkLst>
        </pc:cxnChg>
        <pc:cxnChg chg="mod">
          <ac:chgData name="이유림" userId="c4f7c10e-9591-4e08-8489-adf65147d8f2" providerId="ADAL" clId="{8AEC70D1-FE97-411E-8060-C20F517B440A}" dt="2024-10-08T02:58:17.756" v="21" actId="478"/>
          <ac:cxnSpMkLst>
            <pc:docMk/>
            <pc:sldMk cId="2782649627" sldId="272"/>
            <ac:cxnSpMk id="76" creationId="{84E20750-C9A9-DD10-5489-63B15233DE31}"/>
          </ac:cxnSpMkLst>
        </pc:cxnChg>
      </pc:sldChg>
      <pc:sldChg chg="modSp mod">
        <pc:chgData name="이유림" userId="c4f7c10e-9591-4e08-8489-adf65147d8f2" providerId="ADAL" clId="{8AEC70D1-FE97-411E-8060-C20F517B440A}" dt="2024-10-10T06:02:58.234" v="1335" actId="6549"/>
        <pc:sldMkLst>
          <pc:docMk/>
          <pc:sldMk cId="2466279025" sldId="276"/>
        </pc:sldMkLst>
        <pc:spChg chg="mod">
          <ac:chgData name="이유림" userId="c4f7c10e-9591-4e08-8489-adf65147d8f2" providerId="ADAL" clId="{8AEC70D1-FE97-411E-8060-C20F517B440A}" dt="2024-10-08T02:57:41.225" v="12"/>
          <ac:spMkLst>
            <pc:docMk/>
            <pc:sldMk cId="2466279025" sldId="276"/>
            <ac:spMk id="6" creationId="{15141728-A305-8742-8C53-C14A4823EEFE}"/>
          </ac:spMkLst>
        </pc:spChg>
        <pc:spChg chg="mod">
          <ac:chgData name="이유림" userId="c4f7c10e-9591-4e08-8489-adf65147d8f2" providerId="ADAL" clId="{8AEC70D1-FE97-411E-8060-C20F517B440A}" dt="2024-10-10T05:34:17.200" v="1303"/>
          <ac:spMkLst>
            <pc:docMk/>
            <pc:sldMk cId="2466279025" sldId="276"/>
            <ac:spMk id="50" creationId="{EB7D61D9-3C96-5D9A-41EF-E60C8B2AADC2}"/>
          </ac:spMkLst>
        </pc:spChg>
        <pc:spChg chg="mod">
          <ac:chgData name="이유림" userId="c4f7c10e-9591-4e08-8489-adf65147d8f2" providerId="ADAL" clId="{8AEC70D1-FE97-411E-8060-C20F517B440A}" dt="2024-10-10T05:33:25.829" v="1234" actId="21"/>
          <ac:spMkLst>
            <pc:docMk/>
            <pc:sldMk cId="2466279025" sldId="276"/>
            <ac:spMk id="52" creationId="{7D8793DD-5632-37CB-DEFC-F8377686BF83}"/>
          </ac:spMkLst>
        </pc:spChg>
        <pc:spChg chg="mod">
          <ac:chgData name="이유림" userId="c4f7c10e-9591-4e08-8489-adf65147d8f2" providerId="ADAL" clId="{8AEC70D1-FE97-411E-8060-C20F517B440A}" dt="2024-10-10T05:33:29.471" v="1235"/>
          <ac:spMkLst>
            <pc:docMk/>
            <pc:sldMk cId="2466279025" sldId="276"/>
            <ac:spMk id="56" creationId="{E9D28607-B0D6-75A7-47F7-8DD5D3172490}"/>
          </ac:spMkLst>
        </pc:spChg>
        <pc:spChg chg="mod">
          <ac:chgData name="이유림" userId="c4f7c10e-9591-4e08-8489-adf65147d8f2" providerId="ADAL" clId="{8AEC70D1-FE97-411E-8060-C20F517B440A}" dt="2024-10-10T06:02:58.234" v="1335" actId="6549"/>
          <ac:spMkLst>
            <pc:docMk/>
            <pc:sldMk cId="2466279025" sldId="276"/>
            <ac:spMk id="62" creationId="{466C8CC7-48DF-07C9-EB44-354C9684A266}"/>
          </ac:spMkLst>
        </pc:spChg>
        <pc:spChg chg="mod">
          <ac:chgData name="이유림" userId="c4f7c10e-9591-4e08-8489-adf65147d8f2" providerId="ADAL" clId="{8AEC70D1-FE97-411E-8060-C20F517B440A}" dt="2024-10-08T07:23:54.637" v="1165" actId="20577"/>
          <ac:spMkLst>
            <pc:docMk/>
            <pc:sldMk cId="2466279025" sldId="276"/>
            <ac:spMk id="63" creationId="{3D2ABEC0-FE94-A18C-5739-A185A38F80B4}"/>
          </ac:spMkLst>
        </pc:spChg>
        <pc:spChg chg="mod">
          <ac:chgData name="이유림" userId="c4f7c10e-9591-4e08-8489-adf65147d8f2" providerId="ADAL" clId="{8AEC70D1-FE97-411E-8060-C20F517B440A}" dt="2024-10-10T02:05:00.499" v="1195"/>
          <ac:spMkLst>
            <pc:docMk/>
            <pc:sldMk cId="2466279025" sldId="276"/>
            <ac:spMk id="128" creationId="{874908EE-4D1F-DCA1-DAAB-4DF73D622422}"/>
          </ac:spMkLst>
        </pc:spChg>
        <pc:spChg chg="mod">
          <ac:chgData name="이유림" userId="c4f7c10e-9591-4e08-8489-adf65147d8f2" providerId="ADAL" clId="{8AEC70D1-FE97-411E-8060-C20F517B440A}" dt="2024-10-08T07:13:14.214" v="889" actId="20577"/>
          <ac:spMkLst>
            <pc:docMk/>
            <pc:sldMk cId="2466279025" sldId="276"/>
            <ac:spMk id="130" creationId="{EE4C7E90-DA52-1EF3-D8E6-BF09A54A2E18}"/>
          </ac:spMkLst>
        </pc:spChg>
        <pc:spChg chg="mod">
          <ac:chgData name="이유림" userId="c4f7c10e-9591-4e08-8489-adf65147d8f2" providerId="ADAL" clId="{8AEC70D1-FE97-411E-8060-C20F517B440A}" dt="2024-10-08T07:12:55.150" v="877" actId="6549"/>
          <ac:spMkLst>
            <pc:docMk/>
            <pc:sldMk cId="2466279025" sldId="276"/>
            <ac:spMk id="132" creationId="{F30228F8-1758-35D1-B384-D47731624E75}"/>
          </ac:spMkLst>
        </pc:spChg>
        <pc:spChg chg="mod">
          <ac:chgData name="이유림" userId="c4f7c10e-9591-4e08-8489-adf65147d8f2" providerId="ADAL" clId="{8AEC70D1-FE97-411E-8060-C20F517B440A}" dt="2024-10-08T07:19:42.837" v="1001" actId="20577"/>
          <ac:spMkLst>
            <pc:docMk/>
            <pc:sldMk cId="2466279025" sldId="276"/>
            <ac:spMk id="175" creationId="{F0B5C5AF-2CC6-DFB4-28E5-8AEED4ED5327}"/>
          </ac:spMkLst>
        </pc:spChg>
        <pc:spChg chg="mod">
          <ac:chgData name="이유림" userId="c4f7c10e-9591-4e08-8489-adf65147d8f2" providerId="ADAL" clId="{8AEC70D1-FE97-411E-8060-C20F517B440A}" dt="2024-10-08T07:22:01.246" v="1135" actId="20577"/>
          <ac:spMkLst>
            <pc:docMk/>
            <pc:sldMk cId="2466279025" sldId="276"/>
            <ac:spMk id="176" creationId="{BD1BC246-BA7D-3AD7-9AA1-F5C69D1B2C48}"/>
          </ac:spMkLst>
        </pc:spChg>
        <pc:spChg chg="mod">
          <ac:chgData name="이유림" userId="c4f7c10e-9591-4e08-8489-adf65147d8f2" providerId="ADAL" clId="{8AEC70D1-FE97-411E-8060-C20F517B440A}" dt="2024-10-08T07:26:36.885" v="1168" actId="20577"/>
          <ac:spMkLst>
            <pc:docMk/>
            <pc:sldMk cId="2466279025" sldId="276"/>
            <ac:spMk id="178" creationId="{44247B0E-BD32-3F4F-6353-7CD3B7209D74}"/>
          </ac:spMkLst>
        </pc:spChg>
        <pc:grpChg chg="mod">
          <ac:chgData name="이유림" userId="c4f7c10e-9591-4e08-8489-adf65147d8f2" providerId="ADAL" clId="{8AEC70D1-FE97-411E-8060-C20F517B440A}" dt="2024-10-10T05:33:41.817" v="1236" actId="465"/>
          <ac:grpSpMkLst>
            <pc:docMk/>
            <pc:sldMk cId="2466279025" sldId="276"/>
            <ac:grpSpMk id="13" creationId="{E5B56EEC-7D9C-7341-1D3A-14811A5E008A}"/>
          </ac:grpSpMkLst>
        </pc:grpChg>
      </pc:sldChg>
    </pc:docChg>
  </pc:docChgLst>
  <pc:docChgLst>
    <pc:chgData name="유승철" userId="9584054c-e08f-4935-bde6-b53c2dd0dfbc" providerId="ADAL" clId="{6119141F-B568-47F2-9DC7-3C20EADA21DC}"/>
    <pc:docChg chg="undo redo custSel modSld">
      <pc:chgData name="유승철" userId="9584054c-e08f-4935-bde6-b53c2dd0dfbc" providerId="ADAL" clId="{6119141F-B568-47F2-9DC7-3C20EADA21DC}" dt="2022-04-14T06:10:40.006" v="1272" actId="20577"/>
      <pc:docMkLst>
        <pc:docMk/>
      </pc:docMkLst>
      <pc:sldChg chg="modSp mod">
        <pc:chgData name="유승철" userId="9584054c-e08f-4935-bde6-b53c2dd0dfbc" providerId="ADAL" clId="{6119141F-B568-47F2-9DC7-3C20EADA21DC}" dt="2022-04-14T03:06:06.735" v="1208" actId="20577"/>
        <pc:sldMkLst>
          <pc:docMk/>
          <pc:sldMk cId="2782649627" sldId="272"/>
        </pc:sldMkLst>
        <pc:spChg chg="mod">
          <ac:chgData name="유승철" userId="9584054c-e08f-4935-bde6-b53c2dd0dfbc" providerId="ADAL" clId="{6119141F-B568-47F2-9DC7-3C20EADA21DC}" dt="2022-04-14T03:06:06.735" v="1208" actId="20577"/>
          <ac:spMkLst>
            <pc:docMk/>
            <pc:sldMk cId="2782649627" sldId="272"/>
            <ac:spMk id="133" creationId="{8A21F6E4-B1AE-4A5B-ACC5-13C3AA08CA97}"/>
          </ac:spMkLst>
        </pc:spChg>
      </pc:sldChg>
      <pc:sldChg chg="modSp mod">
        <pc:chgData name="유승철" userId="9584054c-e08f-4935-bde6-b53c2dd0dfbc" providerId="ADAL" clId="{6119141F-B568-47F2-9DC7-3C20EADA21DC}" dt="2022-04-14T06:10:40.006" v="1272" actId="20577"/>
        <pc:sldMkLst>
          <pc:docMk/>
          <pc:sldMk cId="2577289479" sldId="275"/>
        </pc:sldMkLst>
        <pc:spChg chg="mod">
          <ac:chgData name="유승철" userId="9584054c-e08f-4935-bde6-b53c2dd0dfbc" providerId="ADAL" clId="{6119141F-B568-47F2-9DC7-3C20EADA21DC}" dt="2022-04-13T05:13:35.859" v="890" actId="313"/>
          <ac:spMkLst>
            <pc:docMk/>
            <pc:sldMk cId="2577289479" sldId="275"/>
            <ac:spMk id="79" creationId="{BBF47C98-D10A-491D-A273-23C33A2AEDCE}"/>
          </ac:spMkLst>
        </pc:spChg>
        <pc:spChg chg="mod">
          <ac:chgData name="유승철" userId="9584054c-e08f-4935-bde6-b53c2dd0dfbc" providerId="ADAL" clId="{6119141F-B568-47F2-9DC7-3C20EADA21DC}" dt="2022-04-13T06:36:57.917" v="1088" actId="20577"/>
          <ac:spMkLst>
            <pc:docMk/>
            <pc:sldMk cId="2577289479" sldId="275"/>
            <ac:spMk id="81" creationId="{4D7D6310-AC13-4B9F-B65B-56B8C08D6243}"/>
          </ac:spMkLst>
        </pc:spChg>
        <pc:spChg chg="mod">
          <ac:chgData name="유승철" userId="9584054c-e08f-4935-bde6-b53c2dd0dfbc" providerId="ADAL" clId="{6119141F-B568-47F2-9DC7-3C20EADA21DC}" dt="2022-04-14T06:10:40.006" v="1272" actId="20577"/>
          <ac:spMkLst>
            <pc:docMk/>
            <pc:sldMk cId="2577289479" sldId="275"/>
            <ac:spMk id="88" creationId="{0259AB9B-B4C1-407B-821B-9077AE7BD0DF}"/>
          </ac:spMkLst>
        </pc:spChg>
        <pc:spChg chg="mod">
          <ac:chgData name="유승철" userId="9584054c-e08f-4935-bde6-b53c2dd0dfbc" providerId="ADAL" clId="{6119141F-B568-47F2-9DC7-3C20EADA21DC}" dt="2022-04-12T04:15:17.729" v="314" actId="20577"/>
          <ac:spMkLst>
            <pc:docMk/>
            <pc:sldMk cId="2577289479" sldId="275"/>
            <ac:spMk id="89" creationId="{32521E4C-E9A7-4AF9-B526-05FB49F6EA03}"/>
          </ac:spMkLst>
        </pc:spChg>
        <pc:spChg chg="mod">
          <ac:chgData name="유승철" userId="9584054c-e08f-4935-bde6-b53c2dd0dfbc" providerId="ADAL" clId="{6119141F-B568-47F2-9DC7-3C20EADA21DC}" dt="2022-04-12T04:19:10.041" v="396" actId="20577"/>
          <ac:spMkLst>
            <pc:docMk/>
            <pc:sldMk cId="2577289479" sldId="275"/>
            <ac:spMk id="90" creationId="{9BB0B01F-3D9B-430E-881D-CD24F48146BE}"/>
          </ac:spMkLst>
        </pc:spChg>
        <pc:spChg chg="mod">
          <ac:chgData name="유승철" userId="9584054c-e08f-4935-bde6-b53c2dd0dfbc" providerId="ADAL" clId="{6119141F-B568-47F2-9DC7-3C20EADA21DC}" dt="2022-04-13T07:52:06.392" v="1126" actId="20577"/>
          <ac:spMkLst>
            <pc:docMk/>
            <pc:sldMk cId="2577289479" sldId="275"/>
            <ac:spMk id="91" creationId="{24378A38-3B33-43E0-B47D-DDDD9B78AAE0}"/>
          </ac:spMkLst>
        </pc:spChg>
        <pc:spChg chg="mod">
          <ac:chgData name="유승철" userId="9584054c-e08f-4935-bde6-b53c2dd0dfbc" providerId="ADAL" clId="{6119141F-B568-47F2-9DC7-3C20EADA21DC}" dt="2022-04-13T04:18:29.106" v="544" actId="20577"/>
          <ac:spMkLst>
            <pc:docMk/>
            <pc:sldMk cId="2577289479" sldId="275"/>
            <ac:spMk id="92" creationId="{500517D8-2248-49CD-9A1C-556A0F698B06}"/>
          </ac:spMkLst>
        </pc:spChg>
        <pc:spChg chg="mod">
          <ac:chgData name="유승철" userId="9584054c-e08f-4935-bde6-b53c2dd0dfbc" providerId="ADAL" clId="{6119141F-B568-47F2-9DC7-3C20EADA21DC}" dt="2022-04-13T05:11:15.022" v="836" actId="20577"/>
          <ac:spMkLst>
            <pc:docMk/>
            <pc:sldMk cId="2577289479" sldId="275"/>
            <ac:spMk id="93" creationId="{679D069E-3B5A-46D6-AD2F-4EBE57FF75B7}"/>
          </ac:spMkLst>
        </pc:spChg>
        <pc:spChg chg="mod">
          <ac:chgData name="유승철" userId="9584054c-e08f-4935-bde6-b53c2dd0dfbc" providerId="ADAL" clId="{6119141F-B568-47F2-9DC7-3C20EADA21DC}" dt="2022-04-13T06:38:06.088" v="1106" actId="20577"/>
          <ac:spMkLst>
            <pc:docMk/>
            <pc:sldMk cId="2577289479" sldId="275"/>
            <ac:spMk id="95" creationId="{11A78C36-1CAB-4A74-9F89-83AA95B48D3B}"/>
          </ac:spMkLst>
        </pc:spChg>
        <pc:spChg chg="mod">
          <ac:chgData name="유승철" userId="9584054c-e08f-4935-bde6-b53c2dd0dfbc" providerId="ADAL" clId="{6119141F-B568-47F2-9DC7-3C20EADA21DC}" dt="2022-04-13T04:15:18.705" v="471" actId="20577"/>
          <ac:spMkLst>
            <pc:docMk/>
            <pc:sldMk cId="2577289479" sldId="275"/>
            <ac:spMk id="97" creationId="{54D1D033-829C-4CDB-9843-B2C6C1FC3915}"/>
          </ac:spMkLst>
        </pc:spChg>
        <pc:spChg chg="mod">
          <ac:chgData name="유승철" userId="9584054c-e08f-4935-bde6-b53c2dd0dfbc" providerId="ADAL" clId="{6119141F-B568-47F2-9DC7-3C20EADA21DC}" dt="2022-04-12T04:07:43.923" v="192" actId="20577"/>
          <ac:spMkLst>
            <pc:docMk/>
            <pc:sldMk cId="2577289479" sldId="275"/>
            <ac:spMk id="103" creationId="{06BD1213-3D78-44D7-BE49-E55DE6628210}"/>
          </ac:spMkLst>
        </pc:spChg>
        <pc:spChg chg="mod">
          <ac:chgData name="유승철" userId="9584054c-e08f-4935-bde6-b53c2dd0dfbc" providerId="ADAL" clId="{6119141F-B568-47F2-9DC7-3C20EADA21DC}" dt="2022-04-12T04:05:55.492" v="128" actId="20577"/>
          <ac:spMkLst>
            <pc:docMk/>
            <pc:sldMk cId="2577289479" sldId="275"/>
            <ac:spMk id="104" creationId="{4D9CEC57-6FED-46D0-8410-D67C419BEF25}"/>
          </ac:spMkLst>
        </pc:spChg>
        <pc:spChg chg="mod">
          <ac:chgData name="유승철" userId="9584054c-e08f-4935-bde6-b53c2dd0dfbc" providerId="ADAL" clId="{6119141F-B568-47F2-9DC7-3C20EADA21DC}" dt="2022-04-13T07:55:12.791" v="1193" actId="20577"/>
          <ac:spMkLst>
            <pc:docMk/>
            <pc:sldMk cId="2577289479" sldId="275"/>
            <ac:spMk id="106" creationId="{EB20EABD-4B62-4E0C-87A0-FE1C2966E45A}"/>
          </ac:spMkLst>
        </pc:spChg>
        <pc:spChg chg="mod">
          <ac:chgData name="유승철" userId="9584054c-e08f-4935-bde6-b53c2dd0dfbc" providerId="ADAL" clId="{6119141F-B568-47F2-9DC7-3C20EADA21DC}" dt="2022-04-13T04:19:36.254" v="576" actId="20577"/>
          <ac:spMkLst>
            <pc:docMk/>
            <pc:sldMk cId="2577289479" sldId="275"/>
            <ac:spMk id="108" creationId="{36CDA127-5AE9-43B1-A61D-7283F1F8720B}"/>
          </ac:spMkLst>
        </pc:spChg>
      </pc:sldChg>
    </pc:docChg>
  </pc:docChgLst>
  <pc:docChgLst>
    <pc:chgData name="김예은" userId="6526923f-0c52-4639-9dbd-0f483d8fd367" providerId="ADAL" clId="{4C5DFB7D-89B3-4E6A-822D-6F0583D5B04F}"/>
    <pc:docChg chg="modSld">
      <pc:chgData name="김예은" userId="6526923f-0c52-4639-9dbd-0f483d8fd367" providerId="ADAL" clId="{4C5DFB7D-89B3-4E6A-822D-6F0583D5B04F}" dt="2023-01-10T07:06:54.390" v="270" actId="20577"/>
      <pc:docMkLst>
        <pc:docMk/>
      </pc:docMkLst>
      <pc:sldChg chg="modSp mod">
        <pc:chgData name="김예은" userId="6526923f-0c52-4639-9dbd-0f483d8fd367" providerId="ADAL" clId="{4C5DFB7D-89B3-4E6A-822D-6F0583D5B04F}" dt="2023-01-10T07:03:18.558" v="260" actId="20577"/>
        <pc:sldMkLst>
          <pc:docMk/>
          <pc:sldMk cId="2782649627" sldId="272"/>
        </pc:sldMkLst>
        <pc:spChg chg="mod">
          <ac:chgData name="김예은" userId="6526923f-0c52-4639-9dbd-0f483d8fd367" providerId="ADAL" clId="{4C5DFB7D-89B3-4E6A-822D-6F0583D5B04F}" dt="2023-01-10T07:01:01.390" v="238" actId="20577"/>
          <ac:spMkLst>
            <pc:docMk/>
            <pc:sldMk cId="2782649627" sldId="272"/>
            <ac:spMk id="4" creationId="{9D58376D-1425-5DF3-2E0B-DB49C470CB01}"/>
          </ac:spMkLst>
        </pc:spChg>
        <pc:spChg chg="mod">
          <ac:chgData name="김예은" userId="6526923f-0c52-4639-9dbd-0f483d8fd367" providerId="ADAL" clId="{4C5DFB7D-89B3-4E6A-822D-6F0583D5B04F}" dt="2023-01-10T07:03:18.558" v="260" actId="20577"/>
          <ac:spMkLst>
            <pc:docMk/>
            <pc:sldMk cId="2782649627" sldId="272"/>
            <ac:spMk id="43" creationId="{C9F3FC9C-AED9-24A5-C961-0638DB2F5480}"/>
          </ac:spMkLst>
        </pc:spChg>
      </pc:sldChg>
      <pc:sldChg chg="modSp mod">
        <pc:chgData name="김예은" userId="6526923f-0c52-4639-9dbd-0f483d8fd367" providerId="ADAL" clId="{4C5DFB7D-89B3-4E6A-822D-6F0583D5B04F}" dt="2023-01-10T07:06:54.390" v="270" actId="20577"/>
        <pc:sldMkLst>
          <pc:docMk/>
          <pc:sldMk cId="2466279025" sldId="276"/>
        </pc:sldMkLst>
        <pc:spChg chg="mod">
          <ac:chgData name="김예은" userId="6526923f-0c52-4639-9dbd-0f483d8fd367" providerId="ADAL" clId="{4C5DFB7D-89B3-4E6A-822D-6F0583D5B04F}" dt="2023-01-10T07:06:54.390" v="270" actId="20577"/>
          <ac:spMkLst>
            <pc:docMk/>
            <pc:sldMk cId="2466279025" sldId="276"/>
            <ac:spMk id="111" creationId="{9B3FAADE-62CB-1627-946C-00DA9E3E4BA6}"/>
          </ac:spMkLst>
        </pc:spChg>
        <pc:spChg chg="mod">
          <ac:chgData name="김예은" userId="6526923f-0c52-4639-9dbd-0f483d8fd367" providerId="ADAL" clId="{4C5DFB7D-89B3-4E6A-822D-6F0583D5B04F}" dt="2023-01-10T06:59:45.126" v="226" actId="20577"/>
          <ac:spMkLst>
            <pc:docMk/>
            <pc:sldMk cId="2466279025" sldId="276"/>
            <ac:spMk id="113" creationId="{753130E7-0351-2A00-B06C-90BD547323AA}"/>
          </ac:spMkLst>
        </pc:spChg>
        <pc:spChg chg="mod">
          <ac:chgData name="김예은" userId="6526923f-0c52-4639-9dbd-0f483d8fd367" providerId="ADAL" clId="{4C5DFB7D-89B3-4E6A-822D-6F0583D5B04F}" dt="2023-01-10T06:49:48.335" v="161" actId="20577"/>
          <ac:spMkLst>
            <pc:docMk/>
            <pc:sldMk cId="2466279025" sldId="276"/>
            <ac:spMk id="121" creationId="{E8AAF436-41E0-1722-D754-8C8CE6B717A7}"/>
          </ac:spMkLst>
        </pc:spChg>
        <pc:spChg chg="mod">
          <ac:chgData name="김예은" userId="6526923f-0c52-4639-9dbd-0f483d8fd367" providerId="ADAL" clId="{4C5DFB7D-89B3-4E6A-822D-6F0583D5B04F}" dt="2023-01-10T06:49:20.367" v="150" actId="20577"/>
          <ac:spMkLst>
            <pc:docMk/>
            <pc:sldMk cId="2466279025" sldId="276"/>
            <ac:spMk id="123" creationId="{6B612028-15B8-793C-4BDE-D794BBB28331}"/>
          </ac:spMkLst>
        </pc:spChg>
        <pc:spChg chg="mod">
          <ac:chgData name="김예은" userId="6526923f-0c52-4639-9dbd-0f483d8fd367" providerId="ADAL" clId="{4C5DFB7D-89B3-4E6A-822D-6F0583D5B04F}" dt="2023-01-10T06:48:45.942" v="141" actId="20577"/>
          <ac:spMkLst>
            <pc:docMk/>
            <pc:sldMk cId="2466279025" sldId="276"/>
            <ac:spMk id="125" creationId="{660657B5-9A52-4E96-6F5F-31FA2250C947}"/>
          </ac:spMkLst>
        </pc:spChg>
        <pc:spChg chg="mod">
          <ac:chgData name="김예은" userId="6526923f-0c52-4639-9dbd-0f483d8fd367" providerId="ADAL" clId="{4C5DFB7D-89B3-4E6A-822D-6F0583D5B04F}" dt="2023-01-10T06:47:52.127" v="135" actId="20577"/>
          <ac:spMkLst>
            <pc:docMk/>
            <pc:sldMk cId="2466279025" sldId="276"/>
            <ac:spMk id="127" creationId="{E61DF555-0E6D-8ECB-0C8A-9D60C3F72825}"/>
          </ac:spMkLst>
        </pc:spChg>
      </pc:sldChg>
    </pc:docChg>
  </pc:docChgLst>
  <pc:docChgLst>
    <pc:chgData name="유승철" userId="9584054c-e08f-4935-bde6-b53c2dd0dfbc" providerId="ADAL" clId="{B59E5870-AF7A-497D-8441-A9F3F0AECE95}"/>
    <pc:docChg chg="undo custSel modSld">
      <pc:chgData name="유승철" userId="9584054c-e08f-4935-bde6-b53c2dd0dfbc" providerId="ADAL" clId="{B59E5870-AF7A-497D-8441-A9F3F0AECE95}" dt="2022-05-13T03:30:31.242" v="233" actId="20577"/>
      <pc:docMkLst>
        <pc:docMk/>
      </pc:docMkLst>
      <pc:sldChg chg="addSp delSp modSp mod">
        <pc:chgData name="유승철" userId="9584054c-e08f-4935-bde6-b53c2dd0dfbc" providerId="ADAL" clId="{B59E5870-AF7A-497D-8441-A9F3F0AECE95}" dt="2022-05-12T06:01:51.171" v="90" actId="20577"/>
        <pc:sldMkLst>
          <pc:docMk/>
          <pc:sldMk cId="2782649627" sldId="272"/>
        </pc:sldMkLst>
        <pc:spChg chg="mod topLvl">
          <ac:chgData name="유승철" userId="9584054c-e08f-4935-bde6-b53c2dd0dfbc" providerId="ADAL" clId="{B59E5870-AF7A-497D-8441-A9F3F0AECE95}" dt="2022-05-11T06:02:25.699" v="2" actId="165"/>
          <ac:spMkLst>
            <pc:docMk/>
            <pc:sldMk cId="2782649627" sldId="272"/>
            <ac:spMk id="47" creationId="{DBBC2B04-4085-B1BF-8DA8-8B0E4A245AF6}"/>
          </ac:spMkLst>
        </pc:spChg>
        <pc:spChg chg="mod topLvl">
          <ac:chgData name="유승철" userId="9584054c-e08f-4935-bde6-b53c2dd0dfbc" providerId="ADAL" clId="{B59E5870-AF7A-497D-8441-A9F3F0AECE95}" dt="2022-05-11T06:02:25.699" v="2" actId="165"/>
          <ac:spMkLst>
            <pc:docMk/>
            <pc:sldMk cId="2782649627" sldId="272"/>
            <ac:spMk id="48" creationId="{2341C877-147F-361F-934D-9200325E5390}"/>
          </ac:spMkLst>
        </pc:spChg>
        <pc:spChg chg="mod topLvl">
          <ac:chgData name="유승철" userId="9584054c-e08f-4935-bde6-b53c2dd0dfbc" providerId="ADAL" clId="{B59E5870-AF7A-497D-8441-A9F3F0AECE95}" dt="2022-05-11T06:02:29.046" v="3" actId="164"/>
          <ac:spMkLst>
            <pc:docMk/>
            <pc:sldMk cId="2782649627" sldId="272"/>
            <ac:spMk id="62" creationId="{1321BA7F-4BAB-1E32-5A4D-A68F396DD844}"/>
          </ac:spMkLst>
        </pc:spChg>
        <pc:spChg chg="mod topLvl">
          <ac:chgData name="유승철" userId="9584054c-e08f-4935-bde6-b53c2dd0dfbc" providerId="ADAL" clId="{B59E5870-AF7A-497D-8441-A9F3F0AECE95}" dt="2022-05-11T06:02:29.046" v="3" actId="164"/>
          <ac:spMkLst>
            <pc:docMk/>
            <pc:sldMk cId="2782649627" sldId="272"/>
            <ac:spMk id="63" creationId="{4D4D11D8-821C-E867-9E5D-0C18BB393997}"/>
          </ac:spMkLst>
        </pc:spChg>
        <pc:spChg chg="mod">
          <ac:chgData name="유승철" userId="9584054c-e08f-4935-bde6-b53c2dd0dfbc" providerId="ADAL" clId="{B59E5870-AF7A-497D-8441-A9F3F0AECE95}" dt="2022-05-12T06:01:51.171" v="90" actId="20577"/>
          <ac:spMkLst>
            <pc:docMk/>
            <pc:sldMk cId="2782649627" sldId="272"/>
            <ac:spMk id="133" creationId="{8A21F6E4-B1AE-4A5B-ACC5-13C3AA08CA97}"/>
          </ac:spMkLst>
        </pc:spChg>
        <pc:grpChg chg="add mod">
          <ac:chgData name="유승철" userId="9584054c-e08f-4935-bde6-b53c2dd0dfbc" providerId="ADAL" clId="{B59E5870-AF7A-497D-8441-A9F3F0AECE95}" dt="2022-05-11T06:02:33.146" v="13" actId="1035"/>
          <ac:grpSpMkLst>
            <pc:docMk/>
            <pc:sldMk cId="2782649627" sldId="272"/>
            <ac:grpSpMk id="4" creationId="{87663A86-FAF3-C620-85AF-B38DB18BF7FC}"/>
          </ac:grpSpMkLst>
        </pc:grpChg>
        <pc:grpChg chg="del">
          <ac:chgData name="유승철" userId="9584054c-e08f-4935-bde6-b53c2dd0dfbc" providerId="ADAL" clId="{B59E5870-AF7A-497D-8441-A9F3F0AECE95}" dt="2022-05-11T06:02:25.699" v="2" actId="165"/>
          <ac:grpSpMkLst>
            <pc:docMk/>
            <pc:sldMk cId="2782649627" sldId="272"/>
            <ac:grpSpMk id="46" creationId="{CDF60D91-4094-1FCD-340F-C7B2E53C7C0A}"/>
          </ac:grpSpMkLst>
        </pc:grpChg>
        <pc:picChg chg="del mod topLvl">
          <ac:chgData name="유승철" userId="9584054c-e08f-4935-bde6-b53c2dd0dfbc" providerId="ADAL" clId="{B59E5870-AF7A-497D-8441-A9F3F0AECE95}" dt="2022-05-11T06:02:56.469" v="27" actId="478"/>
          <ac:picMkLst>
            <pc:docMk/>
            <pc:sldMk cId="2782649627" sldId="272"/>
            <ac:picMk id="50" creationId="{46ED32AC-503B-701B-F033-2207CDA18367}"/>
          </ac:picMkLst>
        </pc:picChg>
        <pc:picChg chg="mod topLvl">
          <ac:chgData name="유승철" userId="9584054c-e08f-4935-bde6-b53c2dd0dfbc" providerId="ADAL" clId="{B59E5870-AF7A-497D-8441-A9F3F0AECE95}" dt="2022-05-11T06:03:34.902" v="89" actId="1036"/>
          <ac:picMkLst>
            <pc:docMk/>
            <pc:sldMk cId="2782649627" sldId="272"/>
            <ac:picMk id="51" creationId="{103CCDF0-CA10-A6C7-A351-DA7B3B6F724E}"/>
          </ac:picMkLst>
        </pc:picChg>
        <pc:picChg chg="mod topLvl">
          <ac:chgData name="유승철" userId="9584054c-e08f-4935-bde6-b53c2dd0dfbc" providerId="ADAL" clId="{B59E5870-AF7A-497D-8441-A9F3F0AECE95}" dt="2022-05-11T06:03:34.902" v="89" actId="1036"/>
          <ac:picMkLst>
            <pc:docMk/>
            <pc:sldMk cId="2782649627" sldId="272"/>
            <ac:picMk id="52" creationId="{99CFF34F-D97F-2EA9-F3E4-839C4BFAF7F5}"/>
          </ac:picMkLst>
        </pc:picChg>
        <pc:picChg chg="mod topLvl">
          <ac:chgData name="유승철" userId="9584054c-e08f-4935-bde6-b53c2dd0dfbc" providerId="ADAL" clId="{B59E5870-AF7A-497D-8441-A9F3F0AECE95}" dt="2022-05-11T06:02:25.699" v="2" actId="165"/>
          <ac:picMkLst>
            <pc:docMk/>
            <pc:sldMk cId="2782649627" sldId="272"/>
            <ac:picMk id="54" creationId="{B36BE8D0-CBE5-5C07-BBF0-5F006CAB7F99}"/>
          </ac:picMkLst>
        </pc:picChg>
        <pc:picChg chg="mod topLvl">
          <ac:chgData name="유승철" userId="9584054c-e08f-4935-bde6-b53c2dd0dfbc" providerId="ADAL" clId="{B59E5870-AF7A-497D-8441-A9F3F0AECE95}" dt="2022-05-11T06:03:13.558" v="56" actId="1035"/>
          <ac:picMkLst>
            <pc:docMk/>
            <pc:sldMk cId="2782649627" sldId="272"/>
            <ac:picMk id="55" creationId="{C848817B-2C82-C923-B9FF-D6BE669669FA}"/>
          </ac:picMkLst>
        </pc:picChg>
        <pc:picChg chg="mod topLvl">
          <ac:chgData name="유승철" userId="9584054c-e08f-4935-bde6-b53c2dd0dfbc" providerId="ADAL" clId="{B59E5870-AF7A-497D-8441-A9F3F0AECE95}" dt="2022-05-11T06:03:30.486" v="85" actId="1036"/>
          <ac:picMkLst>
            <pc:docMk/>
            <pc:sldMk cId="2782649627" sldId="272"/>
            <ac:picMk id="56" creationId="{5FCCA029-208B-7B87-6BD2-654F4337B71F}"/>
          </ac:picMkLst>
        </pc:picChg>
        <pc:picChg chg="mod topLvl">
          <ac:chgData name="유승철" userId="9584054c-e08f-4935-bde6-b53c2dd0dfbc" providerId="ADAL" clId="{B59E5870-AF7A-497D-8441-A9F3F0AECE95}" dt="2022-05-11T06:03:34.902" v="89" actId="1036"/>
          <ac:picMkLst>
            <pc:docMk/>
            <pc:sldMk cId="2782649627" sldId="272"/>
            <ac:picMk id="57" creationId="{AC80F8AF-2F49-4474-3E0F-5E690A2E2A01}"/>
          </ac:picMkLst>
        </pc:picChg>
        <pc:picChg chg="mod topLvl">
          <ac:chgData name="유승철" userId="9584054c-e08f-4935-bde6-b53c2dd0dfbc" providerId="ADAL" clId="{B59E5870-AF7A-497D-8441-A9F3F0AECE95}" dt="2022-05-11T06:03:29.161" v="84" actId="1035"/>
          <ac:picMkLst>
            <pc:docMk/>
            <pc:sldMk cId="2782649627" sldId="272"/>
            <ac:picMk id="58" creationId="{F715ACF0-CCBE-0184-FF09-7625215708D1}"/>
          </ac:picMkLst>
        </pc:picChg>
        <pc:picChg chg="mod topLvl">
          <ac:chgData name="유승철" userId="9584054c-e08f-4935-bde6-b53c2dd0dfbc" providerId="ADAL" clId="{B59E5870-AF7A-497D-8441-A9F3F0AECE95}" dt="2022-05-11T06:02:25.699" v="2" actId="165"/>
          <ac:picMkLst>
            <pc:docMk/>
            <pc:sldMk cId="2782649627" sldId="272"/>
            <ac:picMk id="59" creationId="{42271B7C-CB4B-BE3B-D6EF-9E3892F037B5}"/>
          </ac:picMkLst>
        </pc:picChg>
        <pc:picChg chg="mod topLvl">
          <ac:chgData name="유승철" userId="9584054c-e08f-4935-bde6-b53c2dd0dfbc" providerId="ADAL" clId="{B59E5870-AF7A-497D-8441-A9F3F0AECE95}" dt="2022-05-11T06:03:09.302" v="49" actId="1035"/>
          <ac:picMkLst>
            <pc:docMk/>
            <pc:sldMk cId="2782649627" sldId="272"/>
            <ac:picMk id="60" creationId="{625FC229-AF10-B4E2-71A9-B44DB785C6EE}"/>
          </ac:picMkLst>
        </pc:picChg>
        <pc:picChg chg="mod topLvl">
          <ac:chgData name="유승철" userId="9584054c-e08f-4935-bde6-b53c2dd0dfbc" providerId="ADAL" clId="{B59E5870-AF7A-497D-8441-A9F3F0AECE95}" dt="2022-05-11T06:03:06.863" v="48" actId="1037"/>
          <ac:picMkLst>
            <pc:docMk/>
            <pc:sldMk cId="2782649627" sldId="272"/>
            <ac:picMk id="61" creationId="{B754FCCC-7679-4855-0AFD-65043485E31F}"/>
          </ac:picMkLst>
        </pc:picChg>
        <pc:picChg chg="mod topLvl">
          <ac:chgData name="유승철" userId="9584054c-e08f-4935-bde6-b53c2dd0dfbc" providerId="ADAL" clId="{B59E5870-AF7A-497D-8441-A9F3F0AECE95}" dt="2022-05-11T06:02:29.046" v="3" actId="164"/>
          <ac:picMkLst>
            <pc:docMk/>
            <pc:sldMk cId="2782649627" sldId="272"/>
            <ac:picMk id="65" creationId="{656AC807-B504-43F7-94F6-D63F31E4A005}"/>
          </ac:picMkLst>
        </pc:picChg>
        <pc:picChg chg="mod topLvl">
          <ac:chgData name="유승철" userId="9584054c-e08f-4935-bde6-b53c2dd0dfbc" providerId="ADAL" clId="{B59E5870-AF7A-497D-8441-A9F3F0AECE95}" dt="2022-05-11T06:02:29.046" v="3" actId="164"/>
          <ac:picMkLst>
            <pc:docMk/>
            <pc:sldMk cId="2782649627" sldId="272"/>
            <ac:picMk id="66" creationId="{F728967B-279A-2A5C-F95D-1776005BC283}"/>
          </ac:picMkLst>
        </pc:picChg>
        <pc:picChg chg="mod topLvl">
          <ac:chgData name="유승철" userId="9584054c-e08f-4935-bde6-b53c2dd0dfbc" providerId="ADAL" clId="{B59E5870-AF7A-497D-8441-A9F3F0AECE95}" dt="2022-05-11T06:02:29.046" v="3" actId="164"/>
          <ac:picMkLst>
            <pc:docMk/>
            <pc:sldMk cId="2782649627" sldId="272"/>
            <ac:picMk id="67" creationId="{6F631154-1BD0-4EAA-F85F-E6997F9B2360}"/>
          </ac:picMkLst>
        </pc:picChg>
        <pc:picChg chg="mod topLvl">
          <ac:chgData name="유승철" userId="9584054c-e08f-4935-bde6-b53c2dd0dfbc" providerId="ADAL" clId="{B59E5870-AF7A-497D-8441-A9F3F0AECE95}" dt="2022-05-11T06:03:17.318" v="65" actId="1036"/>
          <ac:picMkLst>
            <pc:docMk/>
            <pc:sldMk cId="2782649627" sldId="272"/>
            <ac:picMk id="68" creationId="{75F65C0A-B4A1-89BE-9409-A6425F1348FD}"/>
          </ac:picMkLst>
        </pc:picChg>
        <pc:picChg chg="mod topLvl">
          <ac:chgData name="유승철" userId="9584054c-e08f-4935-bde6-b53c2dd0dfbc" providerId="ADAL" clId="{B59E5870-AF7A-497D-8441-A9F3F0AECE95}" dt="2022-05-11T06:03:18.950" v="67" actId="1036"/>
          <ac:picMkLst>
            <pc:docMk/>
            <pc:sldMk cId="2782649627" sldId="272"/>
            <ac:picMk id="69" creationId="{D335652E-2B8D-E67B-9401-CC43CF83EB75}"/>
          </ac:picMkLst>
        </pc:picChg>
        <pc:picChg chg="mod topLvl">
          <ac:chgData name="유승철" userId="9584054c-e08f-4935-bde6-b53c2dd0dfbc" providerId="ADAL" clId="{B59E5870-AF7A-497D-8441-A9F3F0AECE95}" dt="2022-05-11T06:03:34.902" v="89" actId="1036"/>
          <ac:picMkLst>
            <pc:docMk/>
            <pc:sldMk cId="2782649627" sldId="272"/>
            <ac:picMk id="70" creationId="{C6432340-63F6-37BF-A57D-CF0CD7BE63A4}"/>
          </ac:picMkLst>
        </pc:picChg>
        <pc:picChg chg="mod topLvl">
          <ac:chgData name="유승철" userId="9584054c-e08f-4935-bde6-b53c2dd0dfbc" providerId="ADAL" clId="{B59E5870-AF7A-497D-8441-A9F3F0AECE95}" dt="2022-05-11T06:02:29.046" v="3" actId="164"/>
          <ac:picMkLst>
            <pc:docMk/>
            <pc:sldMk cId="2782649627" sldId="272"/>
            <ac:picMk id="71" creationId="{4436FBBC-CC0B-BDED-F1BE-E72C9F8CC730}"/>
          </ac:picMkLst>
        </pc:picChg>
        <pc:cxnChg chg="mod topLvl">
          <ac:chgData name="유승철" userId="9584054c-e08f-4935-bde6-b53c2dd0dfbc" providerId="ADAL" clId="{B59E5870-AF7A-497D-8441-A9F3F0AECE95}" dt="2022-05-11T06:02:46.823" v="14" actId="14100"/>
          <ac:cxnSpMkLst>
            <pc:docMk/>
            <pc:sldMk cId="2782649627" sldId="272"/>
            <ac:cxnSpMk id="49" creationId="{8E78E3E6-3CCC-69F2-B579-35D1F299519F}"/>
          </ac:cxnSpMkLst>
        </pc:cxnChg>
        <pc:cxnChg chg="mod topLvl">
          <ac:chgData name="유승철" userId="9584054c-e08f-4935-bde6-b53c2dd0dfbc" providerId="ADAL" clId="{B59E5870-AF7A-497D-8441-A9F3F0AECE95}" dt="2022-05-11T06:02:29.046" v="3" actId="164"/>
          <ac:cxnSpMkLst>
            <pc:docMk/>
            <pc:sldMk cId="2782649627" sldId="272"/>
            <ac:cxnSpMk id="64" creationId="{8ED83901-03CD-41CB-C0AF-6514F62118F9}"/>
          </ac:cxnSpMkLst>
        </pc:cxnChg>
      </pc:sldChg>
      <pc:sldChg chg="modSp mod">
        <pc:chgData name="유승철" userId="9584054c-e08f-4935-bde6-b53c2dd0dfbc" providerId="ADAL" clId="{B59E5870-AF7A-497D-8441-A9F3F0AECE95}" dt="2022-05-13T03:30:31.242" v="233" actId="20577"/>
        <pc:sldMkLst>
          <pc:docMk/>
          <pc:sldMk cId="2577289479" sldId="275"/>
        </pc:sldMkLst>
        <pc:spChg chg="mod">
          <ac:chgData name="유승철" userId="9584054c-e08f-4935-bde6-b53c2dd0dfbc" providerId="ADAL" clId="{B59E5870-AF7A-497D-8441-A9F3F0AECE95}" dt="2022-05-13T03:27:04.144" v="149" actId="20577"/>
          <ac:spMkLst>
            <pc:docMk/>
            <pc:sldMk cId="2577289479" sldId="275"/>
            <ac:spMk id="58" creationId="{8C0A51D8-CFCA-FCCD-7BBA-CA465DDA4EB2}"/>
          </ac:spMkLst>
        </pc:spChg>
        <pc:spChg chg="mod">
          <ac:chgData name="유승철" userId="9584054c-e08f-4935-bde6-b53c2dd0dfbc" providerId="ADAL" clId="{B59E5870-AF7A-497D-8441-A9F3F0AECE95}" dt="2022-05-13T03:30:31.242" v="233" actId="20577"/>
          <ac:spMkLst>
            <pc:docMk/>
            <pc:sldMk cId="2577289479" sldId="275"/>
            <ac:spMk id="59" creationId="{E630B651-393D-37CD-A1B1-6F69EAD2B113}"/>
          </ac:spMkLst>
        </pc:spChg>
      </pc:sldChg>
    </pc:docChg>
  </pc:docChgLst>
  <pc:docChgLst>
    <pc:chgData name="김예은" userId="6526923f-0c52-4639-9dbd-0f483d8fd367" providerId="ADAL" clId="{AFAA7054-6342-4854-A3DB-1844F8C1147D}"/>
    <pc:docChg chg="undo custSel modSld">
      <pc:chgData name="김예은" userId="6526923f-0c52-4639-9dbd-0f483d8fd367" providerId="ADAL" clId="{AFAA7054-6342-4854-A3DB-1844F8C1147D}" dt="2024-01-03T05:29:03.584" v="438" actId="20577"/>
      <pc:docMkLst>
        <pc:docMk/>
      </pc:docMkLst>
      <pc:sldChg chg="modSp mod">
        <pc:chgData name="김예은" userId="6526923f-0c52-4639-9dbd-0f483d8fd367" providerId="ADAL" clId="{AFAA7054-6342-4854-A3DB-1844F8C1147D}" dt="2024-01-03T05:26:43.852" v="409" actId="20577"/>
        <pc:sldMkLst>
          <pc:docMk/>
          <pc:sldMk cId="2782649627" sldId="272"/>
        </pc:sldMkLst>
        <pc:spChg chg="mod">
          <ac:chgData name="김예은" userId="6526923f-0c52-4639-9dbd-0f483d8fd367" providerId="ADAL" clId="{AFAA7054-6342-4854-A3DB-1844F8C1147D}" dt="2024-01-03T05:26:07.218" v="405" actId="20577"/>
          <ac:spMkLst>
            <pc:docMk/>
            <pc:sldMk cId="2782649627" sldId="272"/>
            <ac:spMk id="68" creationId="{CBD40B4C-52A5-E9F0-844B-36A548C349CC}"/>
          </ac:spMkLst>
        </pc:spChg>
        <pc:spChg chg="mod">
          <ac:chgData name="김예은" userId="6526923f-0c52-4639-9dbd-0f483d8fd367" providerId="ADAL" clId="{AFAA7054-6342-4854-A3DB-1844F8C1147D}" dt="2024-01-03T05:26:43.852" v="409" actId="20577"/>
          <ac:spMkLst>
            <pc:docMk/>
            <pc:sldMk cId="2782649627" sldId="272"/>
            <ac:spMk id="89" creationId="{46A5A29E-5832-0BEB-ACE4-F033347B5977}"/>
          </ac:spMkLst>
        </pc:spChg>
      </pc:sldChg>
      <pc:sldChg chg="modSp mod">
        <pc:chgData name="김예은" userId="6526923f-0c52-4639-9dbd-0f483d8fd367" providerId="ADAL" clId="{AFAA7054-6342-4854-A3DB-1844F8C1147D}" dt="2024-01-03T05:29:03.584" v="438" actId="20577"/>
        <pc:sldMkLst>
          <pc:docMk/>
          <pc:sldMk cId="2466279025" sldId="276"/>
        </pc:sldMkLst>
        <pc:spChg chg="mod">
          <ac:chgData name="김예은" userId="6526923f-0c52-4639-9dbd-0f483d8fd367" providerId="ADAL" clId="{AFAA7054-6342-4854-A3DB-1844F8C1147D}" dt="2024-01-03T05:28:20.705" v="417" actId="20577"/>
          <ac:spMkLst>
            <pc:docMk/>
            <pc:sldMk cId="2466279025" sldId="276"/>
            <ac:spMk id="50" creationId="{EB7D61D9-3C96-5D9A-41EF-E60C8B2AADC2}"/>
          </ac:spMkLst>
        </pc:spChg>
        <pc:spChg chg="mod">
          <ac:chgData name="김예은" userId="6526923f-0c52-4639-9dbd-0f483d8fd367" providerId="ADAL" clId="{AFAA7054-6342-4854-A3DB-1844F8C1147D}" dt="2024-01-03T05:25:05.468" v="377" actId="20577"/>
          <ac:spMkLst>
            <pc:docMk/>
            <pc:sldMk cId="2466279025" sldId="276"/>
            <ac:spMk id="52" creationId="{7D8793DD-5632-37CB-DEFC-F8377686BF83}"/>
          </ac:spMkLst>
        </pc:spChg>
        <pc:spChg chg="mod">
          <ac:chgData name="김예은" userId="6526923f-0c52-4639-9dbd-0f483d8fd367" providerId="ADAL" clId="{AFAA7054-6342-4854-A3DB-1844F8C1147D}" dt="2024-01-03T05:15:52.560" v="201" actId="20577"/>
          <ac:spMkLst>
            <pc:docMk/>
            <pc:sldMk cId="2466279025" sldId="276"/>
            <ac:spMk id="56" creationId="{E9D28607-B0D6-75A7-47F7-8DD5D3172490}"/>
          </ac:spMkLst>
        </pc:spChg>
        <pc:spChg chg="mod">
          <ac:chgData name="김예은" userId="6526923f-0c52-4639-9dbd-0f483d8fd367" providerId="ADAL" clId="{AFAA7054-6342-4854-A3DB-1844F8C1147D}" dt="2024-01-03T05:16:34.818" v="208" actId="20577"/>
          <ac:spMkLst>
            <pc:docMk/>
            <pc:sldMk cId="2466279025" sldId="276"/>
            <ac:spMk id="63" creationId="{3D2ABEC0-FE94-A18C-5739-A185A38F80B4}"/>
          </ac:spMkLst>
        </pc:spChg>
        <pc:spChg chg="mod">
          <ac:chgData name="김예은" userId="6526923f-0c52-4639-9dbd-0f483d8fd367" providerId="ADAL" clId="{AFAA7054-6342-4854-A3DB-1844F8C1147D}" dt="2024-01-03T05:29:03.584" v="438" actId="20577"/>
          <ac:spMkLst>
            <pc:docMk/>
            <pc:sldMk cId="2466279025" sldId="276"/>
            <ac:spMk id="128" creationId="{874908EE-4D1F-DCA1-DAAB-4DF73D622422}"/>
          </ac:spMkLst>
        </pc:spChg>
        <pc:spChg chg="mod">
          <ac:chgData name="김예은" userId="6526923f-0c52-4639-9dbd-0f483d8fd367" providerId="ADAL" clId="{AFAA7054-6342-4854-A3DB-1844F8C1147D}" dt="2024-01-03T05:16:21.792" v="204" actId="20577"/>
          <ac:spMkLst>
            <pc:docMk/>
            <pc:sldMk cId="2466279025" sldId="276"/>
            <ac:spMk id="130" creationId="{EE4C7E90-DA52-1EF3-D8E6-BF09A54A2E18}"/>
          </ac:spMkLst>
        </pc:spChg>
        <pc:spChg chg="mod">
          <ac:chgData name="김예은" userId="6526923f-0c52-4639-9dbd-0f483d8fd367" providerId="ADAL" clId="{AFAA7054-6342-4854-A3DB-1844F8C1147D}" dt="2024-01-03T05:16:56.746" v="209" actId="20577"/>
          <ac:spMkLst>
            <pc:docMk/>
            <pc:sldMk cId="2466279025" sldId="276"/>
            <ac:spMk id="175" creationId="{F0B5C5AF-2CC6-DFB4-28E5-8AEED4ED5327}"/>
          </ac:spMkLst>
        </pc:spChg>
      </pc:sldChg>
    </pc:docChg>
  </pc:docChgLst>
  <pc:docChgLst>
    <pc:chgData name="이유림" userId="c4f7c10e-9591-4e08-8489-adf65147d8f2" providerId="ADAL" clId="{B2E83B46-E6A6-4BC6-B687-B48B5CE541F5}"/>
    <pc:docChg chg="undo custSel modSld">
      <pc:chgData name="이유림" userId="c4f7c10e-9591-4e08-8489-adf65147d8f2" providerId="ADAL" clId="{B2E83B46-E6A6-4BC6-B687-B48B5CE541F5}" dt="2024-07-10T01:35:28.274" v="2738" actId="6549"/>
      <pc:docMkLst>
        <pc:docMk/>
      </pc:docMkLst>
      <pc:sldChg chg="addSp delSp modSp mod">
        <pc:chgData name="이유림" userId="c4f7c10e-9591-4e08-8489-adf65147d8f2" providerId="ADAL" clId="{B2E83B46-E6A6-4BC6-B687-B48B5CE541F5}" dt="2024-07-04T09:07:14.219" v="2684"/>
        <pc:sldMkLst>
          <pc:docMk/>
          <pc:sldMk cId="2782649627" sldId="272"/>
        </pc:sldMkLst>
        <pc:spChg chg="mod">
          <ac:chgData name="이유림" userId="c4f7c10e-9591-4e08-8489-adf65147d8f2" providerId="ADAL" clId="{B2E83B46-E6A6-4BC6-B687-B48B5CE541F5}" dt="2024-07-04T02:35:35.248" v="1041" actId="1076"/>
          <ac:spMkLst>
            <pc:docMk/>
            <pc:sldMk cId="2782649627" sldId="272"/>
            <ac:spMk id="4" creationId="{02C3A0E4-B38E-0663-C122-BC2FBBA8A0D9}"/>
          </ac:spMkLst>
        </pc:spChg>
        <pc:spChg chg="mod">
          <ac:chgData name="이유림" userId="c4f7c10e-9591-4e08-8489-adf65147d8f2" providerId="ADAL" clId="{B2E83B46-E6A6-4BC6-B687-B48B5CE541F5}" dt="2024-07-04T01:27:19.023" v="27" actId="6549"/>
          <ac:spMkLst>
            <pc:docMk/>
            <pc:sldMk cId="2782649627" sldId="272"/>
            <ac:spMk id="5" creationId="{82305561-9C83-4AF0-BE74-852E6825B240}"/>
          </ac:spMkLst>
        </pc:spChg>
        <pc:spChg chg="mod">
          <ac:chgData name="이유림" userId="c4f7c10e-9591-4e08-8489-adf65147d8f2" providerId="ADAL" clId="{B2E83B46-E6A6-4BC6-B687-B48B5CE541F5}" dt="2024-07-04T01:38:09.731" v="130"/>
          <ac:spMkLst>
            <pc:docMk/>
            <pc:sldMk cId="2782649627" sldId="272"/>
            <ac:spMk id="12" creationId="{625EF96F-6D7D-3A37-A135-4F92C423562D}"/>
          </ac:spMkLst>
        </pc:spChg>
        <pc:spChg chg="mod">
          <ac:chgData name="이유림" userId="c4f7c10e-9591-4e08-8489-adf65147d8f2" providerId="ADAL" clId="{B2E83B46-E6A6-4BC6-B687-B48B5CE541F5}" dt="2024-07-04T09:07:14.219" v="2684"/>
          <ac:spMkLst>
            <pc:docMk/>
            <pc:sldMk cId="2782649627" sldId="272"/>
            <ac:spMk id="22" creationId="{08E94353-4D54-31EB-C869-FECC865ACB1A}"/>
          </ac:spMkLst>
        </pc:spChg>
        <pc:spChg chg="mod">
          <ac:chgData name="이유림" userId="c4f7c10e-9591-4e08-8489-adf65147d8f2" providerId="ADAL" clId="{B2E83B46-E6A6-4BC6-B687-B48B5CE541F5}" dt="2024-07-04T02:37:53.422" v="1107"/>
          <ac:spMkLst>
            <pc:docMk/>
            <pc:sldMk cId="2782649627" sldId="272"/>
            <ac:spMk id="56" creationId="{7EC2D2DE-AA31-EF33-FB09-A0CB633BD24C}"/>
          </ac:spMkLst>
        </pc:spChg>
        <pc:spChg chg="mod">
          <ac:chgData name="이유림" userId="c4f7c10e-9591-4e08-8489-adf65147d8f2" providerId="ADAL" clId="{B2E83B46-E6A6-4BC6-B687-B48B5CE541F5}" dt="2024-07-04T05:34:23.491" v="1947"/>
          <ac:spMkLst>
            <pc:docMk/>
            <pc:sldMk cId="2782649627" sldId="272"/>
            <ac:spMk id="67" creationId="{13A197EA-0A01-1C5E-2E93-2BD7066AEF3F}"/>
          </ac:spMkLst>
        </pc:spChg>
        <pc:picChg chg="add mod">
          <ac:chgData name="이유림" userId="c4f7c10e-9591-4e08-8489-adf65147d8f2" providerId="ADAL" clId="{B2E83B46-E6A6-4BC6-B687-B48B5CE541F5}" dt="2024-07-04T01:38:32.120" v="132"/>
          <ac:picMkLst>
            <pc:docMk/>
            <pc:sldMk cId="2782649627" sldId="272"/>
            <ac:picMk id="10" creationId="{0C4E63B1-0C30-BCA4-CEBC-0E1F86E7E044}"/>
          </ac:picMkLst>
        </pc:picChg>
        <pc:picChg chg="add mod">
          <ac:chgData name="이유림" userId="c4f7c10e-9591-4e08-8489-adf65147d8f2" providerId="ADAL" clId="{B2E83B46-E6A6-4BC6-B687-B48B5CE541F5}" dt="2024-07-04T01:38:32.120" v="132"/>
          <ac:picMkLst>
            <pc:docMk/>
            <pc:sldMk cId="2782649627" sldId="272"/>
            <ac:picMk id="11" creationId="{462C661B-C188-F7B7-A371-C2D76813DEE3}"/>
          </ac:picMkLst>
        </pc:picChg>
        <pc:picChg chg="add mod">
          <ac:chgData name="이유림" userId="c4f7c10e-9591-4e08-8489-adf65147d8f2" providerId="ADAL" clId="{B2E83B46-E6A6-4BC6-B687-B48B5CE541F5}" dt="2024-07-04T01:38:32.120" v="132"/>
          <ac:picMkLst>
            <pc:docMk/>
            <pc:sldMk cId="2782649627" sldId="272"/>
            <ac:picMk id="13" creationId="{D6403822-87E6-0907-18CD-A565665FE54E}"/>
          </ac:picMkLst>
        </pc:picChg>
        <pc:picChg chg="add mod">
          <ac:chgData name="이유림" userId="c4f7c10e-9591-4e08-8489-adf65147d8f2" providerId="ADAL" clId="{B2E83B46-E6A6-4BC6-B687-B48B5CE541F5}" dt="2024-07-04T01:38:32.120" v="132"/>
          <ac:picMkLst>
            <pc:docMk/>
            <pc:sldMk cId="2782649627" sldId="272"/>
            <ac:picMk id="14" creationId="{F76C0A1E-0A12-5ED3-2257-CFCDC9CEF796}"/>
          </ac:picMkLst>
        </pc:picChg>
        <pc:picChg chg="add mod">
          <ac:chgData name="이유림" userId="c4f7c10e-9591-4e08-8489-adf65147d8f2" providerId="ADAL" clId="{B2E83B46-E6A6-4BC6-B687-B48B5CE541F5}" dt="2024-07-04T01:38:32.120" v="132"/>
          <ac:picMkLst>
            <pc:docMk/>
            <pc:sldMk cId="2782649627" sldId="272"/>
            <ac:picMk id="15" creationId="{BC2921B2-6A0F-8656-61C2-A6D2F3BFF141}"/>
          </ac:picMkLst>
        </pc:picChg>
        <pc:picChg chg="mod">
          <ac:chgData name="이유림" userId="c4f7c10e-9591-4e08-8489-adf65147d8f2" providerId="ADAL" clId="{B2E83B46-E6A6-4BC6-B687-B48B5CE541F5}" dt="2024-07-04T02:35:35.248" v="1041" actId="1076"/>
          <ac:picMkLst>
            <pc:docMk/>
            <pc:sldMk cId="2782649627" sldId="272"/>
            <ac:picMk id="16" creationId="{D46F6AB2-D76E-BB8F-8F7A-5482719E8494}"/>
          </ac:picMkLst>
        </pc:picChg>
        <pc:picChg chg="mod">
          <ac:chgData name="이유림" userId="c4f7c10e-9591-4e08-8489-adf65147d8f2" providerId="ADAL" clId="{B2E83B46-E6A6-4BC6-B687-B48B5CE541F5}" dt="2024-07-04T02:35:35.248" v="1041" actId="1076"/>
          <ac:picMkLst>
            <pc:docMk/>
            <pc:sldMk cId="2782649627" sldId="272"/>
            <ac:picMk id="17" creationId="{4684236E-5FD1-E4D8-F69D-CB4D5EE2A8DB}"/>
          </ac:picMkLst>
        </pc:picChg>
        <pc:picChg chg="add mod">
          <ac:chgData name="이유림" userId="c4f7c10e-9591-4e08-8489-adf65147d8f2" providerId="ADAL" clId="{B2E83B46-E6A6-4BC6-B687-B48B5CE541F5}" dt="2024-07-04T01:38:32.120" v="132"/>
          <ac:picMkLst>
            <pc:docMk/>
            <pc:sldMk cId="2782649627" sldId="272"/>
            <ac:picMk id="19" creationId="{B60A275A-D2BB-B0AB-CD61-4F03B6E87C65}"/>
          </ac:picMkLst>
        </pc:picChg>
        <pc:picChg chg="add mod">
          <ac:chgData name="이유림" userId="c4f7c10e-9591-4e08-8489-adf65147d8f2" providerId="ADAL" clId="{B2E83B46-E6A6-4BC6-B687-B48B5CE541F5}" dt="2024-07-04T01:38:32.120" v="132"/>
          <ac:picMkLst>
            <pc:docMk/>
            <pc:sldMk cId="2782649627" sldId="272"/>
            <ac:picMk id="20" creationId="{8C92A8C7-A02B-3885-ABA6-DBED0EFB3B44}"/>
          </ac:picMkLst>
        </pc:picChg>
        <pc:picChg chg="del">
          <ac:chgData name="이유림" userId="c4f7c10e-9591-4e08-8489-adf65147d8f2" providerId="ADAL" clId="{B2E83B46-E6A6-4BC6-B687-B48B5CE541F5}" dt="2024-07-04T01:38:14.742" v="131" actId="478"/>
          <ac:picMkLst>
            <pc:docMk/>
            <pc:sldMk cId="2782649627" sldId="272"/>
            <ac:picMk id="21" creationId="{6C4730A5-417A-BB5B-4754-75C9EE597CF9}"/>
          </ac:picMkLst>
        </pc:picChg>
        <pc:picChg chg="del">
          <ac:chgData name="이유림" userId="c4f7c10e-9591-4e08-8489-adf65147d8f2" providerId="ADAL" clId="{B2E83B46-E6A6-4BC6-B687-B48B5CE541F5}" dt="2024-07-04T01:38:14.742" v="131" actId="478"/>
          <ac:picMkLst>
            <pc:docMk/>
            <pc:sldMk cId="2782649627" sldId="272"/>
            <ac:picMk id="23" creationId="{67B75358-10C1-9606-B0A9-F0D13C6F2E6C}"/>
          </ac:picMkLst>
        </pc:picChg>
        <pc:picChg chg="add mod">
          <ac:chgData name="이유림" userId="c4f7c10e-9591-4e08-8489-adf65147d8f2" providerId="ADAL" clId="{B2E83B46-E6A6-4BC6-B687-B48B5CE541F5}" dt="2024-07-04T01:38:32.120" v="132"/>
          <ac:picMkLst>
            <pc:docMk/>
            <pc:sldMk cId="2782649627" sldId="272"/>
            <ac:picMk id="24" creationId="{A3087023-421C-21C7-C44F-91357F7C9F82}"/>
          </ac:picMkLst>
        </pc:picChg>
        <pc:picChg chg="del">
          <ac:chgData name="이유림" userId="c4f7c10e-9591-4e08-8489-adf65147d8f2" providerId="ADAL" clId="{B2E83B46-E6A6-4BC6-B687-B48B5CE541F5}" dt="2024-07-04T01:38:14.742" v="131" actId="478"/>
          <ac:picMkLst>
            <pc:docMk/>
            <pc:sldMk cId="2782649627" sldId="272"/>
            <ac:picMk id="25" creationId="{BBE89424-DF9F-6AC6-EC10-8AD9187EBB59}"/>
          </ac:picMkLst>
        </pc:picChg>
        <pc:picChg chg="del">
          <ac:chgData name="이유림" userId="c4f7c10e-9591-4e08-8489-adf65147d8f2" providerId="ADAL" clId="{B2E83B46-E6A6-4BC6-B687-B48B5CE541F5}" dt="2024-07-04T01:38:14.742" v="131" actId="478"/>
          <ac:picMkLst>
            <pc:docMk/>
            <pc:sldMk cId="2782649627" sldId="272"/>
            <ac:picMk id="26" creationId="{AC0197A8-0F66-1775-C4E5-7D30AC03476F}"/>
          </ac:picMkLst>
        </pc:picChg>
        <pc:picChg chg="del">
          <ac:chgData name="이유림" userId="c4f7c10e-9591-4e08-8489-adf65147d8f2" providerId="ADAL" clId="{B2E83B46-E6A6-4BC6-B687-B48B5CE541F5}" dt="2024-07-04T01:38:14.742" v="131" actId="478"/>
          <ac:picMkLst>
            <pc:docMk/>
            <pc:sldMk cId="2782649627" sldId="272"/>
            <ac:picMk id="27" creationId="{AEB9E879-B4A8-C1A5-3CD3-050016DCE20B}"/>
          </ac:picMkLst>
        </pc:picChg>
        <pc:picChg chg="add mod">
          <ac:chgData name="이유림" userId="c4f7c10e-9591-4e08-8489-adf65147d8f2" providerId="ADAL" clId="{B2E83B46-E6A6-4BC6-B687-B48B5CE541F5}" dt="2024-07-04T01:38:32.120" v="132"/>
          <ac:picMkLst>
            <pc:docMk/>
            <pc:sldMk cId="2782649627" sldId="272"/>
            <ac:picMk id="28" creationId="{8C3953A8-8EFC-4742-C1DF-CC2C06BC21AE}"/>
          </ac:picMkLst>
        </pc:picChg>
        <pc:picChg chg="del">
          <ac:chgData name="이유림" userId="c4f7c10e-9591-4e08-8489-adf65147d8f2" providerId="ADAL" clId="{B2E83B46-E6A6-4BC6-B687-B48B5CE541F5}" dt="2024-07-04T01:38:14.742" v="131" actId="478"/>
          <ac:picMkLst>
            <pc:docMk/>
            <pc:sldMk cId="2782649627" sldId="272"/>
            <ac:picMk id="29" creationId="{BEED3F9D-7583-24A6-48EA-E5925B5C86FD}"/>
          </ac:picMkLst>
        </pc:picChg>
        <pc:picChg chg="del">
          <ac:chgData name="이유림" userId="c4f7c10e-9591-4e08-8489-adf65147d8f2" providerId="ADAL" clId="{B2E83B46-E6A6-4BC6-B687-B48B5CE541F5}" dt="2024-07-04T01:38:14.742" v="131" actId="478"/>
          <ac:picMkLst>
            <pc:docMk/>
            <pc:sldMk cId="2782649627" sldId="272"/>
            <ac:picMk id="30" creationId="{EEA8DE1A-BBE2-6C21-A962-A5B1CE597404}"/>
          </ac:picMkLst>
        </pc:picChg>
        <pc:picChg chg="del">
          <ac:chgData name="이유림" userId="c4f7c10e-9591-4e08-8489-adf65147d8f2" providerId="ADAL" clId="{B2E83B46-E6A6-4BC6-B687-B48B5CE541F5}" dt="2024-07-04T01:38:14.742" v="131" actId="478"/>
          <ac:picMkLst>
            <pc:docMk/>
            <pc:sldMk cId="2782649627" sldId="272"/>
            <ac:picMk id="31" creationId="{DCFBDAD7-C893-6CCB-8100-72CF550295C0}"/>
          </ac:picMkLst>
        </pc:picChg>
        <pc:picChg chg="del">
          <ac:chgData name="이유림" userId="c4f7c10e-9591-4e08-8489-adf65147d8f2" providerId="ADAL" clId="{B2E83B46-E6A6-4BC6-B687-B48B5CE541F5}" dt="2024-07-04T01:38:14.742" v="131" actId="478"/>
          <ac:picMkLst>
            <pc:docMk/>
            <pc:sldMk cId="2782649627" sldId="272"/>
            <ac:picMk id="32" creationId="{D81A90BB-5ABC-8EB0-8396-13450A7D70F3}"/>
          </ac:picMkLst>
        </pc:picChg>
        <pc:picChg chg="add mod">
          <ac:chgData name="이유림" userId="c4f7c10e-9591-4e08-8489-adf65147d8f2" providerId="ADAL" clId="{B2E83B46-E6A6-4BC6-B687-B48B5CE541F5}" dt="2024-07-04T01:38:32.120" v="132"/>
          <ac:picMkLst>
            <pc:docMk/>
            <pc:sldMk cId="2782649627" sldId="272"/>
            <ac:picMk id="33" creationId="{B8E515D2-E039-3D25-B59E-7B78E00A0E98}"/>
          </ac:picMkLst>
        </pc:picChg>
        <pc:picChg chg="add mod">
          <ac:chgData name="이유림" userId="c4f7c10e-9591-4e08-8489-adf65147d8f2" providerId="ADAL" clId="{B2E83B46-E6A6-4BC6-B687-B48B5CE541F5}" dt="2024-07-04T01:38:32.120" v="132"/>
          <ac:picMkLst>
            <pc:docMk/>
            <pc:sldMk cId="2782649627" sldId="272"/>
            <ac:picMk id="34" creationId="{DE2D3956-AA37-48D2-EC12-0309CF82904F}"/>
          </ac:picMkLst>
        </pc:picChg>
        <pc:picChg chg="add mod">
          <ac:chgData name="이유림" userId="c4f7c10e-9591-4e08-8489-adf65147d8f2" providerId="ADAL" clId="{B2E83B46-E6A6-4BC6-B687-B48B5CE541F5}" dt="2024-07-04T01:38:32.120" v="132"/>
          <ac:picMkLst>
            <pc:docMk/>
            <pc:sldMk cId="2782649627" sldId="272"/>
            <ac:picMk id="35" creationId="{99DFF2B0-6627-07AF-19BB-498B3DD5AEBB}"/>
          </ac:picMkLst>
        </pc:picChg>
        <pc:picChg chg="del">
          <ac:chgData name="이유림" userId="c4f7c10e-9591-4e08-8489-adf65147d8f2" providerId="ADAL" clId="{B2E83B46-E6A6-4BC6-B687-B48B5CE541F5}" dt="2024-07-04T01:38:14.742" v="131" actId="478"/>
          <ac:picMkLst>
            <pc:docMk/>
            <pc:sldMk cId="2782649627" sldId="272"/>
            <ac:picMk id="36" creationId="{E538CAE7-1DAB-8181-C869-2B4E05DE5FF1}"/>
          </ac:picMkLst>
        </pc:picChg>
        <pc:picChg chg="add mod">
          <ac:chgData name="이유림" userId="c4f7c10e-9591-4e08-8489-adf65147d8f2" providerId="ADAL" clId="{B2E83B46-E6A6-4BC6-B687-B48B5CE541F5}" dt="2024-07-04T01:38:32.120" v="132"/>
          <ac:picMkLst>
            <pc:docMk/>
            <pc:sldMk cId="2782649627" sldId="272"/>
            <ac:picMk id="37" creationId="{3AF7C37B-D231-0FBF-9508-A79C4EE496AB}"/>
          </ac:picMkLst>
        </pc:picChg>
        <pc:picChg chg="del">
          <ac:chgData name="이유림" userId="c4f7c10e-9591-4e08-8489-adf65147d8f2" providerId="ADAL" clId="{B2E83B46-E6A6-4BC6-B687-B48B5CE541F5}" dt="2024-07-04T01:38:14.742" v="131" actId="478"/>
          <ac:picMkLst>
            <pc:docMk/>
            <pc:sldMk cId="2782649627" sldId="272"/>
            <ac:picMk id="38" creationId="{711485D7-F957-57BB-4E7F-DB6BE917A8FD}"/>
          </ac:picMkLst>
        </pc:picChg>
        <pc:picChg chg="del">
          <ac:chgData name="이유림" userId="c4f7c10e-9591-4e08-8489-adf65147d8f2" providerId="ADAL" clId="{B2E83B46-E6A6-4BC6-B687-B48B5CE541F5}" dt="2024-07-04T01:38:14.742" v="131" actId="478"/>
          <ac:picMkLst>
            <pc:docMk/>
            <pc:sldMk cId="2782649627" sldId="272"/>
            <ac:picMk id="40" creationId="{194A3946-4F2E-EE9D-86C2-A8A0D714B6DC}"/>
          </ac:picMkLst>
        </pc:picChg>
        <pc:picChg chg="del">
          <ac:chgData name="이유림" userId="c4f7c10e-9591-4e08-8489-adf65147d8f2" providerId="ADAL" clId="{B2E83B46-E6A6-4BC6-B687-B48B5CE541F5}" dt="2024-07-04T01:38:14.742" v="131" actId="478"/>
          <ac:picMkLst>
            <pc:docMk/>
            <pc:sldMk cId="2782649627" sldId="272"/>
            <ac:picMk id="41" creationId="{9243BB48-A7DF-C61C-4863-5AA1B98DD8F2}"/>
          </ac:picMkLst>
        </pc:picChg>
        <pc:picChg chg="del">
          <ac:chgData name="이유림" userId="c4f7c10e-9591-4e08-8489-adf65147d8f2" providerId="ADAL" clId="{B2E83B46-E6A6-4BC6-B687-B48B5CE541F5}" dt="2024-07-04T02:35:12.711" v="1036" actId="478"/>
          <ac:picMkLst>
            <pc:docMk/>
            <pc:sldMk cId="2782649627" sldId="272"/>
            <ac:picMk id="42" creationId="{33CA794D-F5BC-C51D-C76B-6B4E49B4D07D}"/>
          </ac:picMkLst>
        </pc:picChg>
        <pc:picChg chg="del">
          <ac:chgData name="이유림" userId="c4f7c10e-9591-4e08-8489-adf65147d8f2" providerId="ADAL" clId="{B2E83B46-E6A6-4BC6-B687-B48B5CE541F5}" dt="2024-07-04T01:38:14.742" v="131" actId="478"/>
          <ac:picMkLst>
            <pc:docMk/>
            <pc:sldMk cId="2782649627" sldId="272"/>
            <ac:picMk id="43" creationId="{F65ED337-A486-E421-9E8E-2184552B4823}"/>
          </ac:picMkLst>
        </pc:picChg>
        <pc:picChg chg="del">
          <ac:chgData name="이유림" userId="c4f7c10e-9591-4e08-8489-adf65147d8f2" providerId="ADAL" clId="{B2E83B46-E6A6-4BC6-B687-B48B5CE541F5}" dt="2024-07-04T01:38:14.742" v="131" actId="478"/>
          <ac:picMkLst>
            <pc:docMk/>
            <pc:sldMk cId="2782649627" sldId="272"/>
            <ac:picMk id="44" creationId="{60C9785F-998A-12E3-F951-EF1AD5B1D264}"/>
          </ac:picMkLst>
        </pc:picChg>
        <pc:picChg chg="del">
          <ac:chgData name="이유림" userId="c4f7c10e-9591-4e08-8489-adf65147d8f2" providerId="ADAL" clId="{B2E83B46-E6A6-4BC6-B687-B48B5CE541F5}" dt="2024-07-04T01:38:14.742" v="131" actId="478"/>
          <ac:picMkLst>
            <pc:docMk/>
            <pc:sldMk cId="2782649627" sldId="272"/>
            <ac:picMk id="46" creationId="{004B64A8-ED05-A0B2-FD79-D733B3C253F0}"/>
          </ac:picMkLst>
        </pc:picChg>
        <pc:picChg chg="del">
          <ac:chgData name="이유림" userId="c4f7c10e-9591-4e08-8489-adf65147d8f2" providerId="ADAL" clId="{B2E83B46-E6A6-4BC6-B687-B48B5CE541F5}" dt="2024-07-04T01:38:14.742" v="131" actId="478"/>
          <ac:picMkLst>
            <pc:docMk/>
            <pc:sldMk cId="2782649627" sldId="272"/>
            <ac:picMk id="47" creationId="{91904D70-850C-A09A-34FB-7EA04B8A97E8}"/>
          </ac:picMkLst>
        </pc:picChg>
        <pc:picChg chg="add mod">
          <ac:chgData name="이유림" userId="c4f7c10e-9591-4e08-8489-adf65147d8f2" providerId="ADAL" clId="{B2E83B46-E6A6-4BC6-B687-B48B5CE541F5}" dt="2024-07-04T01:38:43.457" v="134" actId="1076"/>
          <ac:picMkLst>
            <pc:docMk/>
            <pc:sldMk cId="2782649627" sldId="272"/>
            <ac:picMk id="49" creationId="{2782B54E-BB6D-E5EF-4B22-B95185C6AE08}"/>
          </ac:picMkLst>
        </pc:picChg>
        <pc:picChg chg="add mod">
          <ac:chgData name="이유림" userId="c4f7c10e-9591-4e08-8489-adf65147d8f2" providerId="ADAL" clId="{B2E83B46-E6A6-4BC6-B687-B48B5CE541F5}" dt="2024-07-04T01:38:43.457" v="134" actId="1076"/>
          <ac:picMkLst>
            <pc:docMk/>
            <pc:sldMk cId="2782649627" sldId="272"/>
            <ac:picMk id="51" creationId="{5171F623-DD56-23B1-D2EB-E485577A876A}"/>
          </ac:picMkLst>
        </pc:picChg>
        <pc:picChg chg="add mod">
          <ac:chgData name="이유림" userId="c4f7c10e-9591-4e08-8489-adf65147d8f2" providerId="ADAL" clId="{B2E83B46-E6A6-4BC6-B687-B48B5CE541F5}" dt="2024-07-04T01:38:43.457" v="134" actId="1076"/>
          <ac:picMkLst>
            <pc:docMk/>
            <pc:sldMk cId="2782649627" sldId="272"/>
            <ac:picMk id="52" creationId="{D074C903-8993-66A6-7CF0-0833BDDA6138}"/>
          </ac:picMkLst>
        </pc:picChg>
        <pc:picChg chg="add mod">
          <ac:chgData name="이유림" userId="c4f7c10e-9591-4e08-8489-adf65147d8f2" providerId="ADAL" clId="{B2E83B46-E6A6-4BC6-B687-B48B5CE541F5}" dt="2024-07-04T01:38:43.457" v="134" actId="1076"/>
          <ac:picMkLst>
            <pc:docMk/>
            <pc:sldMk cId="2782649627" sldId="272"/>
            <ac:picMk id="54" creationId="{B62A7761-9138-878C-427A-546CCB9668AF}"/>
          </ac:picMkLst>
        </pc:picChg>
        <pc:picChg chg="add mod">
          <ac:chgData name="이유림" userId="c4f7c10e-9591-4e08-8489-adf65147d8f2" providerId="ADAL" clId="{B2E83B46-E6A6-4BC6-B687-B48B5CE541F5}" dt="2024-07-04T01:38:43.457" v="134" actId="1076"/>
          <ac:picMkLst>
            <pc:docMk/>
            <pc:sldMk cId="2782649627" sldId="272"/>
            <ac:picMk id="55" creationId="{3A7AF635-AB5E-5DE9-7551-99A3563CED89}"/>
          </ac:picMkLst>
        </pc:picChg>
        <pc:picChg chg="del">
          <ac:chgData name="이유림" userId="c4f7c10e-9591-4e08-8489-adf65147d8f2" providerId="ADAL" clId="{B2E83B46-E6A6-4BC6-B687-B48B5CE541F5}" dt="2024-07-04T02:35:13.264" v="1037" actId="478"/>
          <ac:picMkLst>
            <pc:docMk/>
            <pc:sldMk cId="2782649627" sldId="272"/>
            <ac:picMk id="57" creationId="{CD69A164-0027-3D0F-BA5C-01B9A7B5499F}"/>
          </ac:picMkLst>
        </pc:picChg>
        <pc:picChg chg="add mod">
          <ac:chgData name="이유림" userId="c4f7c10e-9591-4e08-8489-adf65147d8f2" providerId="ADAL" clId="{B2E83B46-E6A6-4BC6-B687-B48B5CE541F5}" dt="2024-07-04T01:38:43.457" v="134" actId="1076"/>
          <ac:picMkLst>
            <pc:docMk/>
            <pc:sldMk cId="2782649627" sldId="272"/>
            <ac:picMk id="58" creationId="{F43295FD-B63A-9C10-8572-B21A2CDDBB72}"/>
          </ac:picMkLst>
        </pc:picChg>
        <pc:picChg chg="add mod">
          <ac:chgData name="이유림" userId="c4f7c10e-9591-4e08-8489-adf65147d8f2" providerId="ADAL" clId="{B2E83B46-E6A6-4BC6-B687-B48B5CE541F5}" dt="2024-07-04T01:38:43.457" v="134" actId="1076"/>
          <ac:picMkLst>
            <pc:docMk/>
            <pc:sldMk cId="2782649627" sldId="272"/>
            <ac:picMk id="59" creationId="{2042564E-9DE3-5763-3E60-B3F5B4BB2A8B}"/>
          </ac:picMkLst>
        </pc:picChg>
        <pc:picChg chg="add mod">
          <ac:chgData name="이유림" userId="c4f7c10e-9591-4e08-8489-adf65147d8f2" providerId="ADAL" clId="{B2E83B46-E6A6-4BC6-B687-B48B5CE541F5}" dt="2024-07-04T01:38:43.457" v="134" actId="1076"/>
          <ac:picMkLst>
            <pc:docMk/>
            <pc:sldMk cId="2782649627" sldId="272"/>
            <ac:picMk id="60" creationId="{5863A05F-E787-079E-210A-D26E3AF6C8D4}"/>
          </ac:picMkLst>
        </pc:picChg>
        <pc:picChg chg="add mod">
          <ac:chgData name="이유림" userId="c4f7c10e-9591-4e08-8489-adf65147d8f2" providerId="ADAL" clId="{B2E83B46-E6A6-4BC6-B687-B48B5CE541F5}" dt="2024-07-04T01:38:43.457" v="134" actId="1076"/>
          <ac:picMkLst>
            <pc:docMk/>
            <pc:sldMk cId="2782649627" sldId="272"/>
            <ac:picMk id="61" creationId="{D4CFFE06-FC48-D576-CC5C-C38233ABB38A}"/>
          </ac:picMkLst>
        </pc:picChg>
        <pc:picChg chg="add mod">
          <ac:chgData name="이유림" userId="c4f7c10e-9591-4e08-8489-adf65147d8f2" providerId="ADAL" clId="{B2E83B46-E6A6-4BC6-B687-B48B5CE541F5}" dt="2024-07-04T01:38:43.457" v="134" actId="1076"/>
          <ac:picMkLst>
            <pc:docMk/>
            <pc:sldMk cId="2782649627" sldId="272"/>
            <ac:picMk id="66" creationId="{4EEB653F-272C-A7ED-4F3C-20463B599F56}"/>
          </ac:picMkLst>
        </pc:picChg>
        <pc:picChg chg="add mod">
          <ac:chgData name="이유림" userId="c4f7c10e-9591-4e08-8489-adf65147d8f2" providerId="ADAL" clId="{B2E83B46-E6A6-4BC6-B687-B48B5CE541F5}" dt="2024-07-04T01:38:43.457" v="134" actId="1076"/>
          <ac:picMkLst>
            <pc:docMk/>
            <pc:sldMk cId="2782649627" sldId="272"/>
            <ac:picMk id="68" creationId="{3554FE44-A519-07FB-8B78-9762669BF1E9}"/>
          </ac:picMkLst>
        </pc:picChg>
        <pc:picChg chg="add mod">
          <ac:chgData name="이유림" userId="c4f7c10e-9591-4e08-8489-adf65147d8f2" providerId="ADAL" clId="{B2E83B46-E6A6-4BC6-B687-B48B5CE541F5}" dt="2024-07-04T01:38:43.457" v="134" actId="1076"/>
          <ac:picMkLst>
            <pc:docMk/>
            <pc:sldMk cId="2782649627" sldId="272"/>
            <ac:picMk id="69" creationId="{86CC0F0F-906F-2B29-FC6F-2BCE6F5FB691}"/>
          </ac:picMkLst>
        </pc:picChg>
        <pc:picChg chg="add mod">
          <ac:chgData name="이유림" userId="c4f7c10e-9591-4e08-8489-adf65147d8f2" providerId="ADAL" clId="{B2E83B46-E6A6-4BC6-B687-B48B5CE541F5}" dt="2024-07-04T01:38:43.457" v="134" actId="1076"/>
          <ac:picMkLst>
            <pc:docMk/>
            <pc:sldMk cId="2782649627" sldId="272"/>
            <ac:picMk id="70" creationId="{2F5797DD-2CAE-E363-7589-B08090520003}"/>
          </ac:picMkLst>
        </pc:picChg>
        <pc:cxnChg chg="add mod">
          <ac:chgData name="이유림" userId="c4f7c10e-9591-4e08-8489-adf65147d8f2" providerId="ADAL" clId="{B2E83B46-E6A6-4BC6-B687-B48B5CE541F5}" dt="2024-07-04T01:38:32.120" v="132"/>
          <ac:cxnSpMkLst>
            <pc:docMk/>
            <pc:sldMk cId="2782649627" sldId="272"/>
            <ac:cxnSpMk id="6" creationId="{7C11EEA7-BBC4-57C3-928B-6C738BAE9C4C}"/>
          </ac:cxnSpMkLst>
        </pc:cxnChg>
        <pc:cxnChg chg="mod">
          <ac:chgData name="이유림" userId="c4f7c10e-9591-4e08-8489-adf65147d8f2" providerId="ADAL" clId="{B2E83B46-E6A6-4BC6-B687-B48B5CE541F5}" dt="2024-07-04T02:35:35.248" v="1041" actId="1076"/>
          <ac:cxnSpMkLst>
            <pc:docMk/>
            <pc:sldMk cId="2782649627" sldId="272"/>
            <ac:cxnSpMk id="9" creationId="{6CB48E60-EEBB-19EA-4AD8-2B571172C8C2}"/>
          </ac:cxnSpMkLst>
        </pc:cxnChg>
        <pc:cxnChg chg="del">
          <ac:chgData name="이유림" userId="c4f7c10e-9591-4e08-8489-adf65147d8f2" providerId="ADAL" clId="{B2E83B46-E6A6-4BC6-B687-B48B5CE541F5}" dt="2024-07-04T01:38:14.742" v="131" actId="478"/>
          <ac:cxnSpMkLst>
            <pc:docMk/>
            <pc:sldMk cId="2782649627" sldId="272"/>
            <ac:cxnSpMk id="18" creationId="{5C2594C0-07F0-2CD1-7F2F-A67C672D5399}"/>
          </ac:cxnSpMkLst>
        </pc:cxnChg>
        <pc:cxnChg chg="add mod">
          <ac:chgData name="이유림" userId="c4f7c10e-9591-4e08-8489-adf65147d8f2" providerId="ADAL" clId="{B2E83B46-E6A6-4BC6-B687-B48B5CE541F5}" dt="2024-07-04T01:38:43.457" v="134" actId="1076"/>
          <ac:cxnSpMkLst>
            <pc:docMk/>
            <pc:sldMk cId="2782649627" sldId="272"/>
            <ac:cxnSpMk id="39" creationId="{CE31E281-8816-B1FA-39E6-D341C5522F73}"/>
          </ac:cxnSpMkLst>
        </pc:cxnChg>
      </pc:sldChg>
      <pc:sldChg chg="addSp delSp modSp mod">
        <pc:chgData name="이유림" userId="c4f7c10e-9591-4e08-8489-adf65147d8f2" providerId="ADAL" clId="{B2E83B46-E6A6-4BC6-B687-B48B5CE541F5}" dt="2024-07-10T01:35:28.274" v="2738" actId="6549"/>
        <pc:sldMkLst>
          <pc:docMk/>
          <pc:sldMk cId="2466279025" sldId="276"/>
        </pc:sldMkLst>
        <pc:spChg chg="mod">
          <ac:chgData name="이유림" userId="c4f7c10e-9591-4e08-8489-adf65147d8f2" providerId="ADAL" clId="{B2E83B46-E6A6-4BC6-B687-B48B5CE541F5}" dt="2024-07-04T01:27:22.638" v="28" actId="6549"/>
          <ac:spMkLst>
            <pc:docMk/>
            <pc:sldMk cId="2466279025" sldId="276"/>
            <ac:spMk id="6" creationId="{15141728-A305-8742-8C53-C14A4823EEFE}"/>
          </ac:spMkLst>
        </pc:spChg>
        <pc:spChg chg="add del">
          <ac:chgData name="이유림" userId="c4f7c10e-9591-4e08-8489-adf65147d8f2" providerId="ADAL" clId="{B2E83B46-E6A6-4BC6-B687-B48B5CE541F5}" dt="2024-07-04T05:23:25.390" v="1516" actId="22"/>
          <ac:spMkLst>
            <pc:docMk/>
            <pc:sldMk cId="2466279025" sldId="276"/>
            <ac:spMk id="7" creationId="{069065E4-1A19-33A5-4252-738E878EF9D1}"/>
          </ac:spMkLst>
        </pc:spChg>
        <pc:spChg chg="mod">
          <ac:chgData name="이유림" userId="c4f7c10e-9591-4e08-8489-adf65147d8f2" providerId="ADAL" clId="{B2E83B46-E6A6-4BC6-B687-B48B5CE541F5}" dt="2024-07-04T01:28:33.723" v="64"/>
          <ac:spMkLst>
            <pc:docMk/>
            <pc:sldMk cId="2466279025" sldId="276"/>
            <ac:spMk id="50" creationId="{EB7D61D9-3C96-5D9A-41EF-E60C8B2AADC2}"/>
          </ac:spMkLst>
        </pc:spChg>
        <pc:spChg chg="mod">
          <ac:chgData name="이유림" userId="c4f7c10e-9591-4e08-8489-adf65147d8f2" providerId="ADAL" clId="{B2E83B46-E6A6-4BC6-B687-B48B5CE541F5}" dt="2024-07-04T08:42:46.716" v="2012" actId="6549"/>
          <ac:spMkLst>
            <pc:docMk/>
            <pc:sldMk cId="2466279025" sldId="276"/>
            <ac:spMk id="52" creationId="{7D8793DD-5632-37CB-DEFC-F8377686BF83}"/>
          </ac:spMkLst>
        </pc:spChg>
        <pc:spChg chg="mod">
          <ac:chgData name="이유림" userId="c4f7c10e-9591-4e08-8489-adf65147d8f2" providerId="ADAL" clId="{B2E83B46-E6A6-4BC6-B687-B48B5CE541F5}" dt="2024-07-04T08:43:45.156" v="2106" actId="6549"/>
          <ac:spMkLst>
            <pc:docMk/>
            <pc:sldMk cId="2466279025" sldId="276"/>
            <ac:spMk id="56" creationId="{E9D28607-B0D6-75A7-47F7-8DD5D3172490}"/>
          </ac:spMkLst>
        </pc:spChg>
        <pc:spChg chg="mod">
          <ac:chgData name="이유림" userId="c4f7c10e-9591-4e08-8489-adf65147d8f2" providerId="ADAL" clId="{B2E83B46-E6A6-4BC6-B687-B48B5CE541F5}" dt="2024-07-04T08:44:07.987" v="2137" actId="6549"/>
          <ac:spMkLst>
            <pc:docMk/>
            <pc:sldMk cId="2466279025" sldId="276"/>
            <ac:spMk id="62" creationId="{466C8CC7-48DF-07C9-EB44-354C9684A266}"/>
          </ac:spMkLst>
        </pc:spChg>
        <pc:spChg chg="mod">
          <ac:chgData name="이유림" userId="c4f7c10e-9591-4e08-8489-adf65147d8f2" providerId="ADAL" clId="{B2E83B46-E6A6-4BC6-B687-B48B5CE541F5}" dt="2024-07-10T01:34:45.569" v="2691" actId="20577"/>
          <ac:spMkLst>
            <pc:docMk/>
            <pc:sldMk cId="2466279025" sldId="276"/>
            <ac:spMk id="63" creationId="{3D2ABEC0-FE94-A18C-5739-A185A38F80B4}"/>
          </ac:spMkLst>
        </pc:spChg>
        <pc:spChg chg="mod">
          <ac:chgData name="이유림" userId="c4f7c10e-9591-4e08-8489-adf65147d8f2" providerId="ADAL" clId="{B2E83B46-E6A6-4BC6-B687-B48B5CE541F5}" dt="2024-07-04T08:43:21.101" v="2072" actId="6549"/>
          <ac:spMkLst>
            <pc:docMk/>
            <pc:sldMk cId="2466279025" sldId="276"/>
            <ac:spMk id="128" creationId="{874908EE-4D1F-DCA1-DAAB-4DF73D622422}"/>
          </ac:spMkLst>
        </pc:spChg>
        <pc:spChg chg="mod">
          <ac:chgData name="이유림" userId="c4f7c10e-9591-4e08-8489-adf65147d8f2" providerId="ADAL" clId="{B2E83B46-E6A6-4BC6-B687-B48B5CE541F5}" dt="2024-07-10T01:35:28.274" v="2738" actId="6549"/>
          <ac:spMkLst>
            <pc:docMk/>
            <pc:sldMk cId="2466279025" sldId="276"/>
            <ac:spMk id="130" creationId="{EE4C7E90-DA52-1EF3-D8E6-BF09A54A2E18}"/>
          </ac:spMkLst>
        </pc:spChg>
        <pc:spChg chg="mod">
          <ac:chgData name="이유림" userId="c4f7c10e-9591-4e08-8489-adf65147d8f2" providerId="ADAL" clId="{B2E83B46-E6A6-4BC6-B687-B48B5CE541F5}" dt="2024-07-04T08:42:52.860" v="2026" actId="6549"/>
          <ac:spMkLst>
            <pc:docMk/>
            <pc:sldMk cId="2466279025" sldId="276"/>
            <ac:spMk id="132" creationId="{F30228F8-1758-35D1-B384-D47731624E75}"/>
          </ac:spMkLst>
        </pc:spChg>
        <pc:spChg chg="mod">
          <ac:chgData name="이유림" userId="c4f7c10e-9591-4e08-8489-adf65147d8f2" providerId="ADAL" clId="{B2E83B46-E6A6-4BC6-B687-B48B5CE541F5}" dt="2024-07-04T08:44:54.381" v="2195"/>
          <ac:spMkLst>
            <pc:docMk/>
            <pc:sldMk cId="2466279025" sldId="276"/>
            <ac:spMk id="173" creationId="{0A1E09A7-076E-1743-BC0F-172F6CCD32CB}"/>
          </ac:spMkLst>
        </pc:spChg>
        <pc:spChg chg="mod">
          <ac:chgData name="이유림" userId="c4f7c10e-9591-4e08-8489-adf65147d8f2" providerId="ADAL" clId="{B2E83B46-E6A6-4BC6-B687-B48B5CE541F5}" dt="2024-07-04T05:26:33.476" v="1647"/>
          <ac:spMkLst>
            <pc:docMk/>
            <pc:sldMk cId="2466279025" sldId="276"/>
            <ac:spMk id="174" creationId="{594865E3-3C50-FB48-8316-2CD3220D232E}"/>
          </ac:spMkLst>
        </pc:spChg>
        <pc:spChg chg="mod">
          <ac:chgData name="이유림" userId="c4f7c10e-9591-4e08-8489-adf65147d8f2" providerId="ADAL" clId="{B2E83B46-E6A6-4BC6-B687-B48B5CE541F5}" dt="2024-07-04T05:27:02.658" v="1726"/>
          <ac:spMkLst>
            <pc:docMk/>
            <pc:sldMk cId="2466279025" sldId="276"/>
            <ac:spMk id="175" creationId="{F0B5C5AF-2CC6-DFB4-28E5-8AEED4ED5327}"/>
          </ac:spMkLst>
        </pc:spChg>
        <pc:spChg chg="mod">
          <ac:chgData name="이유림" userId="c4f7c10e-9591-4e08-8489-adf65147d8f2" providerId="ADAL" clId="{B2E83B46-E6A6-4BC6-B687-B48B5CE541F5}" dt="2024-07-04T05:29:12.293" v="1868" actId="20577"/>
          <ac:spMkLst>
            <pc:docMk/>
            <pc:sldMk cId="2466279025" sldId="276"/>
            <ac:spMk id="176" creationId="{BD1BC246-BA7D-3AD7-9AA1-F5C69D1B2C48}"/>
          </ac:spMkLst>
        </pc:spChg>
        <pc:spChg chg="mod">
          <ac:chgData name="이유림" userId="c4f7c10e-9591-4e08-8489-adf65147d8f2" providerId="ADAL" clId="{B2E83B46-E6A6-4BC6-B687-B48B5CE541F5}" dt="2024-07-04T05:27:03.915" v="1727" actId="6549"/>
          <ac:spMkLst>
            <pc:docMk/>
            <pc:sldMk cId="2466279025" sldId="276"/>
            <ac:spMk id="178" creationId="{44247B0E-BD32-3F4F-6353-7CD3B7209D74}"/>
          </ac:spMkLst>
        </pc:spChg>
        <pc:grpChg chg="mod">
          <ac:chgData name="이유림" userId="c4f7c10e-9591-4e08-8489-adf65147d8f2" providerId="ADAL" clId="{B2E83B46-E6A6-4BC6-B687-B48B5CE541F5}" dt="2024-07-04T05:17:37.604" v="1261" actId="465"/>
          <ac:grpSpMkLst>
            <pc:docMk/>
            <pc:sldMk cId="2466279025" sldId="276"/>
            <ac:grpSpMk id="2" creationId="{D8FCE8D8-BD55-75F1-6072-6E7B2129063E}"/>
          </ac:grpSpMkLst>
        </pc:grpChg>
      </pc:sldChg>
    </pc:docChg>
  </pc:docChgLst>
  <pc:docChgLst>
    <pc:chgData name="김예은" userId="6526923f-0c52-4639-9dbd-0f483d8fd367" providerId="ADAL" clId="{430DA520-3A21-4F5B-99F8-CBD8F68EB3C8}"/>
    <pc:docChg chg="undo custSel modSld">
      <pc:chgData name="김예은" userId="6526923f-0c52-4639-9dbd-0f483d8fd367" providerId="ADAL" clId="{430DA520-3A21-4F5B-99F8-CBD8F68EB3C8}" dt="2021-09-10T07:37:50.054" v="1841" actId="20577"/>
      <pc:docMkLst>
        <pc:docMk/>
      </pc:docMkLst>
      <pc:sldChg chg="modSp mod">
        <pc:chgData name="김예은" userId="6526923f-0c52-4639-9dbd-0f483d8fd367" providerId="ADAL" clId="{430DA520-3A21-4F5B-99F8-CBD8F68EB3C8}" dt="2021-09-10T07:35:59.945" v="1783" actId="115"/>
        <pc:sldMkLst>
          <pc:docMk/>
          <pc:sldMk cId="2782649627" sldId="272"/>
        </pc:sldMkLst>
        <pc:spChg chg="mod">
          <ac:chgData name="김예은" userId="6526923f-0c52-4639-9dbd-0f483d8fd367" providerId="ADAL" clId="{430DA520-3A21-4F5B-99F8-CBD8F68EB3C8}" dt="2021-09-10T07:33:14.959" v="1514" actId="20577"/>
          <ac:spMkLst>
            <pc:docMk/>
            <pc:sldMk cId="2782649627" sldId="272"/>
            <ac:spMk id="50" creationId="{853DC078-C3E3-4802-A7AF-476AD3ECC8EC}"/>
          </ac:spMkLst>
        </pc:spChg>
        <pc:spChg chg="mod">
          <ac:chgData name="김예은" userId="6526923f-0c52-4639-9dbd-0f483d8fd367" providerId="ADAL" clId="{430DA520-3A21-4F5B-99F8-CBD8F68EB3C8}" dt="2021-09-10T07:35:59.945" v="1783" actId="115"/>
          <ac:spMkLst>
            <pc:docMk/>
            <pc:sldMk cId="2782649627" sldId="272"/>
            <ac:spMk id="52" creationId="{35F97A8D-48DC-451E-8937-9150DE33C4DF}"/>
          </ac:spMkLst>
        </pc:spChg>
      </pc:sldChg>
      <pc:sldChg chg="modSp mod">
        <pc:chgData name="김예은" userId="6526923f-0c52-4639-9dbd-0f483d8fd367" providerId="ADAL" clId="{430DA520-3A21-4F5B-99F8-CBD8F68EB3C8}" dt="2021-09-10T07:37:50.054" v="1841" actId="20577"/>
        <pc:sldMkLst>
          <pc:docMk/>
          <pc:sldMk cId="1676419962" sldId="273"/>
        </pc:sldMkLst>
        <pc:spChg chg="mod">
          <ac:chgData name="김예은" userId="6526923f-0c52-4639-9dbd-0f483d8fd367" providerId="ADAL" clId="{430DA520-3A21-4F5B-99F8-CBD8F68EB3C8}" dt="2021-09-10T07:36:52.598" v="1817" actId="20577"/>
          <ac:spMkLst>
            <pc:docMk/>
            <pc:sldMk cId="1676419962" sldId="273"/>
            <ac:spMk id="55" creationId="{523A188B-3FE4-4271-91F9-D631EFA0C2E4}"/>
          </ac:spMkLst>
        </pc:spChg>
        <pc:spChg chg="mod">
          <ac:chgData name="김예은" userId="6526923f-0c52-4639-9dbd-0f483d8fd367" providerId="ADAL" clId="{430DA520-3A21-4F5B-99F8-CBD8F68EB3C8}" dt="2021-09-10T06:38:23.907" v="217" actId="20577"/>
          <ac:spMkLst>
            <pc:docMk/>
            <pc:sldMk cId="1676419962" sldId="273"/>
            <ac:spMk id="57" creationId="{D6017BF3-492C-40EB-80C4-E241BDB9F591}"/>
          </ac:spMkLst>
        </pc:spChg>
        <pc:spChg chg="mod">
          <ac:chgData name="김예은" userId="6526923f-0c52-4639-9dbd-0f483d8fd367" providerId="ADAL" clId="{430DA520-3A21-4F5B-99F8-CBD8F68EB3C8}" dt="2021-09-10T06:49:23.490" v="571" actId="20577"/>
          <ac:spMkLst>
            <pc:docMk/>
            <pc:sldMk cId="1676419962" sldId="273"/>
            <ac:spMk id="65" creationId="{00EAA7B1-39CA-48F8-8934-8E6EE9E7C0D8}"/>
          </ac:spMkLst>
        </pc:spChg>
        <pc:spChg chg="mod">
          <ac:chgData name="김예은" userId="6526923f-0c52-4639-9dbd-0f483d8fd367" providerId="ADAL" clId="{430DA520-3A21-4F5B-99F8-CBD8F68EB3C8}" dt="2021-09-10T07:37:50.054" v="1841" actId="20577"/>
          <ac:spMkLst>
            <pc:docMk/>
            <pc:sldMk cId="1676419962" sldId="273"/>
            <ac:spMk id="66" creationId="{0D5FF750-B302-4947-A567-15F0B5255A83}"/>
          </ac:spMkLst>
        </pc:spChg>
        <pc:spChg chg="mod">
          <ac:chgData name="김예은" userId="6526923f-0c52-4639-9dbd-0f483d8fd367" providerId="ADAL" clId="{430DA520-3A21-4F5B-99F8-CBD8F68EB3C8}" dt="2021-09-10T06:48:42.970" v="515" actId="20577"/>
          <ac:spMkLst>
            <pc:docMk/>
            <pc:sldMk cId="1676419962" sldId="273"/>
            <ac:spMk id="67" creationId="{BA971C37-51A1-42FA-9298-E0B560FF5771}"/>
          </ac:spMkLst>
        </pc:spChg>
        <pc:spChg chg="mod">
          <ac:chgData name="김예은" userId="6526923f-0c52-4639-9dbd-0f483d8fd367" providerId="ADAL" clId="{430DA520-3A21-4F5B-99F8-CBD8F68EB3C8}" dt="2021-09-10T07:37:37.558" v="1833" actId="20577"/>
          <ac:spMkLst>
            <pc:docMk/>
            <pc:sldMk cId="1676419962" sldId="273"/>
            <ac:spMk id="68" creationId="{11E09F2D-767F-4530-AA64-3860B6165C10}"/>
          </ac:spMkLst>
        </pc:spChg>
        <pc:spChg chg="mod">
          <ac:chgData name="김예은" userId="6526923f-0c52-4639-9dbd-0f483d8fd367" providerId="ADAL" clId="{430DA520-3A21-4F5B-99F8-CBD8F68EB3C8}" dt="2021-09-10T06:46:11.139" v="503" actId="20577"/>
          <ac:spMkLst>
            <pc:docMk/>
            <pc:sldMk cId="1676419962" sldId="273"/>
            <ac:spMk id="72" creationId="{AEBEEEA8-2D1D-4314-8187-21CB076906CF}"/>
          </ac:spMkLst>
        </pc:spChg>
        <pc:spChg chg="mod">
          <ac:chgData name="김예은" userId="6526923f-0c52-4639-9dbd-0f483d8fd367" providerId="ADAL" clId="{430DA520-3A21-4F5B-99F8-CBD8F68EB3C8}" dt="2021-09-10T06:39:34.731" v="218" actId="20577"/>
          <ac:spMkLst>
            <pc:docMk/>
            <pc:sldMk cId="1676419962" sldId="273"/>
            <ac:spMk id="74" creationId="{49A1A888-6A6B-49C2-B00B-65CE5701130B}"/>
          </ac:spMkLst>
        </pc:spChg>
        <pc:spChg chg="mod">
          <ac:chgData name="김예은" userId="6526923f-0c52-4639-9dbd-0f483d8fd367" providerId="ADAL" clId="{430DA520-3A21-4F5B-99F8-CBD8F68EB3C8}" dt="2021-09-10T06:56:27.100" v="660" actId="5793"/>
          <ac:spMkLst>
            <pc:docMk/>
            <pc:sldMk cId="1676419962" sldId="273"/>
            <ac:spMk id="80" creationId="{DFD0FBB3-F28A-4BEF-BC1B-771186BF3F69}"/>
          </ac:spMkLst>
        </pc:spChg>
        <pc:spChg chg="mod">
          <ac:chgData name="김예은" userId="6526923f-0c52-4639-9dbd-0f483d8fd367" providerId="ADAL" clId="{430DA520-3A21-4F5B-99F8-CBD8F68EB3C8}" dt="2021-09-10T06:54:13.544" v="590"/>
          <ac:spMkLst>
            <pc:docMk/>
            <pc:sldMk cId="1676419962" sldId="273"/>
            <ac:spMk id="83" creationId="{D45B1F94-2917-4368-9B27-E5AC2D903611}"/>
          </ac:spMkLst>
        </pc:spChg>
      </pc:sldChg>
    </pc:docChg>
  </pc:docChgLst>
  <pc:docChgLst>
    <pc:chgData name="유승철" userId="9584054c-e08f-4935-bde6-b53c2dd0dfbc" providerId="ADAL" clId="{B87B6209-810B-47F2-A1C0-658059313109}"/>
    <pc:docChg chg="custSel modSld">
      <pc:chgData name="유승철" userId="9584054c-e08f-4935-bde6-b53c2dd0dfbc" providerId="ADAL" clId="{B87B6209-810B-47F2-A1C0-658059313109}" dt="2021-02-05T06:22:44.976" v="359" actId="20577"/>
      <pc:docMkLst>
        <pc:docMk/>
      </pc:docMkLst>
      <pc:sldChg chg="modSp mod">
        <pc:chgData name="유승철" userId="9584054c-e08f-4935-bde6-b53c2dd0dfbc" providerId="ADAL" clId="{B87B6209-810B-47F2-A1C0-658059313109}" dt="2021-02-05T06:22:44.976" v="359" actId="20577"/>
        <pc:sldMkLst>
          <pc:docMk/>
          <pc:sldMk cId="3894148367" sldId="268"/>
        </pc:sldMkLst>
        <pc:spChg chg="mod">
          <ac:chgData name="유승철" userId="9584054c-e08f-4935-bde6-b53c2dd0dfbc" providerId="ADAL" clId="{B87B6209-810B-47F2-A1C0-658059313109}" dt="2021-02-05T04:20:57.172" v="1" actId="20577"/>
          <ac:spMkLst>
            <pc:docMk/>
            <pc:sldMk cId="3894148367" sldId="268"/>
            <ac:spMk id="88" creationId="{B9AF96FD-7095-4EA1-8FE3-8952A9F2407D}"/>
          </ac:spMkLst>
        </pc:spChg>
        <pc:spChg chg="mod">
          <ac:chgData name="유승철" userId="9584054c-e08f-4935-bde6-b53c2dd0dfbc" providerId="ADAL" clId="{B87B6209-810B-47F2-A1C0-658059313109}" dt="2021-02-05T06:02:27.873" v="133"/>
          <ac:spMkLst>
            <pc:docMk/>
            <pc:sldMk cId="3894148367" sldId="268"/>
            <ac:spMk id="100" creationId="{412F53A5-E27C-4754-80D5-0162C06C89D6}"/>
          </ac:spMkLst>
        </pc:spChg>
        <pc:spChg chg="mod">
          <ac:chgData name="유승철" userId="9584054c-e08f-4935-bde6-b53c2dd0dfbc" providerId="ADAL" clId="{B87B6209-810B-47F2-A1C0-658059313109}" dt="2021-02-05T06:04:45.556" v="190" actId="20577"/>
          <ac:spMkLst>
            <pc:docMk/>
            <pc:sldMk cId="3894148367" sldId="268"/>
            <ac:spMk id="105" creationId="{7257E63F-74EE-4808-AE09-6ADC95118B7E}"/>
          </ac:spMkLst>
        </pc:spChg>
        <pc:spChg chg="mod">
          <ac:chgData name="유승철" userId="9584054c-e08f-4935-bde6-b53c2dd0dfbc" providerId="ADAL" clId="{B87B6209-810B-47F2-A1C0-658059313109}" dt="2021-02-05T06:22:44.976" v="359" actId="20577"/>
          <ac:spMkLst>
            <pc:docMk/>
            <pc:sldMk cId="3894148367" sldId="268"/>
            <ac:spMk id="106" creationId="{3D87A129-D4DD-4D9F-B441-A63EA86B086F}"/>
          </ac:spMkLst>
        </pc:spChg>
        <pc:spChg chg="mod">
          <ac:chgData name="유승철" userId="9584054c-e08f-4935-bde6-b53c2dd0dfbc" providerId="ADAL" clId="{B87B6209-810B-47F2-A1C0-658059313109}" dt="2021-02-05T06:02:27.873" v="133"/>
          <ac:spMkLst>
            <pc:docMk/>
            <pc:sldMk cId="3894148367" sldId="268"/>
            <ac:spMk id="107" creationId="{F7335B0A-DFBD-4C6E-B7E9-B3BFCF2C694D}"/>
          </ac:spMkLst>
        </pc:spChg>
        <pc:spChg chg="mod">
          <ac:chgData name="유승철" userId="9584054c-e08f-4935-bde6-b53c2dd0dfbc" providerId="ADAL" clId="{B87B6209-810B-47F2-A1C0-658059313109}" dt="2021-02-05T06:02:27.873" v="133"/>
          <ac:spMkLst>
            <pc:docMk/>
            <pc:sldMk cId="3894148367" sldId="268"/>
            <ac:spMk id="108" creationId="{2208B16F-A57D-477B-B768-FE216F691CBA}"/>
          </ac:spMkLst>
        </pc:spChg>
        <pc:spChg chg="mod">
          <ac:chgData name="유승철" userId="9584054c-e08f-4935-bde6-b53c2dd0dfbc" providerId="ADAL" clId="{B87B6209-810B-47F2-A1C0-658059313109}" dt="2021-02-05T06:22:02.166" v="337" actId="14100"/>
          <ac:spMkLst>
            <pc:docMk/>
            <pc:sldMk cId="3894148367" sldId="268"/>
            <ac:spMk id="110" creationId="{ACCA02C7-54D5-480F-B920-77B2A2C11171}"/>
          </ac:spMkLst>
        </pc:spChg>
        <pc:spChg chg="mod">
          <ac:chgData name="유승철" userId="9584054c-e08f-4935-bde6-b53c2dd0dfbc" providerId="ADAL" clId="{B87B6209-810B-47F2-A1C0-658059313109}" dt="2021-02-05T06:02:27.873" v="133"/>
          <ac:spMkLst>
            <pc:docMk/>
            <pc:sldMk cId="3894148367" sldId="268"/>
            <ac:spMk id="111" creationId="{8E87B08F-2845-48F9-BC2C-67EC43E32A5C}"/>
          </ac:spMkLst>
        </pc:spChg>
        <pc:spChg chg="mod">
          <ac:chgData name="유승철" userId="9584054c-e08f-4935-bde6-b53c2dd0dfbc" providerId="ADAL" clId="{B87B6209-810B-47F2-A1C0-658059313109}" dt="2021-02-05T06:02:27.873" v="133"/>
          <ac:spMkLst>
            <pc:docMk/>
            <pc:sldMk cId="3894148367" sldId="268"/>
            <ac:spMk id="112" creationId="{54500A70-C67A-4F3F-A8AC-612BFC81A1DF}"/>
          </ac:spMkLst>
        </pc:spChg>
        <pc:spChg chg="mod">
          <ac:chgData name="유승철" userId="9584054c-e08f-4935-bde6-b53c2dd0dfbc" providerId="ADAL" clId="{B87B6209-810B-47F2-A1C0-658059313109}" dt="2021-02-05T06:02:27.873" v="133"/>
          <ac:spMkLst>
            <pc:docMk/>
            <pc:sldMk cId="3894148367" sldId="268"/>
            <ac:spMk id="113" creationId="{D356733D-8EE0-4AC6-B027-2DA2ED0CA294}"/>
          </ac:spMkLst>
        </pc:spChg>
        <pc:spChg chg="mod">
          <ac:chgData name="유승철" userId="9584054c-e08f-4935-bde6-b53c2dd0dfbc" providerId="ADAL" clId="{B87B6209-810B-47F2-A1C0-658059313109}" dt="2021-02-05T06:02:27.873" v="133"/>
          <ac:spMkLst>
            <pc:docMk/>
            <pc:sldMk cId="3894148367" sldId="268"/>
            <ac:spMk id="114" creationId="{9D73037A-339E-407D-9048-EC577AFA503F}"/>
          </ac:spMkLst>
        </pc:spChg>
        <pc:grpChg chg="mod">
          <ac:chgData name="유승철" userId="9584054c-e08f-4935-bde6-b53c2dd0dfbc" providerId="ADAL" clId="{B87B6209-810B-47F2-A1C0-658059313109}" dt="2021-02-05T06:02:27.873" v="133"/>
          <ac:grpSpMkLst>
            <pc:docMk/>
            <pc:sldMk cId="3894148367" sldId="268"/>
            <ac:grpSpMk id="2" creationId="{46542FAB-36F4-48A3-BB5D-915763235739}"/>
          </ac:grpSpMkLst>
        </pc:grpChg>
        <pc:grpChg chg="mod">
          <ac:chgData name="유승철" userId="9584054c-e08f-4935-bde6-b53c2dd0dfbc" providerId="ADAL" clId="{B87B6209-810B-47F2-A1C0-658059313109}" dt="2021-02-05T06:02:27.873" v="133"/>
          <ac:grpSpMkLst>
            <pc:docMk/>
            <pc:sldMk cId="3894148367" sldId="268"/>
            <ac:grpSpMk id="99" creationId="{5A61A996-8EE8-48CB-8000-EC9E240B0E2D}"/>
          </ac:grpSpMkLst>
        </pc:grpChg>
        <pc:grpChg chg="mod">
          <ac:chgData name="유승철" userId="9584054c-e08f-4935-bde6-b53c2dd0dfbc" providerId="ADAL" clId="{B87B6209-810B-47F2-A1C0-658059313109}" dt="2021-02-05T06:02:27.873" v="133"/>
          <ac:grpSpMkLst>
            <pc:docMk/>
            <pc:sldMk cId="3894148367" sldId="268"/>
            <ac:grpSpMk id="101" creationId="{2153E846-28E8-40AF-83CE-5667B7E1B82D}"/>
          </ac:grpSpMkLst>
        </pc:grpChg>
        <pc:grpChg chg="mod">
          <ac:chgData name="유승철" userId="9584054c-e08f-4935-bde6-b53c2dd0dfbc" providerId="ADAL" clId="{B87B6209-810B-47F2-A1C0-658059313109}" dt="2021-02-05T06:02:27.873" v="133"/>
          <ac:grpSpMkLst>
            <pc:docMk/>
            <pc:sldMk cId="3894148367" sldId="268"/>
            <ac:grpSpMk id="103" creationId="{7D6C21B7-87AB-4120-A32A-ADA7BCC9C29F}"/>
          </ac:grpSpMkLst>
        </pc:grpChg>
        <pc:grpChg chg="mod">
          <ac:chgData name="유승철" userId="9584054c-e08f-4935-bde6-b53c2dd0dfbc" providerId="ADAL" clId="{B87B6209-810B-47F2-A1C0-658059313109}" dt="2021-02-05T06:02:27.873" v="133"/>
          <ac:grpSpMkLst>
            <pc:docMk/>
            <pc:sldMk cId="3894148367" sldId="268"/>
            <ac:grpSpMk id="104" creationId="{2EC44CE0-4735-4484-ADA5-621381E26584}"/>
          </ac:grpSpMkLst>
        </pc:grpChg>
        <pc:picChg chg="mod">
          <ac:chgData name="유승철" userId="9584054c-e08f-4935-bde6-b53c2dd0dfbc" providerId="ADAL" clId="{B87B6209-810B-47F2-A1C0-658059313109}" dt="2021-02-05T06:02:27.873" v="133"/>
          <ac:picMkLst>
            <pc:docMk/>
            <pc:sldMk cId="3894148367" sldId="268"/>
            <ac:picMk id="115" creationId="{8BC4112A-3E45-41AD-9332-23DCA92C5387}"/>
          </ac:picMkLst>
        </pc:picChg>
      </pc:sldChg>
    </pc:docChg>
  </pc:docChgLst>
  <pc:docChgLst>
    <pc:chgData name="김예은" userId="6526923f-0c52-4639-9dbd-0f483d8fd367" providerId="ADAL" clId="{01A97A38-1B5E-4FF6-94C0-DC9B4FE31146}"/>
    <pc:docChg chg="undo custSel modSld">
      <pc:chgData name="김예은" userId="6526923f-0c52-4639-9dbd-0f483d8fd367" providerId="ADAL" clId="{01A97A38-1B5E-4FF6-94C0-DC9B4FE31146}" dt="2021-11-04T02:20:02.325" v="855" actId="20577"/>
      <pc:docMkLst>
        <pc:docMk/>
      </pc:docMkLst>
      <pc:sldChg chg="modSp mod">
        <pc:chgData name="김예은" userId="6526923f-0c52-4639-9dbd-0f483d8fd367" providerId="ADAL" clId="{01A97A38-1B5E-4FF6-94C0-DC9B4FE31146}" dt="2021-11-04T02:20:02.325" v="855" actId="20577"/>
        <pc:sldMkLst>
          <pc:docMk/>
          <pc:sldMk cId="2782649627" sldId="272"/>
        </pc:sldMkLst>
        <pc:spChg chg="mod">
          <ac:chgData name="김예은" userId="6526923f-0c52-4639-9dbd-0f483d8fd367" providerId="ADAL" clId="{01A97A38-1B5E-4FF6-94C0-DC9B4FE31146}" dt="2021-11-04T02:20:02.325" v="855" actId="20577"/>
          <ac:spMkLst>
            <pc:docMk/>
            <pc:sldMk cId="2782649627" sldId="272"/>
            <ac:spMk id="66" creationId="{F4E638B4-C537-4BF3-BA11-B4CC7890D40C}"/>
          </ac:spMkLst>
        </pc:spChg>
        <pc:spChg chg="mod">
          <ac:chgData name="김예은" userId="6526923f-0c52-4639-9dbd-0f483d8fd367" providerId="ADAL" clId="{01A97A38-1B5E-4FF6-94C0-DC9B4FE31146}" dt="2021-11-04T02:18:36.659" v="766" actId="115"/>
          <ac:spMkLst>
            <pc:docMk/>
            <pc:sldMk cId="2782649627" sldId="272"/>
            <ac:spMk id="80" creationId="{9575A697-6BBD-4974-8D68-825BF0BB7FDA}"/>
          </ac:spMkLst>
        </pc:spChg>
        <pc:spChg chg="mod">
          <ac:chgData name="김예은" userId="6526923f-0c52-4639-9dbd-0f483d8fd367" providerId="ADAL" clId="{01A97A38-1B5E-4FF6-94C0-DC9B4FE31146}" dt="2021-11-04T02:19:49.313" v="838"/>
          <ac:spMkLst>
            <pc:docMk/>
            <pc:sldMk cId="2782649627" sldId="272"/>
            <ac:spMk id="98" creationId="{9F5E7173-F479-4B34-AE25-C46E66EE59F3}"/>
          </ac:spMkLst>
        </pc:spChg>
      </pc:sldChg>
      <pc:sldChg chg="modSp mod">
        <pc:chgData name="김예은" userId="6526923f-0c52-4639-9dbd-0f483d8fd367" providerId="ADAL" clId="{01A97A38-1B5E-4FF6-94C0-DC9B4FE31146}" dt="2021-11-04T02:13:43.514" v="720" actId="20577"/>
        <pc:sldMkLst>
          <pc:docMk/>
          <pc:sldMk cId="1676419962" sldId="273"/>
        </pc:sldMkLst>
        <pc:spChg chg="mod">
          <ac:chgData name="김예은" userId="6526923f-0c52-4639-9dbd-0f483d8fd367" providerId="ADAL" clId="{01A97A38-1B5E-4FF6-94C0-DC9B4FE31146}" dt="2021-11-04T02:00:17.847" v="99" actId="20577"/>
          <ac:spMkLst>
            <pc:docMk/>
            <pc:sldMk cId="1676419962" sldId="273"/>
            <ac:spMk id="76" creationId="{FF98D019-5950-4348-B8FC-73DFA75A3D44}"/>
          </ac:spMkLst>
        </pc:spChg>
        <pc:spChg chg="mod">
          <ac:chgData name="김예은" userId="6526923f-0c52-4639-9dbd-0f483d8fd367" providerId="ADAL" clId="{01A97A38-1B5E-4FF6-94C0-DC9B4FE31146}" dt="2021-11-04T02:07:19.050" v="423" actId="20577"/>
          <ac:spMkLst>
            <pc:docMk/>
            <pc:sldMk cId="1676419962" sldId="273"/>
            <ac:spMk id="78" creationId="{EFDE3C51-3ED2-4835-81B9-DA91548E78BD}"/>
          </ac:spMkLst>
        </pc:spChg>
        <pc:spChg chg="mod">
          <ac:chgData name="김예은" userId="6526923f-0c52-4639-9dbd-0f483d8fd367" providerId="ADAL" clId="{01A97A38-1B5E-4FF6-94C0-DC9B4FE31146}" dt="2021-11-04T02:12:13.753" v="665" actId="20577"/>
          <ac:spMkLst>
            <pc:docMk/>
            <pc:sldMk cId="1676419962" sldId="273"/>
            <ac:spMk id="87" creationId="{44D718C2-60B3-4532-AAA2-36852E65086A}"/>
          </ac:spMkLst>
        </pc:spChg>
        <pc:spChg chg="mod">
          <ac:chgData name="김예은" userId="6526923f-0c52-4639-9dbd-0f483d8fd367" providerId="ADAL" clId="{01A97A38-1B5E-4FF6-94C0-DC9B4FE31146}" dt="2021-11-04T02:12:34.514" v="671" actId="20577"/>
          <ac:spMkLst>
            <pc:docMk/>
            <pc:sldMk cId="1676419962" sldId="273"/>
            <ac:spMk id="88" creationId="{B7905ADF-C346-4343-AF95-5463EB6D74CD}"/>
          </ac:spMkLst>
        </pc:spChg>
        <pc:spChg chg="mod">
          <ac:chgData name="김예은" userId="6526923f-0c52-4639-9dbd-0f483d8fd367" providerId="ADAL" clId="{01A97A38-1B5E-4FF6-94C0-DC9B4FE31146}" dt="2021-11-04T02:11:57.258" v="654" actId="20577"/>
          <ac:spMkLst>
            <pc:docMk/>
            <pc:sldMk cId="1676419962" sldId="273"/>
            <ac:spMk id="92" creationId="{24C66627-37B1-4E15-B61B-8074A1FFC201}"/>
          </ac:spMkLst>
        </pc:spChg>
        <pc:spChg chg="mod">
          <ac:chgData name="김예은" userId="6526923f-0c52-4639-9dbd-0f483d8fd367" providerId="ADAL" clId="{01A97A38-1B5E-4FF6-94C0-DC9B4FE31146}" dt="2021-11-04T02:09:02.498" v="571" actId="20577"/>
          <ac:spMkLst>
            <pc:docMk/>
            <pc:sldMk cId="1676419962" sldId="273"/>
            <ac:spMk id="94" creationId="{5572E458-5F7E-4F1D-AFCD-47CCCBDC3B12}"/>
          </ac:spMkLst>
        </pc:spChg>
        <pc:spChg chg="mod">
          <ac:chgData name="김예은" userId="6526923f-0c52-4639-9dbd-0f483d8fd367" providerId="ADAL" clId="{01A97A38-1B5E-4FF6-94C0-DC9B4FE31146}" dt="2021-11-04T02:13:43.514" v="720" actId="20577"/>
          <ac:spMkLst>
            <pc:docMk/>
            <pc:sldMk cId="1676419962" sldId="273"/>
            <ac:spMk id="103" creationId="{2D8BC6B3-3088-4374-9BB8-E0653B7C9A69}"/>
          </ac:spMkLst>
        </pc:spChg>
      </pc:sldChg>
    </pc:docChg>
  </pc:docChgLst>
  <pc:docChgLst>
    <pc:chgData name="이유림" userId="c4f7c10e-9591-4e08-8489-adf65147d8f2" providerId="ADAL" clId="{DA7E77D8-E763-4BC6-B228-9320CBB6B0FB}"/>
    <pc:docChg chg="undo custSel modSld">
      <pc:chgData name="이유림" userId="c4f7c10e-9591-4e08-8489-adf65147d8f2" providerId="ADAL" clId="{DA7E77D8-E763-4BC6-B228-9320CBB6B0FB}" dt="2025-07-09T03:11:51.464" v="1331"/>
      <pc:docMkLst>
        <pc:docMk/>
      </pc:docMkLst>
      <pc:sldChg chg="modSp mod">
        <pc:chgData name="이유림" userId="c4f7c10e-9591-4e08-8489-adf65147d8f2" providerId="ADAL" clId="{DA7E77D8-E763-4BC6-B228-9320CBB6B0FB}" dt="2025-07-09T02:27:03.001" v="1316"/>
        <pc:sldMkLst>
          <pc:docMk/>
          <pc:sldMk cId="2604213135" sldId="279"/>
        </pc:sldMkLst>
        <pc:spChg chg="mod">
          <ac:chgData name="이유림" userId="c4f7c10e-9591-4e08-8489-adf65147d8f2" providerId="ADAL" clId="{DA7E77D8-E763-4BC6-B228-9320CBB6B0FB}" dt="2025-07-08T02:07:01.200" v="18" actId="20577"/>
          <ac:spMkLst>
            <pc:docMk/>
            <pc:sldMk cId="2604213135" sldId="279"/>
            <ac:spMk id="6" creationId="{15141728-A305-8742-8C53-C14A4823EEFE}"/>
          </ac:spMkLst>
        </pc:spChg>
        <pc:spChg chg="mod">
          <ac:chgData name="이유림" userId="c4f7c10e-9591-4e08-8489-adf65147d8f2" providerId="ADAL" clId="{DA7E77D8-E763-4BC6-B228-9320CBB6B0FB}" dt="2025-07-08T02:10:15.656" v="78" actId="313"/>
          <ac:spMkLst>
            <pc:docMk/>
            <pc:sldMk cId="2604213135" sldId="279"/>
            <ac:spMk id="15" creationId="{DD2BA9D1-889D-AEF8-BB7E-B25BCFC35209}"/>
          </ac:spMkLst>
        </pc:spChg>
        <pc:spChg chg="mod">
          <ac:chgData name="이유림" userId="c4f7c10e-9591-4e08-8489-adf65147d8f2" providerId="ADAL" clId="{DA7E77D8-E763-4BC6-B228-9320CBB6B0FB}" dt="2025-07-08T05:13:13.099" v="1023"/>
          <ac:spMkLst>
            <pc:docMk/>
            <pc:sldMk cId="2604213135" sldId="279"/>
            <ac:spMk id="17" creationId="{9B0C1535-B1E4-B210-1974-EDF1CE6AEC14}"/>
          </ac:spMkLst>
        </pc:spChg>
        <pc:spChg chg="mod">
          <ac:chgData name="이유림" userId="c4f7c10e-9591-4e08-8489-adf65147d8f2" providerId="ADAL" clId="{DA7E77D8-E763-4BC6-B228-9320CBB6B0FB}" dt="2025-07-08T02:38:49.189" v="813" actId="20577"/>
          <ac:spMkLst>
            <pc:docMk/>
            <pc:sldMk cId="2604213135" sldId="279"/>
            <ac:spMk id="24" creationId="{62920AD4-7942-1BED-4284-E22921A7F674}"/>
          </ac:spMkLst>
        </pc:spChg>
        <pc:spChg chg="mod">
          <ac:chgData name="이유림" userId="c4f7c10e-9591-4e08-8489-adf65147d8f2" providerId="ADAL" clId="{DA7E77D8-E763-4BC6-B228-9320CBB6B0FB}" dt="2025-07-08T02:38:23.119" v="790" actId="20577"/>
          <ac:spMkLst>
            <pc:docMk/>
            <pc:sldMk cId="2604213135" sldId="279"/>
            <ac:spMk id="25" creationId="{4E9CF9F7-D515-77C5-FE55-D74A3A50A30A}"/>
          </ac:spMkLst>
        </pc:spChg>
        <pc:spChg chg="mod">
          <ac:chgData name="이유림" userId="c4f7c10e-9591-4e08-8489-adf65147d8f2" providerId="ADAL" clId="{DA7E77D8-E763-4BC6-B228-9320CBB6B0FB}" dt="2025-07-08T02:35:03.110" v="677" actId="20577"/>
          <ac:spMkLst>
            <pc:docMk/>
            <pc:sldMk cId="2604213135" sldId="279"/>
            <ac:spMk id="26" creationId="{4926C1AC-7839-732B-9B96-3C3A1D6AFE60}"/>
          </ac:spMkLst>
        </pc:spChg>
        <pc:spChg chg="mod">
          <ac:chgData name="이유림" userId="c4f7c10e-9591-4e08-8489-adf65147d8f2" providerId="ADAL" clId="{DA7E77D8-E763-4BC6-B228-9320CBB6B0FB}" dt="2025-07-08T02:38:00.967" v="762" actId="20577"/>
          <ac:spMkLst>
            <pc:docMk/>
            <pc:sldMk cId="2604213135" sldId="279"/>
            <ac:spMk id="27" creationId="{38EA2831-285C-F0AC-DB24-1E5C5F100C23}"/>
          </ac:spMkLst>
        </pc:spChg>
        <pc:spChg chg="mod">
          <ac:chgData name="이유림" userId="c4f7c10e-9591-4e08-8489-adf65147d8f2" providerId="ADAL" clId="{DA7E77D8-E763-4BC6-B228-9320CBB6B0FB}" dt="2025-07-08T02:29:26.684" v="509" actId="20577"/>
          <ac:spMkLst>
            <pc:docMk/>
            <pc:sldMk cId="2604213135" sldId="279"/>
            <ac:spMk id="28" creationId="{13CD4AEA-CEE2-B2A9-0415-EAAAA9F0B440}"/>
          </ac:spMkLst>
        </pc:spChg>
        <pc:spChg chg="mod">
          <ac:chgData name="이유림" userId="c4f7c10e-9591-4e08-8489-adf65147d8f2" providerId="ADAL" clId="{DA7E77D8-E763-4BC6-B228-9320CBB6B0FB}" dt="2025-07-08T02:34:37.140" v="633" actId="6549"/>
          <ac:spMkLst>
            <pc:docMk/>
            <pc:sldMk cId="2604213135" sldId="279"/>
            <ac:spMk id="29" creationId="{FC97D07A-6DEB-CA92-08AD-67FA8DFF0F08}"/>
          </ac:spMkLst>
        </pc:spChg>
        <pc:spChg chg="mod">
          <ac:chgData name="이유림" userId="c4f7c10e-9591-4e08-8489-adf65147d8f2" providerId="ADAL" clId="{DA7E77D8-E763-4BC6-B228-9320CBB6B0FB}" dt="2025-07-08T05:22:14.738" v="1032" actId="20577"/>
          <ac:spMkLst>
            <pc:docMk/>
            <pc:sldMk cId="2604213135" sldId="279"/>
            <ac:spMk id="31" creationId="{6F2A1BD8-B677-9F0A-0B8C-8392A2C05CEE}"/>
          </ac:spMkLst>
        </pc:spChg>
        <pc:spChg chg="mod">
          <ac:chgData name="이유림" userId="c4f7c10e-9591-4e08-8489-adf65147d8f2" providerId="ADAL" clId="{DA7E77D8-E763-4BC6-B228-9320CBB6B0FB}" dt="2025-07-08T02:21:20.980" v="373" actId="20577"/>
          <ac:spMkLst>
            <pc:docMk/>
            <pc:sldMk cId="2604213135" sldId="279"/>
            <ac:spMk id="33" creationId="{5CB8F92A-C939-8121-292A-79D60AE11AC9}"/>
          </ac:spMkLst>
        </pc:spChg>
        <pc:spChg chg="mod">
          <ac:chgData name="이유림" userId="c4f7c10e-9591-4e08-8489-adf65147d8f2" providerId="ADAL" clId="{DA7E77D8-E763-4BC6-B228-9320CBB6B0FB}" dt="2025-07-08T02:43:49.880" v="1002" actId="20577"/>
          <ac:spMkLst>
            <pc:docMk/>
            <pc:sldMk cId="2604213135" sldId="279"/>
            <ac:spMk id="41" creationId="{CF59AD6E-4677-0047-41F2-2CE029064BA7}"/>
          </ac:spMkLst>
        </pc:spChg>
        <pc:spChg chg="mod">
          <ac:chgData name="이유림" userId="c4f7c10e-9591-4e08-8489-adf65147d8f2" providerId="ADAL" clId="{DA7E77D8-E763-4BC6-B228-9320CBB6B0FB}" dt="2025-07-08T02:43:35.965" v="991" actId="20577"/>
          <ac:spMkLst>
            <pc:docMk/>
            <pc:sldMk cId="2604213135" sldId="279"/>
            <ac:spMk id="42" creationId="{83E1B563-1F12-F072-2510-A2FE0C948CD9}"/>
          </ac:spMkLst>
        </pc:spChg>
        <pc:spChg chg="mod">
          <ac:chgData name="이유림" userId="c4f7c10e-9591-4e08-8489-adf65147d8f2" providerId="ADAL" clId="{DA7E77D8-E763-4BC6-B228-9320CBB6B0FB}" dt="2025-07-08T02:40:46.649" v="888" actId="6549"/>
          <ac:spMkLst>
            <pc:docMk/>
            <pc:sldMk cId="2604213135" sldId="279"/>
            <ac:spMk id="43" creationId="{6FDED833-9209-F168-81E2-8F75D3E6AC0B}"/>
          </ac:spMkLst>
        </pc:spChg>
        <pc:spChg chg="mod">
          <ac:chgData name="이유림" userId="c4f7c10e-9591-4e08-8489-adf65147d8f2" providerId="ADAL" clId="{DA7E77D8-E763-4BC6-B228-9320CBB6B0FB}" dt="2025-07-08T02:42:28.879" v="920" actId="20577"/>
          <ac:spMkLst>
            <pc:docMk/>
            <pc:sldMk cId="2604213135" sldId="279"/>
            <ac:spMk id="44" creationId="{72EE6F18-228A-11A7-901A-8C112B5F30E8}"/>
          </ac:spMkLst>
        </pc:spChg>
        <pc:spChg chg="mod">
          <ac:chgData name="이유림" userId="c4f7c10e-9591-4e08-8489-adf65147d8f2" providerId="ADAL" clId="{DA7E77D8-E763-4BC6-B228-9320CBB6B0FB}" dt="2025-07-08T02:40:10.666" v="877" actId="6549"/>
          <ac:spMkLst>
            <pc:docMk/>
            <pc:sldMk cId="2604213135" sldId="279"/>
            <ac:spMk id="46" creationId="{7DA334C2-E384-CB47-2C11-DD1D0A0EE62A}"/>
          </ac:spMkLst>
        </pc:spChg>
        <pc:spChg chg="mod">
          <ac:chgData name="이유림" userId="c4f7c10e-9591-4e08-8489-adf65147d8f2" providerId="ADAL" clId="{DA7E77D8-E763-4BC6-B228-9320CBB6B0FB}" dt="2025-07-09T02:27:03.001" v="1316"/>
          <ac:spMkLst>
            <pc:docMk/>
            <pc:sldMk cId="2604213135" sldId="279"/>
            <ac:spMk id="136" creationId="{B4D65861-9355-82C7-901E-B4B1C92724AB}"/>
          </ac:spMkLst>
        </pc:spChg>
        <pc:spChg chg="mod">
          <ac:chgData name="이유림" userId="c4f7c10e-9591-4e08-8489-adf65147d8f2" providerId="ADAL" clId="{DA7E77D8-E763-4BC6-B228-9320CBB6B0FB}" dt="2025-07-08T09:17:22.415" v="1270"/>
          <ac:spMkLst>
            <pc:docMk/>
            <pc:sldMk cId="2604213135" sldId="279"/>
            <ac:spMk id="138" creationId="{B2D2F8CE-754C-105D-0DB2-A42A8979DD3C}"/>
          </ac:spMkLst>
        </pc:spChg>
      </pc:sldChg>
      <pc:sldChg chg="addSp delSp modSp mod">
        <pc:chgData name="이유림" userId="c4f7c10e-9591-4e08-8489-adf65147d8f2" providerId="ADAL" clId="{DA7E77D8-E763-4BC6-B228-9320CBB6B0FB}" dt="2025-07-09T03:11:51.464" v="1331"/>
        <pc:sldMkLst>
          <pc:docMk/>
          <pc:sldMk cId="2141349456" sldId="280"/>
        </pc:sldMkLst>
        <pc:spChg chg="mod">
          <ac:chgData name="이유림" userId="c4f7c10e-9591-4e08-8489-adf65147d8f2" providerId="ADAL" clId="{DA7E77D8-E763-4BC6-B228-9320CBB6B0FB}" dt="2025-07-08T02:07:06.010" v="25" actId="20577"/>
          <ac:spMkLst>
            <pc:docMk/>
            <pc:sldMk cId="2141349456" sldId="280"/>
            <ac:spMk id="5" creationId="{82305561-9C83-4AF0-BE74-852E6825B240}"/>
          </ac:spMkLst>
        </pc:spChg>
        <pc:spChg chg="mod">
          <ac:chgData name="이유림" userId="c4f7c10e-9591-4e08-8489-adf65147d8f2" providerId="ADAL" clId="{DA7E77D8-E763-4BC6-B228-9320CBB6B0FB}" dt="2025-07-09T03:11:51.464" v="1331"/>
          <ac:spMkLst>
            <pc:docMk/>
            <pc:sldMk cId="2141349456" sldId="280"/>
            <ac:spMk id="6" creationId="{B30E2BE7-3CCA-EA34-005D-B2A081CE14F2}"/>
          </ac:spMkLst>
        </pc:spChg>
        <pc:spChg chg="mod">
          <ac:chgData name="이유림" userId="c4f7c10e-9591-4e08-8489-adf65147d8f2" providerId="ADAL" clId="{DA7E77D8-E763-4BC6-B228-9320CBB6B0FB}" dt="2025-07-08T02:47:31.792" v="1004"/>
          <ac:spMkLst>
            <pc:docMk/>
            <pc:sldMk cId="2141349456" sldId="280"/>
            <ac:spMk id="9" creationId="{7A4EC9C3-41F3-4211-36A8-CEB7C5652ADC}"/>
          </ac:spMkLst>
        </pc:spChg>
        <pc:spChg chg="mod">
          <ac:chgData name="이유림" userId="c4f7c10e-9591-4e08-8489-adf65147d8f2" providerId="ADAL" clId="{DA7E77D8-E763-4BC6-B228-9320CBB6B0FB}" dt="2025-07-08T02:07:12.739" v="26"/>
          <ac:spMkLst>
            <pc:docMk/>
            <pc:sldMk cId="2141349456" sldId="280"/>
            <ac:spMk id="29" creationId="{4AB2BBC1-C6B4-44BE-47AE-931A51F0A1C2}"/>
          </ac:spMkLst>
        </pc:spChg>
        <pc:spChg chg="mod">
          <ac:chgData name="이유림" userId="c4f7c10e-9591-4e08-8489-adf65147d8f2" providerId="ADAL" clId="{DA7E77D8-E763-4BC6-B228-9320CBB6B0FB}" dt="2025-07-08T05:39:33.149" v="1161"/>
          <ac:spMkLst>
            <pc:docMk/>
            <pc:sldMk cId="2141349456" sldId="280"/>
            <ac:spMk id="59" creationId="{B4F9ABB2-A3D7-3C9F-34C6-5426CEF2C81D}"/>
          </ac:spMkLst>
        </pc:spChg>
        <pc:spChg chg="mod">
          <ac:chgData name="이유림" userId="c4f7c10e-9591-4e08-8489-adf65147d8f2" providerId="ADAL" clId="{DA7E77D8-E763-4BC6-B228-9320CBB6B0FB}" dt="2025-07-08T02:07:18.367" v="27"/>
          <ac:spMkLst>
            <pc:docMk/>
            <pc:sldMk cId="2141349456" sldId="280"/>
            <ac:spMk id="60" creationId="{128585C8-0EE3-B2CD-FD85-A6124355B24F}"/>
          </ac:spMkLst>
        </pc:spChg>
        <pc:spChg chg="mod">
          <ac:chgData name="이유림" userId="c4f7c10e-9591-4e08-8489-adf65147d8f2" providerId="ADAL" clId="{DA7E77D8-E763-4BC6-B228-9320CBB6B0FB}" dt="2025-07-09T02:14:30.845" v="1291"/>
          <ac:spMkLst>
            <pc:docMk/>
            <pc:sldMk cId="2141349456" sldId="280"/>
            <ac:spMk id="71" creationId="{5863319B-2DD0-D6C4-A975-D14639DEC84D}"/>
          </ac:spMkLst>
        </pc:spChg>
        <pc:grpChg chg="add mod">
          <ac:chgData name="이유림" userId="c4f7c10e-9591-4e08-8489-adf65147d8f2" providerId="ADAL" clId="{DA7E77D8-E763-4BC6-B228-9320CBB6B0FB}" dt="2025-07-08T02:47:31.792" v="1004"/>
          <ac:grpSpMkLst>
            <pc:docMk/>
            <pc:sldMk cId="2141349456" sldId="280"/>
            <ac:grpSpMk id="4" creationId="{C1EEBE16-3EA2-D108-B273-C86ACF33799B}"/>
          </ac:grpSpMkLst>
        </pc:grpChg>
        <pc:grpChg chg="del">
          <ac:chgData name="이유림" userId="c4f7c10e-9591-4e08-8489-adf65147d8f2" providerId="ADAL" clId="{DA7E77D8-E763-4BC6-B228-9320CBB6B0FB}" dt="2025-07-08T02:47:31.513" v="1003" actId="478"/>
          <ac:grpSpMkLst>
            <pc:docMk/>
            <pc:sldMk cId="2141349456" sldId="280"/>
            <ac:grpSpMk id="10" creationId="{4379612A-A119-FAB7-B2AC-5908B320E5CC}"/>
          </ac:grpSpMkLst>
        </pc:grpChg>
        <pc:grpChg chg="mod">
          <ac:chgData name="이유림" userId="c4f7c10e-9591-4e08-8489-adf65147d8f2" providerId="ADAL" clId="{DA7E77D8-E763-4BC6-B228-9320CBB6B0FB}" dt="2025-07-08T02:47:31.792" v="1004"/>
          <ac:grpSpMkLst>
            <pc:docMk/>
            <pc:sldMk cId="2141349456" sldId="280"/>
            <ac:grpSpMk id="12" creationId="{44A0CB91-A61E-D56C-40F2-8EE05C3252D3}"/>
          </ac:grpSpMkLst>
        </pc:grpChg>
        <pc:grpChg chg="mod">
          <ac:chgData name="이유림" userId="c4f7c10e-9591-4e08-8489-adf65147d8f2" providerId="ADAL" clId="{DA7E77D8-E763-4BC6-B228-9320CBB6B0FB}" dt="2025-07-08T02:47:37.592" v="1005" actId="1076"/>
          <ac:grpSpMkLst>
            <pc:docMk/>
            <pc:sldMk cId="2141349456" sldId="280"/>
            <ac:grpSpMk id="55" creationId="{DEBB54CB-E5DF-49BD-23C3-FC65169292D2}"/>
          </ac:grpSpMkLst>
        </pc:grpChg>
        <pc:grpChg chg="mod">
          <ac:chgData name="이유림" userId="c4f7c10e-9591-4e08-8489-adf65147d8f2" providerId="ADAL" clId="{DA7E77D8-E763-4BC6-B228-9320CBB6B0FB}" dt="2025-07-08T02:47:43.042" v="1006" actId="1076"/>
          <ac:grpSpMkLst>
            <pc:docMk/>
            <pc:sldMk cId="2141349456" sldId="280"/>
            <ac:grpSpMk id="62" creationId="{60B2A956-938C-D274-B006-6568900F12B0}"/>
          </ac:grpSpMkLst>
        </pc:grpChg>
        <pc:picChg chg="mod">
          <ac:chgData name="이유림" userId="c4f7c10e-9591-4e08-8489-adf65147d8f2" providerId="ADAL" clId="{DA7E77D8-E763-4BC6-B228-9320CBB6B0FB}" dt="2025-07-08T02:47:31.792" v="1004"/>
          <ac:picMkLst>
            <pc:docMk/>
            <pc:sldMk cId="2141349456" sldId="280"/>
            <ac:picMk id="14" creationId="{A33389E4-9801-7831-B45A-BECC2B9EA39C}"/>
          </ac:picMkLst>
        </pc:picChg>
        <pc:picChg chg="mod">
          <ac:chgData name="이유림" userId="c4f7c10e-9591-4e08-8489-adf65147d8f2" providerId="ADAL" clId="{DA7E77D8-E763-4BC6-B228-9320CBB6B0FB}" dt="2025-07-08T02:47:31.792" v="1004"/>
          <ac:picMkLst>
            <pc:docMk/>
            <pc:sldMk cId="2141349456" sldId="280"/>
            <ac:picMk id="15" creationId="{3E4B9877-E172-DAE1-2FFC-3AD7CB13220A}"/>
          </ac:picMkLst>
        </pc:picChg>
        <pc:picChg chg="mod">
          <ac:chgData name="이유림" userId="c4f7c10e-9591-4e08-8489-adf65147d8f2" providerId="ADAL" clId="{DA7E77D8-E763-4BC6-B228-9320CBB6B0FB}" dt="2025-07-08T02:47:31.792" v="1004"/>
          <ac:picMkLst>
            <pc:docMk/>
            <pc:sldMk cId="2141349456" sldId="280"/>
            <ac:picMk id="16" creationId="{D376872E-C405-CCC4-2C25-8DFF57FAA25F}"/>
          </ac:picMkLst>
        </pc:picChg>
        <pc:picChg chg="mod">
          <ac:chgData name="이유림" userId="c4f7c10e-9591-4e08-8489-adf65147d8f2" providerId="ADAL" clId="{DA7E77D8-E763-4BC6-B228-9320CBB6B0FB}" dt="2025-07-08T02:47:31.792" v="1004"/>
          <ac:picMkLst>
            <pc:docMk/>
            <pc:sldMk cId="2141349456" sldId="280"/>
            <ac:picMk id="17" creationId="{2EFA468C-F53E-4CE7-AE06-C0BE38B95108}"/>
          </ac:picMkLst>
        </pc:picChg>
        <pc:picChg chg="mod">
          <ac:chgData name="이유림" userId="c4f7c10e-9591-4e08-8489-adf65147d8f2" providerId="ADAL" clId="{DA7E77D8-E763-4BC6-B228-9320CBB6B0FB}" dt="2025-07-08T02:47:31.792" v="1004"/>
          <ac:picMkLst>
            <pc:docMk/>
            <pc:sldMk cId="2141349456" sldId="280"/>
            <ac:picMk id="18" creationId="{0AE412E2-A8D4-D79E-DD46-EF5E46D2BCB8}"/>
          </ac:picMkLst>
        </pc:picChg>
        <pc:picChg chg="mod">
          <ac:chgData name="이유림" userId="c4f7c10e-9591-4e08-8489-adf65147d8f2" providerId="ADAL" clId="{DA7E77D8-E763-4BC6-B228-9320CBB6B0FB}" dt="2025-07-08T02:47:31.792" v="1004"/>
          <ac:picMkLst>
            <pc:docMk/>
            <pc:sldMk cId="2141349456" sldId="280"/>
            <ac:picMk id="19" creationId="{D406A6B4-6DC4-1745-DF63-D90DDAFD60D8}"/>
          </ac:picMkLst>
        </pc:picChg>
        <pc:picChg chg="mod">
          <ac:chgData name="이유림" userId="c4f7c10e-9591-4e08-8489-adf65147d8f2" providerId="ADAL" clId="{DA7E77D8-E763-4BC6-B228-9320CBB6B0FB}" dt="2025-07-08T02:47:31.792" v="1004"/>
          <ac:picMkLst>
            <pc:docMk/>
            <pc:sldMk cId="2141349456" sldId="280"/>
            <ac:picMk id="20" creationId="{34166E28-2F0D-F4F2-C7F6-145E23F7FB40}"/>
          </ac:picMkLst>
        </pc:picChg>
        <pc:picChg chg="mod">
          <ac:chgData name="이유림" userId="c4f7c10e-9591-4e08-8489-adf65147d8f2" providerId="ADAL" clId="{DA7E77D8-E763-4BC6-B228-9320CBB6B0FB}" dt="2025-07-08T02:47:31.792" v="1004"/>
          <ac:picMkLst>
            <pc:docMk/>
            <pc:sldMk cId="2141349456" sldId="280"/>
            <ac:picMk id="21" creationId="{31999619-84A2-0B4F-D7FC-2BAD5F8E45B9}"/>
          </ac:picMkLst>
        </pc:picChg>
        <pc:picChg chg="mod">
          <ac:chgData name="이유림" userId="c4f7c10e-9591-4e08-8489-adf65147d8f2" providerId="ADAL" clId="{DA7E77D8-E763-4BC6-B228-9320CBB6B0FB}" dt="2025-07-08T02:47:31.792" v="1004"/>
          <ac:picMkLst>
            <pc:docMk/>
            <pc:sldMk cId="2141349456" sldId="280"/>
            <ac:picMk id="22" creationId="{46ED148F-6437-EB9F-3262-7A346FCD1A9C}"/>
          </ac:picMkLst>
        </pc:picChg>
        <pc:picChg chg="mod">
          <ac:chgData name="이유림" userId="c4f7c10e-9591-4e08-8489-adf65147d8f2" providerId="ADAL" clId="{DA7E77D8-E763-4BC6-B228-9320CBB6B0FB}" dt="2025-07-08T02:47:31.792" v="1004"/>
          <ac:picMkLst>
            <pc:docMk/>
            <pc:sldMk cId="2141349456" sldId="280"/>
            <ac:picMk id="23" creationId="{E1F8B7D0-8F78-49D0-E9A6-F155944C4058}"/>
          </ac:picMkLst>
        </pc:picChg>
        <pc:picChg chg="mod">
          <ac:chgData name="이유림" userId="c4f7c10e-9591-4e08-8489-adf65147d8f2" providerId="ADAL" clId="{DA7E77D8-E763-4BC6-B228-9320CBB6B0FB}" dt="2025-07-08T02:47:31.792" v="1004"/>
          <ac:picMkLst>
            <pc:docMk/>
            <pc:sldMk cId="2141349456" sldId="280"/>
            <ac:picMk id="24" creationId="{F23B369E-BA3D-DAF0-98D3-726415E7F42F}"/>
          </ac:picMkLst>
        </pc:picChg>
        <pc:picChg chg="mod">
          <ac:chgData name="이유림" userId="c4f7c10e-9591-4e08-8489-adf65147d8f2" providerId="ADAL" clId="{DA7E77D8-E763-4BC6-B228-9320CBB6B0FB}" dt="2025-07-08T02:47:31.792" v="1004"/>
          <ac:picMkLst>
            <pc:docMk/>
            <pc:sldMk cId="2141349456" sldId="280"/>
            <ac:picMk id="25" creationId="{6DA15A7C-73A7-CE22-BA98-B184631271DA}"/>
          </ac:picMkLst>
        </pc:picChg>
        <pc:picChg chg="mod">
          <ac:chgData name="이유림" userId="c4f7c10e-9591-4e08-8489-adf65147d8f2" providerId="ADAL" clId="{DA7E77D8-E763-4BC6-B228-9320CBB6B0FB}" dt="2025-07-08T02:47:31.792" v="1004"/>
          <ac:picMkLst>
            <pc:docMk/>
            <pc:sldMk cId="2141349456" sldId="280"/>
            <ac:picMk id="26" creationId="{5F1670A7-C526-C7CB-655C-06E7A0C811DE}"/>
          </ac:picMkLst>
        </pc:picChg>
        <pc:picChg chg="mod">
          <ac:chgData name="이유림" userId="c4f7c10e-9591-4e08-8489-adf65147d8f2" providerId="ADAL" clId="{DA7E77D8-E763-4BC6-B228-9320CBB6B0FB}" dt="2025-07-08T02:47:31.792" v="1004"/>
          <ac:picMkLst>
            <pc:docMk/>
            <pc:sldMk cId="2141349456" sldId="280"/>
            <ac:picMk id="27" creationId="{FD9B9C7A-F08C-1E9D-08CB-C30411DB8E6F}"/>
          </ac:picMkLst>
        </pc:picChg>
        <pc:cxnChg chg="mod">
          <ac:chgData name="이유림" userId="c4f7c10e-9591-4e08-8489-adf65147d8f2" providerId="ADAL" clId="{DA7E77D8-E763-4BC6-B228-9320CBB6B0FB}" dt="2025-07-08T02:47:31.792" v="1004"/>
          <ac:cxnSpMkLst>
            <pc:docMk/>
            <pc:sldMk cId="2141349456" sldId="280"/>
            <ac:cxnSpMk id="13" creationId="{26EE5256-C602-A282-F1F3-896CFEEF6963}"/>
          </ac:cxnSpMkLst>
        </pc:cxnChg>
        <pc:cxnChg chg="mod">
          <ac:chgData name="이유림" userId="c4f7c10e-9591-4e08-8489-adf65147d8f2" providerId="ADAL" clId="{DA7E77D8-E763-4BC6-B228-9320CBB6B0FB}" dt="2025-07-08T02:47:31.513" v="1003" actId="478"/>
          <ac:cxnSpMkLst>
            <pc:docMk/>
            <pc:sldMk cId="2141349456" sldId="280"/>
            <ac:cxnSpMk id="30" creationId="{984519F4-877F-AC93-5597-BB85BD908215}"/>
          </ac:cxnSpMkLst>
        </pc:cxnChg>
      </pc:sldChg>
    </pc:docChg>
  </pc:docChgLst>
  <pc:docChgLst>
    <pc:chgData name="이유림" userId="c4f7c10e-9591-4e08-8489-adf65147d8f2" providerId="ADAL" clId="{E1879C37-A7F5-478E-AA24-0AC63B805AD4}"/>
    <pc:docChg chg="undo custSel modSld">
      <pc:chgData name="이유림" userId="c4f7c10e-9591-4e08-8489-adf65147d8f2" providerId="ADAL" clId="{E1879C37-A7F5-478E-AA24-0AC63B805AD4}" dt="2026-02-11T01:34:38.190" v="2075" actId="465"/>
      <pc:docMkLst>
        <pc:docMk/>
      </pc:docMkLst>
      <pc:sldChg chg="addSp delSp modSp mod">
        <pc:chgData name="이유림" userId="c4f7c10e-9591-4e08-8489-adf65147d8f2" providerId="ADAL" clId="{E1879C37-A7F5-478E-AA24-0AC63B805AD4}" dt="2026-02-10T08:53:53.373" v="2066" actId="20577"/>
        <pc:sldMkLst>
          <pc:docMk/>
          <pc:sldMk cId="2141349456" sldId="280"/>
        </pc:sldMkLst>
        <pc:spChg chg="mod">
          <ac:chgData name="이유림" userId="c4f7c10e-9591-4e08-8489-adf65147d8f2" providerId="ADAL" clId="{E1879C37-A7F5-478E-AA24-0AC63B805AD4}" dt="2026-02-10T06:58:34.879" v="491" actId="20577"/>
          <ac:spMkLst>
            <pc:docMk/>
            <pc:sldMk cId="2141349456" sldId="280"/>
            <ac:spMk id="5" creationId="{82305561-9C83-4AF0-BE74-852E6825B240}"/>
          </ac:spMkLst>
        </pc:spChg>
        <pc:spChg chg="mod">
          <ac:chgData name="이유림" userId="c4f7c10e-9591-4e08-8489-adf65147d8f2" providerId="ADAL" clId="{E1879C37-A7F5-478E-AA24-0AC63B805AD4}" dt="2026-02-10T08:53:53.373" v="2066" actId="20577"/>
          <ac:spMkLst>
            <pc:docMk/>
            <pc:sldMk cId="2141349456" sldId="280"/>
            <ac:spMk id="11" creationId="{0CCDEA55-A7F2-FE86-9AFC-3F6A297D7A8B}"/>
          </ac:spMkLst>
        </pc:spChg>
        <pc:spChg chg="mod">
          <ac:chgData name="이유림" userId="c4f7c10e-9591-4e08-8489-adf65147d8f2" providerId="ADAL" clId="{E1879C37-A7F5-478E-AA24-0AC63B805AD4}" dt="2026-02-10T07:05:03.786" v="494" actId="6549"/>
          <ac:spMkLst>
            <pc:docMk/>
            <pc:sldMk cId="2141349456" sldId="280"/>
            <ac:spMk id="28" creationId="{78611E6E-05B6-08AB-38C1-63237DD3DF62}"/>
          </ac:spMkLst>
        </pc:spChg>
        <pc:spChg chg="mod">
          <ac:chgData name="이유림" userId="c4f7c10e-9591-4e08-8489-adf65147d8f2" providerId="ADAL" clId="{E1879C37-A7F5-478E-AA24-0AC63B805AD4}" dt="2026-02-10T07:57:53.434" v="1269" actId="6549"/>
          <ac:spMkLst>
            <pc:docMk/>
            <pc:sldMk cId="2141349456" sldId="280"/>
            <ac:spMk id="47" creationId="{56E151C1-858C-9713-9EF1-1290976A1513}"/>
          </ac:spMkLst>
        </pc:spChg>
        <pc:spChg chg="mod">
          <ac:chgData name="이유림" userId="c4f7c10e-9591-4e08-8489-adf65147d8f2" providerId="ADAL" clId="{E1879C37-A7F5-478E-AA24-0AC63B805AD4}" dt="2026-02-10T07:00:05.925" v="493"/>
          <ac:spMkLst>
            <pc:docMk/>
            <pc:sldMk cId="2141349456" sldId="280"/>
            <ac:spMk id="49" creationId="{CC3EBE6E-5AD8-B237-F164-77FE5072433C}"/>
          </ac:spMkLst>
        </pc:spChg>
        <pc:spChg chg="mod">
          <ac:chgData name="이유림" userId="c4f7c10e-9591-4e08-8489-adf65147d8f2" providerId="ADAL" clId="{E1879C37-A7F5-478E-AA24-0AC63B805AD4}" dt="2026-02-10T08:21:48.675" v="2019" actId="20577"/>
          <ac:spMkLst>
            <pc:docMk/>
            <pc:sldMk cId="2141349456" sldId="280"/>
            <ac:spMk id="71" creationId="{5863319B-2DD0-D6C4-A975-D14639DEC84D}"/>
          </ac:spMkLst>
        </pc:spChg>
        <pc:spChg chg="add del">
          <ac:chgData name="이유림" userId="c4f7c10e-9591-4e08-8489-adf65147d8f2" providerId="ADAL" clId="{E1879C37-A7F5-478E-AA24-0AC63B805AD4}" dt="2026-02-10T08:20:01.670" v="1997" actId="22"/>
          <ac:spMkLst>
            <pc:docMk/>
            <pc:sldMk cId="2141349456" sldId="280"/>
            <ac:spMk id="72" creationId="{353A373F-48C3-F35A-720D-DB501056141E}"/>
          </ac:spMkLst>
        </pc:spChg>
        <pc:grpChg chg="del">
          <ac:chgData name="이유림" userId="c4f7c10e-9591-4e08-8489-adf65147d8f2" providerId="ADAL" clId="{E1879C37-A7F5-478E-AA24-0AC63B805AD4}" dt="2026-02-10T07:00:05.590" v="492" actId="478"/>
          <ac:grpSpMkLst>
            <pc:docMk/>
            <pc:sldMk cId="2141349456" sldId="280"/>
            <ac:grpSpMk id="4" creationId="{2AD03CA7-8C24-144E-D031-832C82E54F44}"/>
          </ac:grpSpMkLst>
        </pc:grpChg>
        <pc:grpChg chg="add mod">
          <ac:chgData name="이유림" userId="c4f7c10e-9591-4e08-8489-adf65147d8f2" providerId="ADAL" clId="{E1879C37-A7F5-478E-AA24-0AC63B805AD4}" dt="2026-02-10T07:00:05.925" v="493"/>
          <ac:grpSpMkLst>
            <pc:docMk/>
            <pc:sldMk cId="2141349456" sldId="280"/>
            <ac:grpSpMk id="10" creationId="{57106EB0-23BC-CC28-9517-C1BA817ED650}"/>
          </ac:grpSpMkLst>
        </pc:grpChg>
        <pc:grpChg chg="mod">
          <ac:chgData name="이유림" userId="c4f7c10e-9591-4e08-8489-adf65147d8f2" providerId="ADAL" clId="{E1879C37-A7F5-478E-AA24-0AC63B805AD4}" dt="2026-02-10T07:00:05.925" v="493"/>
          <ac:grpSpMkLst>
            <pc:docMk/>
            <pc:sldMk cId="2141349456" sldId="280"/>
            <ac:grpSpMk id="29" creationId="{EC8F8FAC-64E9-E417-8061-8C9688372E4D}"/>
          </ac:grpSpMkLst>
        </pc:grpChg>
        <pc:grpChg chg="add mod">
          <ac:chgData name="이유림" userId="c4f7c10e-9591-4e08-8489-adf65147d8f2" providerId="ADAL" clId="{E1879C37-A7F5-478E-AA24-0AC63B805AD4}" dt="2026-02-10T07:00:05.925" v="493"/>
          <ac:grpSpMkLst>
            <pc:docMk/>
            <pc:sldMk cId="2141349456" sldId="280"/>
            <ac:grpSpMk id="46" creationId="{AE976AF2-FDA8-5E7D-E51A-EC10BBE76BD9}"/>
          </ac:grpSpMkLst>
        </pc:grpChg>
        <pc:grpChg chg="del">
          <ac:chgData name="이유림" userId="c4f7c10e-9591-4e08-8489-adf65147d8f2" providerId="ADAL" clId="{E1879C37-A7F5-478E-AA24-0AC63B805AD4}" dt="2026-02-10T07:00:05.590" v="492" actId="478"/>
          <ac:grpSpMkLst>
            <pc:docMk/>
            <pc:sldMk cId="2141349456" sldId="280"/>
            <ac:grpSpMk id="58" creationId="{A4F35A62-3AB5-1EEB-A660-2191D6531B55}"/>
          </ac:grpSpMkLst>
        </pc:grpChg>
        <pc:picChg chg="mod">
          <ac:chgData name="이유림" userId="c4f7c10e-9591-4e08-8489-adf65147d8f2" providerId="ADAL" clId="{E1879C37-A7F5-478E-AA24-0AC63B805AD4}" dt="2026-02-10T07:00:05.925" v="493"/>
          <ac:picMkLst>
            <pc:docMk/>
            <pc:sldMk cId="2141349456" sldId="280"/>
            <ac:picMk id="31" creationId="{58B2CD81-550A-BBF6-8671-6F99A799A252}"/>
          </ac:picMkLst>
        </pc:picChg>
        <pc:picChg chg="mod">
          <ac:chgData name="이유림" userId="c4f7c10e-9591-4e08-8489-adf65147d8f2" providerId="ADAL" clId="{E1879C37-A7F5-478E-AA24-0AC63B805AD4}" dt="2026-02-10T07:00:05.925" v="493"/>
          <ac:picMkLst>
            <pc:docMk/>
            <pc:sldMk cId="2141349456" sldId="280"/>
            <ac:picMk id="32" creationId="{E1F8FE1D-AE99-9A16-46A2-1DCA4A58C8A8}"/>
          </ac:picMkLst>
        </pc:picChg>
        <pc:picChg chg="mod">
          <ac:chgData name="이유림" userId="c4f7c10e-9591-4e08-8489-adf65147d8f2" providerId="ADAL" clId="{E1879C37-A7F5-478E-AA24-0AC63B805AD4}" dt="2026-02-10T07:00:05.925" v="493"/>
          <ac:picMkLst>
            <pc:docMk/>
            <pc:sldMk cId="2141349456" sldId="280"/>
            <ac:picMk id="33" creationId="{69B79700-A127-3070-3D75-5FC8AFC3144E}"/>
          </ac:picMkLst>
        </pc:picChg>
        <pc:picChg chg="mod">
          <ac:chgData name="이유림" userId="c4f7c10e-9591-4e08-8489-adf65147d8f2" providerId="ADAL" clId="{E1879C37-A7F5-478E-AA24-0AC63B805AD4}" dt="2026-02-10T07:00:05.925" v="493"/>
          <ac:picMkLst>
            <pc:docMk/>
            <pc:sldMk cId="2141349456" sldId="280"/>
            <ac:picMk id="34" creationId="{482C0FA4-A34A-8A33-5BD1-4E73E03056A7}"/>
          </ac:picMkLst>
        </pc:picChg>
        <pc:picChg chg="mod">
          <ac:chgData name="이유림" userId="c4f7c10e-9591-4e08-8489-adf65147d8f2" providerId="ADAL" clId="{E1879C37-A7F5-478E-AA24-0AC63B805AD4}" dt="2026-02-10T07:00:05.925" v="493"/>
          <ac:picMkLst>
            <pc:docMk/>
            <pc:sldMk cId="2141349456" sldId="280"/>
            <ac:picMk id="35" creationId="{29D61BA5-762B-4D77-86B1-7ACCAD839923}"/>
          </ac:picMkLst>
        </pc:picChg>
        <pc:picChg chg="mod">
          <ac:chgData name="이유림" userId="c4f7c10e-9591-4e08-8489-adf65147d8f2" providerId="ADAL" clId="{E1879C37-A7F5-478E-AA24-0AC63B805AD4}" dt="2026-02-10T07:00:05.925" v="493"/>
          <ac:picMkLst>
            <pc:docMk/>
            <pc:sldMk cId="2141349456" sldId="280"/>
            <ac:picMk id="36" creationId="{C5DD2424-D289-EEDF-F1C0-4B8708700ABC}"/>
          </ac:picMkLst>
        </pc:picChg>
        <pc:picChg chg="mod">
          <ac:chgData name="이유림" userId="c4f7c10e-9591-4e08-8489-adf65147d8f2" providerId="ADAL" clId="{E1879C37-A7F5-478E-AA24-0AC63B805AD4}" dt="2026-02-10T07:00:05.925" v="493"/>
          <ac:picMkLst>
            <pc:docMk/>
            <pc:sldMk cId="2141349456" sldId="280"/>
            <ac:picMk id="37" creationId="{C892C3C8-7258-2CD7-4E38-6831CF811412}"/>
          </ac:picMkLst>
        </pc:picChg>
        <pc:picChg chg="mod">
          <ac:chgData name="이유림" userId="c4f7c10e-9591-4e08-8489-adf65147d8f2" providerId="ADAL" clId="{E1879C37-A7F5-478E-AA24-0AC63B805AD4}" dt="2026-02-10T07:00:05.925" v="493"/>
          <ac:picMkLst>
            <pc:docMk/>
            <pc:sldMk cId="2141349456" sldId="280"/>
            <ac:picMk id="38" creationId="{11E08DDE-48A4-6983-F943-537FC03E64A5}"/>
          </ac:picMkLst>
        </pc:picChg>
        <pc:picChg chg="mod">
          <ac:chgData name="이유림" userId="c4f7c10e-9591-4e08-8489-adf65147d8f2" providerId="ADAL" clId="{E1879C37-A7F5-478E-AA24-0AC63B805AD4}" dt="2026-02-10T07:00:05.925" v="493"/>
          <ac:picMkLst>
            <pc:docMk/>
            <pc:sldMk cId="2141349456" sldId="280"/>
            <ac:picMk id="39" creationId="{5486321D-382A-73E3-4E08-B8F39EE05319}"/>
          </ac:picMkLst>
        </pc:picChg>
        <pc:picChg chg="mod">
          <ac:chgData name="이유림" userId="c4f7c10e-9591-4e08-8489-adf65147d8f2" providerId="ADAL" clId="{E1879C37-A7F5-478E-AA24-0AC63B805AD4}" dt="2026-02-10T07:00:05.925" v="493"/>
          <ac:picMkLst>
            <pc:docMk/>
            <pc:sldMk cId="2141349456" sldId="280"/>
            <ac:picMk id="40" creationId="{8FB350A7-7E40-608F-979E-134342077CB1}"/>
          </ac:picMkLst>
        </pc:picChg>
        <pc:picChg chg="mod">
          <ac:chgData name="이유림" userId="c4f7c10e-9591-4e08-8489-adf65147d8f2" providerId="ADAL" clId="{E1879C37-A7F5-478E-AA24-0AC63B805AD4}" dt="2026-02-10T07:00:05.925" v="493"/>
          <ac:picMkLst>
            <pc:docMk/>
            <pc:sldMk cId="2141349456" sldId="280"/>
            <ac:picMk id="41" creationId="{6AC52E3B-3083-EA06-4E4D-233F10DD9DCB}"/>
          </ac:picMkLst>
        </pc:picChg>
        <pc:picChg chg="mod">
          <ac:chgData name="이유림" userId="c4f7c10e-9591-4e08-8489-adf65147d8f2" providerId="ADAL" clId="{E1879C37-A7F5-478E-AA24-0AC63B805AD4}" dt="2026-02-10T07:00:05.925" v="493"/>
          <ac:picMkLst>
            <pc:docMk/>
            <pc:sldMk cId="2141349456" sldId="280"/>
            <ac:picMk id="42" creationId="{6775ED33-8FC1-B5D0-F621-6B2173A1DCAE}"/>
          </ac:picMkLst>
        </pc:picChg>
        <pc:picChg chg="mod">
          <ac:chgData name="이유림" userId="c4f7c10e-9591-4e08-8489-adf65147d8f2" providerId="ADAL" clId="{E1879C37-A7F5-478E-AA24-0AC63B805AD4}" dt="2026-02-10T07:00:05.925" v="493"/>
          <ac:picMkLst>
            <pc:docMk/>
            <pc:sldMk cId="2141349456" sldId="280"/>
            <ac:picMk id="43" creationId="{D97412C8-AD0C-9AAE-32BB-A7150F7A0B2E}"/>
          </ac:picMkLst>
        </pc:picChg>
        <pc:picChg chg="mod">
          <ac:chgData name="이유림" userId="c4f7c10e-9591-4e08-8489-adf65147d8f2" providerId="ADAL" clId="{E1879C37-A7F5-478E-AA24-0AC63B805AD4}" dt="2026-02-10T07:00:05.925" v="493"/>
          <ac:picMkLst>
            <pc:docMk/>
            <pc:sldMk cId="2141349456" sldId="280"/>
            <ac:picMk id="44" creationId="{0E426A3F-F568-4655-4E5A-08384558E5E9}"/>
          </ac:picMkLst>
        </pc:picChg>
        <pc:picChg chg="mod">
          <ac:chgData name="이유림" userId="c4f7c10e-9591-4e08-8489-adf65147d8f2" providerId="ADAL" clId="{E1879C37-A7F5-478E-AA24-0AC63B805AD4}" dt="2026-02-10T07:00:05.925" v="493"/>
          <ac:picMkLst>
            <pc:docMk/>
            <pc:sldMk cId="2141349456" sldId="280"/>
            <ac:picMk id="52" creationId="{7449FB86-03A4-32D9-412F-0C78CE86D436}"/>
          </ac:picMkLst>
        </pc:picChg>
        <pc:picChg chg="mod">
          <ac:chgData name="이유림" userId="c4f7c10e-9591-4e08-8489-adf65147d8f2" providerId="ADAL" clId="{E1879C37-A7F5-478E-AA24-0AC63B805AD4}" dt="2026-02-10T07:00:05.925" v="493"/>
          <ac:picMkLst>
            <pc:docMk/>
            <pc:sldMk cId="2141349456" sldId="280"/>
            <ac:picMk id="54" creationId="{33831DEF-64E5-5267-092C-1B7F00A10569}"/>
          </ac:picMkLst>
        </pc:picChg>
        <pc:cxnChg chg="mod">
          <ac:chgData name="이유림" userId="c4f7c10e-9591-4e08-8489-adf65147d8f2" providerId="ADAL" clId="{E1879C37-A7F5-478E-AA24-0AC63B805AD4}" dt="2026-02-10T07:05:15.202" v="496" actId="14100"/>
          <ac:cxnSpMkLst>
            <pc:docMk/>
            <pc:sldMk cId="2141349456" sldId="280"/>
            <ac:cxnSpMk id="30" creationId="{7508B322-42EE-66C7-CDF2-33AA40BA5148}"/>
          </ac:cxnSpMkLst>
        </pc:cxnChg>
        <pc:cxnChg chg="mod">
          <ac:chgData name="이유림" userId="c4f7c10e-9591-4e08-8489-adf65147d8f2" providerId="ADAL" clId="{E1879C37-A7F5-478E-AA24-0AC63B805AD4}" dt="2026-02-10T07:00:05.925" v="493"/>
          <ac:cxnSpMkLst>
            <pc:docMk/>
            <pc:sldMk cId="2141349456" sldId="280"/>
            <ac:cxnSpMk id="51" creationId="{00D1CCA8-F220-2849-2D31-19F5FBCF3B21}"/>
          </ac:cxnSpMkLst>
        </pc:cxnChg>
        <pc:cxnChg chg="mod">
          <ac:chgData name="이유림" userId="c4f7c10e-9591-4e08-8489-adf65147d8f2" providerId="ADAL" clId="{E1879C37-A7F5-478E-AA24-0AC63B805AD4}" dt="2026-02-10T07:00:05.590" v="492" actId="478"/>
          <ac:cxnSpMkLst>
            <pc:docMk/>
            <pc:sldMk cId="2141349456" sldId="280"/>
            <ac:cxnSpMk id="61" creationId="{748D01F5-16E6-7CA7-1BD9-3E0CD620016A}"/>
          </ac:cxnSpMkLst>
        </pc:cxnChg>
      </pc:sldChg>
      <pc:sldChg chg="addSp delSp modSp mod">
        <pc:chgData name="이유림" userId="c4f7c10e-9591-4e08-8489-adf65147d8f2" providerId="ADAL" clId="{E1879C37-A7F5-478E-AA24-0AC63B805AD4}" dt="2026-02-11T01:34:38.190" v="2075" actId="465"/>
        <pc:sldMkLst>
          <pc:docMk/>
          <pc:sldMk cId="4070630398" sldId="281"/>
        </pc:sldMkLst>
        <pc:spChg chg="add del">
          <ac:chgData name="이유림" userId="c4f7c10e-9591-4e08-8489-adf65147d8f2" providerId="ADAL" clId="{E1879C37-A7F5-478E-AA24-0AC63B805AD4}" dt="2026-02-10T06:41:48.875" v="39" actId="22"/>
          <ac:spMkLst>
            <pc:docMk/>
            <pc:sldMk cId="4070630398" sldId="281"/>
            <ac:spMk id="5" creationId="{32262611-F5C0-8320-E8B2-E94555CE198F}"/>
          </ac:spMkLst>
        </pc:spChg>
        <pc:spChg chg="mod">
          <ac:chgData name="이유림" userId="c4f7c10e-9591-4e08-8489-adf65147d8f2" providerId="ADAL" clId="{E1879C37-A7F5-478E-AA24-0AC63B805AD4}" dt="2026-02-10T06:58:26.486" v="486" actId="20577"/>
          <ac:spMkLst>
            <pc:docMk/>
            <pc:sldMk cId="4070630398" sldId="281"/>
            <ac:spMk id="6" creationId="{15141728-A305-8742-8C53-C14A4823EEFE}"/>
          </ac:spMkLst>
        </pc:spChg>
        <pc:spChg chg="mod">
          <ac:chgData name="이유림" userId="c4f7c10e-9591-4e08-8489-adf65147d8f2" providerId="ADAL" clId="{E1879C37-A7F5-478E-AA24-0AC63B805AD4}" dt="2026-02-10T07:05:56.597" v="506" actId="20577"/>
          <ac:spMkLst>
            <pc:docMk/>
            <pc:sldMk cId="4070630398" sldId="281"/>
            <ac:spMk id="15" creationId="{DD2BA9D1-889D-AEF8-BB7E-B25BCFC35209}"/>
          </ac:spMkLst>
        </pc:spChg>
        <pc:spChg chg="mod">
          <ac:chgData name="이유림" userId="c4f7c10e-9591-4e08-8489-adf65147d8f2" providerId="ADAL" clId="{E1879C37-A7F5-478E-AA24-0AC63B805AD4}" dt="2026-02-10T08:48:13.629" v="2043" actId="20577"/>
          <ac:spMkLst>
            <pc:docMk/>
            <pc:sldMk cId="4070630398" sldId="281"/>
            <ac:spMk id="17" creationId="{9B0C1535-B1E4-B210-1974-EDF1CE6AEC14}"/>
          </ac:spMkLst>
        </pc:spChg>
        <pc:spChg chg="mod">
          <ac:chgData name="이유림" userId="c4f7c10e-9591-4e08-8489-adf65147d8f2" providerId="ADAL" clId="{E1879C37-A7F5-478E-AA24-0AC63B805AD4}" dt="2026-02-10T09:22:43.022" v="2068" actId="1076"/>
          <ac:spMkLst>
            <pc:docMk/>
            <pc:sldMk cId="4070630398" sldId="281"/>
            <ac:spMk id="24" creationId="{62920AD4-7942-1BED-4284-E22921A7F674}"/>
          </ac:spMkLst>
        </pc:spChg>
        <pc:spChg chg="mod">
          <ac:chgData name="이유림" userId="c4f7c10e-9591-4e08-8489-adf65147d8f2" providerId="ADAL" clId="{E1879C37-A7F5-478E-AA24-0AC63B805AD4}" dt="2026-02-10T09:22:43.022" v="2068" actId="1076"/>
          <ac:spMkLst>
            <pc:docMk/>
            <pc:sldMk cId="4070630398" sldId="281"/>
            <ac:spMk id="25" creationId="{4E9CF9F7-D515-77C5-FE55-D74A3A50A30A}"/>
          </ac:spMkLst>
        </pc:spChg>
        <pc:spChg chg="mod">
          <ac:chgData name="이유림" userId="c4f7c10e-9591-4e08-8489-adf65147d8f2" providerId="ADAL" clId="{E1879C37-A7F5-478E-AA24-0AC63B805AD4}" dt="2026-02-10T09:22:43.022" v="2068" actId="1076"/>
          <ac:spMkLst>
            <pc:docMk/>
            <pc:sldMk cId="4070630398" sldId="281"/>
            <ac:spMk id="26" creationId="{4926C1AC-7839-732B-9B96-3C3A1D6AFE60}"/>
          </ac:spMkLst>
        </pc:spChg>
        <pc:spChg chg="mod">
          <ac:chgData name="이유림" userId="c4f7c10e-9591-4e08-8489-adf65147d8f2" providerId="ADAL" clId="{E1879C37-A7F5-478E-AA24-0AC63B805AD4}" dt="2026-02-10T09:22:43.022" v="2068" actId="1076"/>
          <ac:spMkLst>
            <pc:docMk/>
            <pc:sldMk cId="4070630398" sldId="281"/>
            <ac:spMk id="27" creationId="{38EA2831-285C-F0AC-DB24-1E5C5F100C23}"/>
          </ac:spMkLst>
        </pc:spChg>
        <pc:spChg chg="mod">
          <ac:chgData name="이유림" userId="c4f7c10e-9591-4e08-8489-adf65147d8f2" providerId="ADAL" clId="{E1879C37-A7F5-478E-AA24-0AC63B805AD4}" dt="2026-02-10T09:22:43.022" v="2068" actId="1076"/>
          <ac:spMkLst>
            <pc:docMk/>
            <pc:sldMk cId="4070630398" sldId="281"/>
            <ac:spMk id="28" creationId="{13CD4AEA-CEE2-B2A9-0415-EAAAA9F0B440}"/>
          </ac:spMkLst>
        </pc:spChg>
        <pc:spChg chg="mod">
          <ac:chgData name="이유림" userId="c4f7c10e-9591-4e08-8489-adf65147d8f2" providerId="ADAL" clId="{E1879C37-A7F5-478E-AA24-0AC63B805AD4}" dt="2026-02-10T09:22:43.022" v="2068" actId="1076"/>
          <ac:spMkLst>
            <pc:docMk/>
            <pc:sldMk cId="4070630398" sldId="281"/>
            <ac:spMk id="29" creationId="{FC97D07A-6DEB-CA92-08AD-67FA8DFF0F08}"/>
          </ac:spMkLst>
        </pc:spChg>
        <pc:spChg chg="mod">
          <ac:chgData name="이유림" userId="c4f7c10e-9591-4e08-8489-adf65147d8f2" providerId="ADAL" clId="{E1879C37-A7F5-478E-AA24-0AC63B805AD4}" dt="2026-02-10T09:22:34.637" v="2067" actId="6549"/>
          <ac:spMkLst>
            <pc:docMk/>
            <pc:sldMk cId="4070630398" sldId="281"/>
            <ac:spMk id="31" creationId="{6F2A1BD8-B677-9F0A-0B8C-8392A2C05CEE}"/>
          </ac:spMkLst>
        </pc:spChg>
        <pc:spChg chg="mod">
          <ac:chgData name="이유림" userId="c4f7c10e-9591-4e08-8489-adf65147d8f2" providerId="ADAL" clId="{E1879C37-A7F5-478E-AA24-0AC63B805AD4}" dt="2026-02-10T06:41:57.600" v="42" actId="20577"/>
          <ac:spMkLst>
            <pc:docMk/>
            <pc:sldMk cId="4070630398" sldId="281"/>
            <ac:spMk id="33" creationId="{5CB8F92A-C939-8121-292A-79D60AE11AC9}"/>
          </ac:spMkLst>
        </pc:spChg>
        <pc:spChg chg="del">
          <ac:chgData name="이유림" userId="c4f7c10e-9591-4e08-8489-adf65147d8f2" providerId="ADAL" clId="{E1879C37-A7F5-478E-AA24-0AC63B805AD4}" dt="2026-02-10T06:45:29.662" v="181" actId="478"/>
          <ac:spMkLst>
            <pc:docMk/>
            <pc:sldMk cId="4070630398" sldId="281"/>
            <ac:spMk id="41" creationId="{CF59AD6E-4677-0047-41F2-2CE029064BA7}"/>
          </ac:spMkLst>
        </pc:spChg>
        <pc:spChg chg="del topLvl">
          <ac:chgData name="이유림" userId="c4f7c10e-9591-4e08-8489-adf65147d8f2" providerId="ADAL" clId="{E1879C37-A7F5-478E-AA24-0AC63B805AD4}" dt="2026-02-10T06:45:31.301" v="182" actId="478"/>
          <ac:spMkLst>
            <pc:docMk/>
            <pc:sldMk cId="4070630398" sldId="281"/>
            <ac:spMk id="42" creationId="{83E1B563-1F12-F072-2510-A2FE0C948CD9}"/>
          </ac:spMkLst>
        </pc:spChg>
        <pc:spChg chg="del">
          <ac:chgData name="이유림" userId="c4f7c10e-9591-4e08-8489-adf65147d8f2" providerId="ADAL" clId="{E1879C37-A7F5-478E-AA24-0AC63B805AD4}" dt="2026-02-10T06:45:25.972" v="179" actId="478"/>
          <ac:spMkLst>
            <pc:docMk/>
            <pc:sldMk cId="4070630398" sldId="281"/>
            <ac:spMk id="43" creationId="{6FDED833-9209-F168-81E2-8F75D3E6AC0B}"/>
          </ac:spMkLst>
        </pc:spChg>
        <pc:spChg chg="del">
          <ac:chgData name="이유림" userId="c4f7c10e-9591-4e08-8489-adf65147d8f2" providerId="ADAL" clId="{E1879C37-A7F5-478E-AA24-0AC63B805AD4}" dt="2026-02-10T06:45:27.695" v="180" actId="478"/>
          <ac:spMkLst>
            <pc:docMk/>
            <pc:sldMk cId="4070630398" sldId="281"/>
            <ac:spMk id="44" creationId="{72EE6F18-228A-11A7-901A-8C112B5F30E8}"/>
          </ac:spMkLst>
        </pc:spChg>
        <pc:spChg chg="mod">
          <ac:chgData name="이유림" userId="c4f7c10e-9591-4e08-8489-adf65147d8f2" providerId="ADAL" clId="{E1879C37-A7F5-478E-AA24-0AC63B805AD4}" dt="2026-02-10T06:53:39.725" v="375" actId="14100"/>
          <ac:spMkLst>
            <pc:docMk/>
            <pc:sldMk cId="4070630398" sldId="281"/>
            <ac:spMk id="45" creationId="{333AF177-0995-0EE7-DEA3-5D2B7C2B9560}"/>
          </ac:spMkLst>
        </pc:spChg>
        <pc:spChg chg="mod">
          <ac:chgData name="이유림" userId="c4f7c10e-9591-4e08-8489-adf65147d8f2" providerId="ADAL" clId="{E1879C37-A7F5-478E-AA24-0AC63B805AD4}" dt="2026-02-10T06:54:14.313" v="393" actId="20577"/>
          <ac:spMkLst>
            <pc:docMk/>
            <pc:sldMk cId="4070630398" sldId="281"/>
            <ac:spMk id="46" creationId="{7DA334C2-E384-CB47-2C11-DD1D0A0EE62A}"/>
          </ac:spMkLst>
        </pc:spChg>
        <pc:spChg chg="mod">
          <ac:chgData name="이유림" userId="c4f7c10e-9591-4e08-8489-adf65147d8f2" providerId="ADAL" clId="{E1879C37-A7F5-478E-AA24-0AC63B805AD4}" dt="2026-02-10T06:37:56.877" v="30" actId="20577"/>
          <ac:spMkLst>
            <pc:docMk/>
            <pc:sldMk cId="4070630398" sldId="281"/>
            <ac:spMk id="136" creationId="{B4D65861-9355-82C7-901E-B4B1C92724AB}"/>
          </ac:spMkLst>
        </pc:spChg>
        <pc:spChg chg="mod">
          <ac:chgData name="이유림" userId="c4f7c10e-9591-4e08-8489-adf65147d8f2" providerId="ADAL" clId="{E1879C37-A7F5-478E-AA24-0AC63B805AD4}" dt="2026-02-11T01:34:29.867" v="2074" actId="20577"/>
          <ac:spMkLst>
            <pc:docMk/>
            <pc:sldMk cId="4070630398" sldId="281"/>
            <ac:spMk id="138" creationId="{B2D2F8CE-754C-105D-0DB2-A42A8979DD3C}"/>
          </ac:spMkLst>
        </pc:spChg>
        <pc:grpChg chg="mod">
          <ac:chgData name="이유림" userId="c4f7c10e-9591-4e08-8489-adf65147d8f2" providerId="ADAL" clId="{E1879C37-A7F5-478E-AA24-0AC63B805AD4}" dt="2026-02-10T06:48:07.620" v="302" actId="1076"/>
          <ac:grpSpMkLst>
            <pc:docMk/>
            <pc:sldMk cId="4070630398" sldId="281"/>
            <ac:grpSpMk id="12" creationId="{4E68E6B8-6BAB-28FA-E6D3-783D35D272C9}"/>
          </ac:grpSpMkLst>
        </pc:grpChg>
        <pc:grpChg chg="mod">
          <ac:chgData name="이유림" userId="c4f7c10e-9591-4e08-8489-adf65147d8f2" providerId="ADAL" clId="{E1879C37-A7F5-478E-AA24-0AC63B805AD4}" dt="2026-02-11T01:34:38.190" v="2075" actId="465"/>
          <ac:grpSpMkLst>
            <pc:docMk/>
            <pc:sldMk cId="4070630398" sldId="281"/>
            <ac:grpSpMk id="19" creationId="{3F8E5028-D3C3-4193-170E-FA92714BB681}"/>
          </ac:grpSpMkLst>
        </pc:grpChg>
        <pc:grpChg chg="del">
          <ac:chgData name="이유림" userId="c4f7c10e-9591-4e08-8489-adf65147d8f2" providerId="ADAL" clId="{E1879C37-A7F5-478E-AA24-0AC63B805AD4}" dt="2026-02-10T06:45:31.301" v="182" actId="478"/>
          <ac:grpSpMkLst>
            <pc:docMk/>
            <pc:sldMk cId="4070630398" sldId="281"/>
            <ac:grpSpMk id="35" creationId="{B9C797DF-78B2-A32A-4475-753981EB6691}"/>
          </ac:grpSpMkLst>
        </pc:grpChg>
        <pc:grpChg chg="mod topLvl">
          <ac:chgData name="이유림" userId="c4f7c10e-9591-4e08-8489-adf65147d8f2" providerId="ADAL" clId="{E1879C37-A7F5-478E-AA24-0AC63B805AD4}" dt="2026-02-10T06:48:02.339" v="301" actId="1076"/>
          <ac:grpSpMkLst>
            <pc:docMk/>
            <pc:sldMk cId="4070630398" sldId="281"/>
            <ac:grpSpMk id="38" creationId="{375D4AE6-FDB4-C6BE-957A-46D74F6582E2}"/>
          </ac:grpSpMkLst>
        </pc:grpChg>
        <pc:grpChg chg="del">
          <ac:chgData name="이유림" userId="c4f7c10e-9591-4e08-8489-adf65147d8f2" providerId="ADAL" clId="{E1879C37-A7F5-478E-AA24-0AC63B805AD4}" dt="2026-02-10T06:45:25.972" v="179" actId="478"/>
          <ac:grpSpMkLst>
            <pc:docMk/>
            <pc:sldMk cId="4070630398" sldId="281"/>
            <ac:grpSpMk id="39" creationId="{64F2A9C8-2577-1139-DD20-F2C87B790395}"/>
          </ac:grpSpMkLst>
        </pc:grpChg>
        <pc:grpChg chg="del">
          <ac:chgData name="이유림" userId="c4f7c10e-9591-4e08-8489-adf65147d8f2" providerId="ADAL" clId="{E1879C37-A7F5-478E-AA24-0AC63B805AD4}" dt="2026-02-10T06:45:29.662" v="181" actId="478"/>
          <ac:grpSpMkLst>
            <pc:docMk/>
            <pc:sldMk cId="4070630398" sldId="281"/>
            <ac:grpSpMk id="40" creationId="{10D83A59-EE85-C974-244E-864799B88C16}"/>
          </ac:grpSpMkLst>
        </pc:grpChg>
        <pc:grpChg chg="mod">
          <ac:chgData name="이유림" userId="c4f7c10e-9591-4e08-8489-adf65147d8f2" providerId="ADAL" clId="{E1879C37-A7F5-478E-AA24-0AC63B805AD4}" dt="2026-02-11T01:34:38.190" v="2075" actId="465"/>
          <ac:grpSpMkLst>
            <pc:docMk/>
            <pc:sldMk cId="4070630398" sldId="281"/>
            <ac:grpSpMk id="54" creationId="{32EDFE4A-85BF-BD08-B38E-20CD1ABB09F3}"/>
          </ac:grpSpMkLst>
        </pc:grpChg>
      </pc:sldChg>
    </pc:docChg>
  </pc:docChgLst>
  <pc:docChgLst>
    <pc:chgData name="이유림" userId="c4f7c10e-9591-4e08-8489-adf65147d8f2" providerId="ADAL" clId="{1DFF5D54-9A73-46D8-BD72-F4E38854B124}"/>
    <pc:docChg chg="undo custSel modSld">
      <pc:chgData name="이유림" userId="c4f7c10e-9591-4e08-8489-adf65147d8f2" providerId="ADAL" clId="{1DFF5D54-9A73-46D8-BD72-F4E38854B124}" dt="2024-03-14T08:59:13.883" v="120" actId="20577"/>
      <pc:docMkLst>
        <pc:docMk/>
      </pc:docMkLst>
      <pc:sldChg chg="addSp delSp modSp mod">
        <pc:chgData name="이유림" userId="c4f7c10e-9591-4e08-8489-adf65147d8f2" providerId="ADAL" clId="{1DFF5D54-9A73-46D8-BD72-F4E38854B124}" dt="2024-03-14T03:28:34.825" v="26" actId="478"/>
        <pc:sldMkLst>
          <pc:docMk/>
          <pc:sldMk cId="2782649627" sldId="272"/>
        </pc:sldMkLst>
        <pc:spChg chg="del">
          <ac:chgData name="이유림" userId="c4f7c10e-9591-4e08-8489-adf65147d8f2" providerId="ADAL" clId="{1DFF5D54-9A73-46D8-BD72-F4E38854B124}" dt="2024-03-14T03:27:02.130" v="9" actId="478"/>
          <ac:spMkLst>
            <pc:docMk/>
            <pc:sldMk cId="2782649627" sldId="272"/>
            <ac:spMk id="25" creationId="{A48B82B3-450A-F9E7-BEEE-EFA39EAE37F6}"/>
          </ac:spMkLst>
        </pc:spChg>
        <pc:spChg chg="del">
          <ac:chgData name="이유림" userId="c4f7c10e-9591-4e08-8489-adf65147d8f2" providerId="ADAL" clId="{1DFF5D54-9A73-46D8-BD72-F4E38854B124}" dt="2024-03-14T03:27:54.565" v="19" actId="478"/>
          <ac:spMkLst>
            <pc:docMk/>
            <pc:sldMk cId="2782649627" sldId="272"/>
            <ac:spMk id="26" creationId="{F5F888DE-DA48-D72C-DC3A-4531FF8E30FB}"/>
          </ac:spMkLst>
        </pc:spChg>
        <pc:spChg chg="del">
          <ac:chgData name="이유림" userId="c4f7c10e-9591-4e08-8489-adf65147d8f2" providerId="ADAL" clId="{1DFF5D54-9A73-46D8-BD72-F4E38854B124}" dt="2024-03-14T03:27:00.866" v="8" actId="478"/>
          <ac:spMkLst>
            <pc:docMk/>
            <pc:sldMk cId="2782649627" sldId="272"/>
            <ac:spMk id="27" creationId="{7C96918A-463D-1A4D-4C56-F922F2474A9B}"/>
          </ac:spMkLst>
        </pc:spChg>
        <pc:spChg chg="del">
          <ac:chgData name="이유림" userId="c4f7c10e-9591-4e08-8489-adf65147d8f2" providerId="ADAL" clId="{1DFF5D54-9A73-46D8-BD72-F4E38854B124}" dt="2024-03-14T03:27:51.904" v="18" actId="478"/>
          <ac:spMkLst>
            <pc:docMk/>
            <pc:sldMk cId="2782649627" sldId="272"/>
            <ac:spMk id="30" creationId="{4538FA8C-503D-7BF1-FB1B-A2F529773F40}"/>
          </ac:spMkLst>
        </pc:spChg>
        <pc:picChg chg="mod">
          <ac:chgData name="이유림" userId="c4f7c10e-9591-4e08-8489-adf65147d8f2" providerId="ADAL" clId="{1DFF5D54-9A73-46D8-BD72-F4E38854B124}" dt="2024-03-14T03:27:47.229" v="17" actId="12788"/>
          <ac:picMkLst>
            <pc:docMk/>
            <pc:sldMk cId="2782649627" sldId="272"/>
            <ac:picMk id="6" creationId="{EF5B8159-2130-ABC5-FE51-10414595EB4B}"/>
          </ac:picMkLst>
        </pc:picChg>
        <pc:picChg chg="del mod">
          <ac:chgData name="이유림" userId="c4f7c10e-9591-4e08-8489-adf65147d8f2" providerId="ADAL" clId="{1DFF5D54-9A73-46D8-BD72-F4E38854B124}" dt="2024-03-14T03:28:34.825" v="26" actId="478"/>
          <ac:picMkLst>
            <pc:docMk/>
            <pc:sldMk cId="2782649627" sldId="272"/>
            <ac:picMk id="9" creationId="{75A69345-DCE9-65F1-BD60-AEDAEEAD257D}"/>
          </ac:picMkLst>
        </pc:picChg>
        <pc:picChg chg="mod">
          <ac:chgData name="이유림" userId="c4f7c10e-9591-4e08-8489-adf65147d8f2" providerId="ADAL" clId="{1DFF5D54-9A73-46D8-BD72-F4E38854B124}" dt="2024-03-14T03:27:47.229" v="17" actId="12788"/>
          <ac:picMkLst>
            <pc:docMk/>
            <pc:sldMk cId="2782649627" sldId="272"/>
            <ac:picMk id="10" creationId="{660A36D2-CC22-7596-3B43-0FAA7E3050E2}"/>
          </ac:picMkLst>
        </pc:picChg>
        <pc:picChg chg="mod">
          <ac:chgData name="이유림" userId="c4f7c10e-9591-4e08-8489-adf65147d8f2" providerId="ADAL" clId="{1DFF5D54-9A73-46D8-BD72-F4E38854B124}" dt="2024-03-14T03:27:47.229" v="17" actId="12788"/>
          <ac:picMkLst>
            <pc:docMk/>
            <pc:sldMk cId="2782649627" sldId="272"/>
            <ac:picMk id="11" creationId="{4F1C08C3-C82A-F638-5AD1-5CDD76839003}"/>
          </ac:picMkLst>
        </pc:picChg>
        <pc:picChg chg="mod">
          <ac:chgData name="이유림" userId="c4f7c10e-9591-4e08-8489-adf65147d8f2" providerId="ADAL" clId="{1DFF5D54-9A73-46D8-BD72-F4E38854B124}" dt="2024-03-14T03:27:47.229" v="17" actId="12788"/>
          <ac:picMkLst>
            <pc:docMk/>
            <pc:sldMk cId="2782649627" sldId="272"/>
            <ac:picMk id="12" creationId="{A8F84F0A-5FD4-65C8-4407-4A69F8D1B214}"/>
          </ac:picMkLst>
        </pc:picChg>
        <pc:picChg chg="mod">
          <ac:chgData name="이유림" userId="c4f7c10e-9591-4e08-8489-adf65147d8f2" providerId="ADAL" clId="{1DFF5D54-9A73-46D8-BD72-F4E38854B124}" dt="2024-03-14T03:27:47.229" v="17" actId="12788"/>
          <ac:picMkLst>
            <pc:docMk/>
            <pc:sldMk cId="2782649627" sldId="272"/>
            <ac:picMk id="14" creationId="{62D3BB8C-D8FB-82F4-54A1-A60F52C1C1AE}"/>
          </ac:picMkLst>
        </pc:picChg>
        <pc:picChg chg="mod">
          <ac:chgData name="이유림" userId="c4f7c10e-9591-4e08-8489-adf65147d8f2" providerId="ADAL" clId="{1DFF5D54-9A73-46D8-BD72-F4E38854B124}" dt="2024-03-14T03:27:47.229" v="17" actId="12788"/>
          <ac:picMkLst>
            <pc:docMk/>
            <pc:sldMk cId="2782649627" sldId="272"/>
            <ac:picMk id="15" creationId="{912A9742-79BB-6BFA-4768-FAAAC400BD92}"/>
          </ac:picMkLst>
        </pc:picChg>
        <pc:picChg chg="del mod">
          <ac:chgData name="이유림" userId="c4f7c10e-9591-4e08-8489-adf65147d8f2" providerId="ADAL" clId="{1DFF5D54-9A73-46D8-BD72-F4E38854B124}" dt="2024-03-14T03:28:28.631" v="20" actId="478"/>
          <ac:picMkLst>
            <pc:docMk/>
            <pc:sldMk cId="2782649627" sldId="272"/>
            <ac:picMk id="16" creationId="{6FEDEEE1-B408-CED9-60EA-7596B5329A57}"/>
          </ac:picMkLst>
        </pc:picChg>
        <pc:picChg chg="del mod">
          <ac:chgData name="이유림" userId="c4f7c10e-9591-4e08-8489-adf65147d8f2" providerId="ADAL" clId="{1DFF5D54-9A73-46D8-BD72-F4E38854B124}" dt="2024-03-14T03:28:32.566" v="24" actId="478"/>
          <ac:picMkLst>
            <pc:docMk/>
            <pc:sldMk cId="2782649627" sldId="272"/>
            <ac:picMk id="17" creationId="{2F44F324-32B2-6A49-FB8F-805F85133B64}"/>
          </ac:picMkLst>
        </pc:picChg>
        <pc:picChg chg="del mod">
          <ac:chgData name="이유림" userId="c4f7c10e-9591-4e08-8489-adf65147d8f2" providerId="ADAL" clId="{1DFF5D54-9A73-46D8-BD72-F4E38854B124}" dt="2024-03-14T03:28:29.368" v="21" actId="478"/>
          <ac:picMkLst>
            <pc:docMk/>
            <pc:sldMk cId="2782649627" sldId="272"/>
            <ac:picMk id="18" creationId="{73BDF452-763A-DCA7-9B2E-D97958594AA6}"/>
          </ac:picMkLst>
        </pc:picChg>
        <pc:picChg chg="mod">
          <ac:chgData name="이유림" userId="c4f7c10e-9591-4e08-8489-adf65147d8f2" providerId="ADAL" clId="{1DFF5D54-9A73-46D8-BD72-F4E38854B124}" dt="2024-03-14T03:27:47.229" v="17" actId="12788"/>
          <ac:picMkLst>
            <pc:docMk/>
            <pc:sldMk cId="2782649627" sldId="272"/>
            <ac:picMk id="19" creationId="{BCE8C006-EC43-1952-6878-7A1DFC6D2F8D}"/>
          </ac:picMkLst>
        </pc:picChg>
        <pc:picChg chg="mod">
          <ac:chgData name="이유림" userId="c4f7c10e-9591-4e08-8489-adf65147d8f2" providerId="ADAL" clId="{1DFF5D54-9A73-46D8-BD72-F4E38854B124}" dt="2024-03-14T03:27:47.229" v="17" actId="12788"/>
          <ac:picMkLst>
            <pc:docMk/>
            <pc:sldMk cId="2782649627" sldId="272"/>
            <ac:picMk id="20" creationId="{965E046E-0594-FD6F-906E-1699159FCD2D}"/>
          </ac:picMkLst>
        </pc:picChg>
        <pc:picChg chg="del mod">
          <ac:chgData name="이유림" userId="c4f7c10e-9591-4e08-8489-adf65147d8f2" providerId="ADAL" clId="{1DFF5D54-9A73-46D8-BD72-F4E38854B124}" dt="2024-03-14T03:28:30.933" v="22" actId="478"/>
          <ac:picMkLst>
            <pc:docMk/>
            <pc:sldMk cId="2782649627" sldId="272"/>
            <ac:picMk id="21" creationId="{970B210B-76BB-081F-9FAB-896BB107F07C}"/>
          </ac:picMkLst>
        </pc:picChg>
        <pc:picChg chg="add mod">
          <ac:chgData name="이유림" userId="c4f7c10e-9591-4e08-8489-adf65147d8f2" providerId="ADAL" clId="{1DFF5D54-9A73-46D8-BD72-F4E38854B124}" dt="2024-03-14T03:26:21.972" v="0" actId="571"/>
          <ac:picMkLst>
            <pc:docMk/>
            <pc:sldMk cId="2782649627" sldId="272"/>
            <ac:picMk id="28" creationId="{71B639D3-A36F-7480-4B50-64A341C14822}"/>
          </ac:picMkLst>
        </pc:picChg>
        <pc:picChg chg="add mod">
          <ac:chgData name="이유림" userId="c4f7c10e-9591-4e08-8489-adf65147d8f2" providerId="ADAL" clId="{1DFF5D54-9A73-46D8-BD72-F4E38854B124}" dt="2024-03-14T03:26:45.435" v="5" actId="571"/>
          <ac:picMkLst>
            <pc:docMk/>
            <pc:sldMk cId="2782649627" sldId="272"/>
            <ac:picMk id="32" creationId="{FB99A766-C0E3-5993-628A-5B927F8A4EBB}"/>
          </ac:picMkLst>
        </pc:picChg>
        <pc:picChg chg="add mod">
          <ac:chgData name="이유림" userId="c4f7c10e-9591-4e08-8489-adf65147d8f2" providerId="ADAL" clId="{1DFF5D54-9A73-46D8-BD72-F4E38854B124}" dt="2024-03-14T03:27:47.229" v="17" actId="12788"/>
          <ac:picMkLst>
            <pc:docMk/>
            <pc:sldMk cId="2782649627" sldId="272"/>
            <ac:picMk id="33" creationId="{95B817A7-9254-4233-2EDC-4FEAAE4B0125}"/>
          </ac:picMkLst>
        </pc:picChg>
        <pc:picChg chg="add mod">
          <ac:chgData name="이유림" userId="c4f7c10e-9591-4e08-8489-adf65147d8f2" providerId="ADAL" clId="{1DFF5D54-9A73-46D8-BD72-F4E38854B124}" dt="2024-03-14T03:27:47.229" v="17" actId="12788"/>
          <ac:picMkLst>
            <pc:docMk/>
            <pc:sldMk cId="2782649627" sldId="272"/>
            <ac:picMk id="34" creationId="{60321989-2B4F-FC11-245A-74AF49D3F052}"/>
          </ac:picMkLst>
        </pc:picChg>
        <pc:picChg chg="add mod">
          <ac:chgData name="이유림" userId="c4f7c10e-9591-4e08-8489-adf65147d8f2" providerId="ADAL" clId="{1DFF5D54-9A73-46D8-BD72-F4E38854B124}" dt="2024-03-14T03:27:47.229" v="17" actId="12788"/>
          <ac:picMkLst>
            <pc:docMk/>
            <pc:sldMk cId="2782649627" sldId="272"/>
            <ac:picMk id="35" creationId="{9C8E2F8C-2347-A932-979C-7D9244749B2E}"/>
          </ac:picMkLst>
        </pc:picChg>
        <pc:picChg chg="add del mod">
          <ac:chgData name="이유림" userId="c4f7c10e-9591-4e08-8489-adf65147d8f2" providerId="ADAL" clId="{1DFF5D54-9A73-46D8-BD72-F4E38854B124}" dt="2024-03-14T03:28:33.378" v="25" actId="478"/>
          <ac:picMkLst>
            <pc:docMk/>
            <pc:sldMk cId="2782649627" sldId="272"/>
            <ac:picMk id="36" creationId="{2E18D77E-208A-4587-1126-E9F95C1E92F7}"/>
          </ac:picMkLst>
        </pc:picChg>
        <pc:picChg chg="add mod">
          <ac:chgData name="이유림" userId="c4f7c10e-9591-4e08-8489-adf65147d8f2" providerId="ADAL" clId="{1DFF5D54-9A73-46D8-BD72-F4E38854B124}" dt="2024-03-14T03:27:47.229" v="17" actId="12788"/>
          <ac:picMkLst>
            <pc:docMk/>
            <pc:sldMk cId="2782649627" sldId="272"/>
            <ac:picMk id="37" creationId="{34BD0CEB-A38A-EC36-3818-12A6E414A32F}"/>
          </ac:picMkLst>
        </pc:picChg>
        <pc:picChg chg="add del mod">
          <ac:chgData name="이유림" userId="c4f7c10e-9591-4e08-8489-adf65147d8f2" providerId="ADAL" clId="{1DFF5D54-9A73-46D8-BD72-F4E38854B124}" dt="2024-03-14T03:28:31.653" v="23" actId="478"/>
          <ac:picMkLst>
            <pc:docMk/>
            <pc:sldMk cId="2782649627" sldId="272"/>
            <ac:picMk id="38" creationId="{32346821-7C30-A4F7-F7BB-CF87EADCA9EB}"/>
          </ac:picMkLst>
        </pc:picChg>
        <pc:picChg chg="add mod">
          <ac:chgData name="이유림" userId="c4f7c10e-9591-4e08-8489-adf65147d8f2" providerId="ADAL" clId="{1DFF5D54-9A73-46D8-BD72-F4E38854B124}" dt="2024-03-14T03:27:47.229" v="17" actId="12788"/>
          <ac:picMkLst>
            <pc:docMk/>
            <pc:sldMk cId="2782649627" sldId="272"/>
            <ac:picMk id="39" creationId="{8088E5E4-4BCD-6E1B-C0D4-24ECE50F9B7E}"/>
          </ac:picMkLst>
        </pc:picChg>
        <pc:cxnChg chg="mod">
          <ac:chgData name="이유림" userId="c4f7c10e-9591-4e08-8489-adf65147d8f2" providerId="ADAL" clId="{1DFF5D54-9A73-46D8-BD72-F4E38854B124}" dt="2024-03-14T03:27:47.229" v="17" actId="12788"/>
          <ac:cxnSpMkLst>
            <pc:docMk/>
            <pc:sldMk cId="2782649627" sldId="272"/>
            <ac:cxnSpMk id="4" creationId="{9A182868-7F01-D624-03BD-3A7B2F158AE8}"/>
          </ac:cxnSpMkLst>
        </pc:cxnChg>
        <pc:cxnChg chg="mod">
          <ac:chgData name="이유림" userId="c4f7c10e-9591-4e08-8489-adf65147d8f2" providerId="ADAL" clId="{1DFF5D54-9A73-46D8-BD72-F4E38854B124}" dt="2024-03-14T03:27:47.229" v="17" actId="12788"/>
          <ac:cxnSpMkLst>
            <pc:docMk/>
            <pc:sldMk cId="2782649627" sldId="272"/>
            <ac:cxnSpMk id="24" creationId="{1297D0EA-A089-1074-125A-C230FA91C753}"/>
          </ac:cxnSpMkLst>
        </pc:cxnChg>
        <pc:cxnChg chg="mod">
          <ac:chgData name="이유림" userId="c4f7c10e-9591-4e08-8489-adf65147d8f2" providerId="ADAL" clId="{1DFF5D54-9A73-46D8-BD72-F4E38854B124}" dt="2024-03-14T03:26:33.200" v="3" actId="14100"/>
          <ac:cxnSpMkLst>
            <pc:docMk/>
            <pc:sldMk cId="2782649627" sldId="272"/>
            <ac:cxnSpMk id="73" creationId="{5189A3DD-780D-AAFE-C07E-B466E2917B5D}"/>
          </ac:cxnSpMkLst>
        </pc:cxnChg>
      </pc:sldChg>
      <pc:sldChg chg="modSp mod">
        <pc:chgData name="이유림" userId="c4f7c10e-9591-4e08-8489-adf65147d8f2" providerId="ADAL" clId="{1DFF5D54-9A73-46D8-BD72-F4E38854B124}" dt="2024-03-14T08:59:13.883" v="120" actId="20577"/>
        <pc:sldMkLst>
          <pc:docMk/>
          <pc:sldMk cId="2466279025" sldId="276"/>
        </pc:sldMkLst>
        <pc:spChg chg="mod">
          <ac:chgData name="이유림" userId="c4f7c10e-9591-4e08-8489-adf65147d8f2" providerId="ADAL" clId="{1DFF5D54-9A73-46D8-BD72-F4E38854B124}" dt="2024-03-14T08:58:07.867" v="87" actId="20577"/>
          <ac:spMkLst>
            <pc:docMk/>
            <pc:sldMk cId="2466279025" sldId="276"/>
            <ac:spMk id="63" creationId="{3D2ABEC0-FE94-A18C-5739-A185A38F80B4}"/>
          </ac:spMkLst>
        </pc:spChg>
        <pc:spChg chg="mod">
          <ac:chgData name="이유림" userId="c4f7c10e-9591-4e08-8489-adf65147d8f2" providerId="ADAL" clId="{1DFF5D54-9A73-46D8-BD72-F4E38854B124}" dt="2024-03-14T08:59:13.883" v="120" actId="20577"/>
          <ac:spMkLst>
            <pc:docMk/>
            <pc:sldMk cId="2466279025" sldId="276"/>
            <ac:spMk id="130" creationId="{EE4C7E90-DA52-1EF3-D8E6-BF09A54A2E18}"/>
          </ac:spMkLst>
        </pc:spChg>
      </pc:sldChg>
    </pc:docChg>
  </pc:docChgLst>
  <pc:docChgLst>
    <pc:chgData name="김예은" userId="6526923f-0c52-4639-9dbd-0f483d8fd367" providerId="ADAL" clId="{B051C8FD-1EF5-47DF-8BD4-94E401AB3A5F}"/>
    <pc:docChg chg="undo redo custSel modSld">
      <pc:chgData name="김예은" userId="6526923f-0c52-4639-9dbd-0f483d8fd367" providerId="ADAL" clId="{B051C8FD-1EF5-47DF-8BD4-94E401AB3A5F}" dt="2022-08-03T09:33:13.536" v="749" actId="20577"/>
      <pc:docMkLst>
        <pc:docMk/>
      </pc:docMkLst>
      <pc:sldChg chg="modSp mod">
        <pc:chgData name="김예은" userId="6526923f-0c52-4639-9dbd-0f483d8fd367" providerId="ADAL" clId="{B051C8FD-1EF5-47DF-8BD4-94E401AB3A5F}" dt="2022-08-03T09:31:19.303" v="704" actId="20577"/>
        <pc:sldMkLst>
          <pc:docMk/>
          <pc:sldMk cId="2782649627" sldId="272"/>
        </pc:sldMkLst>
        <pc:spChg chg="mod">
          <ac:chgData name="김예은" userId="6526923f-0c52-4639-9dbd-0f483d8fd367" providerId="ADAL" clId="{B051C8FD-1EF5-47DF-8BD4-94E401AB3A5F}" dt="2022-08-03T09:31:19.303" v="704" actId="20577"/>
          <ac:spMkLst>
            <pc:docMk/>
            <pc:sldMk cId="2782649627" sldId="272"/>
            <ac:spMk id="94" creationId="{D9603496-3348-F5D4-4A25-3126F2429FBE}"/>
          </ac:spMkLst>
        </pc:spChg>
        <pc:spChg chg="mod">
          <ac:chgData name="김예은" userId="6526923f-0c52-4639-9dbd-0f483d8fd367" providerId="ADAL" clId="{B051C8FD-1EF5-47DF-8BD4-94E401AB3A5F}" dt="2022-08-03T09:18:09.265" v="622" actId="20577"/>
          <ac:spMkLst>
            <pc:docMk/>
            <pc:sldMk cId="2782649627" sldId="272"/>
            <ac:spMk id="95" creationId="{A4B6FAD0-C7E9-4BF0-4C5A-53C5C3949CB5}"/>
          </ac:spMkLst>
        </pc:spChg>
        <pc:spChg chg="mod">
          <ac:chgData name="김예은" userId="6526923f-0c52-4639-9dbd-0f483d8fd367" providerId="ADAL" clId="{B051C8FD-1EF5-47DF-8BD4-94E401AB3A5F}" dt="2022-08-03T09:30:55.274" v="686" actId="21"/>
          <ac:spMkLst>
            <pc:docMk/>
            <pc:sldMk cId="2782649627" sldId="272"/>
            <ac:spMk id="117" creationId="{D5B21145-DF5F-90F1-DB18-4985259C63F5}"/>
          </ac:spMkLst>
        </pc:spChg>
      </pc:sldChg>
      <pc:sldChg chg="modSp mod">
        <pc:chgData name="김예은" userId="6526923f-0c52-4639-9dbd-0f483d8fd367" providerId="ADAL" clId="{B051C8FD-1EF5-47DF-8BD4-94E401AB3A5F}" dt="2022-08-03T09:33:13.536" v="749" actId="20577"/>
        <pc:sldMkLst>
          <pc:docMk/>
          <pc:sldMk cId="2466279025" sldId="276"/>
        </pc:sldMkLst>
        <pc:spChg chg="mod">
          <ac:chgData name="김예은" userId="6526923f-0c52-4639-9dbd-0f483d8fd367" providerId="ADAL" clId="{B051C8FD-1EF5-47DF-8BD4-94E401AB3A5F}" dt="2022-08-03T08:20:21.400" v="33" actId="20577"/>
          <ac:spMkLst>
            <pc:docMk/>
            <pc:sldMk cId="2466279025" sldId="276"/>
            <ac:spMk id="111" creationId="{9B3FAADE-62CB-1627-946C-00DA9E3E4BA6}"/>
          </ac:spMkLst>
        </pc:spChg>
        <pc:spChg chg="mod">
          <ac:chgData name="김예은" userId="6526923f-0c52-4639-9dbd-0f483d8fd367" providerId="ADAL" clId="{B051C8FD-1EF5-47DF-8BD4-94E401AB3A5F}" dt="2022-08-03T08:22:03.472" v="134" actId="20577"/>
          <ac:spMkLst>
            <pc:docMk/>
            <pc:sldMk cId="2466279025" sldId="276"/>
            <ac:spMk id="113" creationId="{753130E7-0351-2A00-B06C-90BD547323AA}"/>
          </ac:spMkLst>
        </pc:spChg>
        <pc:spChg chg="mod">
          <ac:chgData name="김예은" userId="6526923f-0c52-4639-9dbd-0f483d8fd367" providerId="ADAL" clId="{B051C8FD-1EF5-47DF-8BD4-94E401AB3A5F}" dt="2022-08-03T08:33:08.406" v="304" actId="20577"/>
          <ac:spMkLst>
            <pc:docMk/>
            <pc:sldMk cId="2466279025" sldId="276"/>
            <ac:spMk id="120" creationId="{C8A8EE19-DFD2-3346-7CDD-1A211A6A60B5}"/>
          </ac:spMkLst>
        </pc:spChg>
        <pc:spChg chg="mod">
          <ac:chgData name="김예은" userId="6526923f-0c52-4639-9dbd-0f483d8fd367" providerId="ADAL" clId="{B051C8FD-1EF5-47DF-8BD4-94E401AB3A5F}" dt="2022-08-03T08:33:35.958" v="313" actId="20577"/>
          <ac:spMkLst>
            <pc:docMk/>
            <pc:sldMk cId="2466279025" sldId="276"/>
            <ac:spMk id="121" creationId="{E8AAF436-41E0-1722-D754-8C8CE6B717A7}"/>
          </ac:spMkLst>
        </pc:spChg>
        <pc:spChg chg="mod">
          <ac:chgData name="김예은" userId="6526923f-0c52-4639-9dbd-0f483d8fd367" providerId="ADAL" clId="{B051C8FD-1EF5-47DF-8BD4-94E401AB3A5F}" dt="2022-08-03T08:31:09.944" v="282" actId="20577"/>
          <ac:spMkLst>
            <pc:docMk/>
            <pc:sldMk cId="2466279025" sldId="276"/>
            <ac:spMk id="123" creationId="{6B612028-15B8-793C-4BDE-D794BBB28331}"/>
          </ac:spMkLst>
        </pc:spChg>
        <pc:spChg chg="mod">
          <ac:chgData name="김예은" userId="6526923f-0c52-4639-9dbd-0f483d8fd367" providerId="ADAL" clId="{B051C8FD-1EF5-47DF-8BD4-94E401AB3A5F}" dt="2022-08-03T08:28:35.840" v="258" actId="20577"/>
          <ac:spMkLst>
            <pc:docMk/>
            <pc:sldMk cId="2466279025" sldId="276"/>
            <ac:spMk id="124" creationId="{247334D1-318A-36C3-31B0-35072BB8B8FC}"/>
          </ac:spMkLst>
        </pc:spChg>
        <pc:spChg chg="mod">
          <ac:chgData name="김예은" userId="6526923f-0c52-4639-9dbd-0f483d8fd367" providerId="ADAL" clId="{B051C8FD-1EF5-47DF-8BD4-94E401AB3A5F}" dt="2022-08-03T08:31:26.287" v="288" actId="20577"/>
          <ac:spMkLst>
            <pc:docMk/>
            <pc:sldMk cId="2466279025" sldId="276"/>
            <ac:spMk id="125" creationId="{660657B5-9A52-4E96-6F5F-31FA2250C947}"/>
          </ac:spMkLst>
        </pc:spChg>
        <pc:spChg chg="mod">
          <ac:chgData name="김예은" userId="6526923f-0c52-4639-9dbd-0f483d8fd367" providerId="ADAL" clId="{B051C8FD-1EF5-47DF-8BD4-94E401AB3A5F}" dt="2022-08-03T08:28:06.209" v="245" actId="20577"/>
          <ac:spMkLst>
            <pc:docMk/>
            <pc:sldMk cId="2466279025" sldId="276"/>
            <ac:spMk id="127" creationId="{E61DF555-0E6D-8ECB-0C8A-9D60C3F72825}"/>
          </ac:spMkLst>
        </pc:spChg>
        <pc:spChg chg="mod">
          <ac:chgData name="김예은" userId="6526923f-0c52-4639-9dbd-0f483d8fd367" providerId="ADAL" clId="{B051C8FD-1EF5-47DF-8BD4-94E401AB3A5F}" dt="2022-08-03T08:40:18.254" v="384" actId="20577"/>
          <ac:spMkLst>
            <pc:docMk/>
            <pc:sldMk cId="2466279025" sldId="276"/>
            <ac:spMk id="136" creationId="{6F42DB5F-992E-2A52-49C9-FD73DC4CB845}"/>
          </ac:spMkLst>
        </pc:spChg>
        <pc:spChg chg="mod">
          <ac:chgData name="김예은" userId="6526923f-0c52-4639-9dbd-0f483d8fd367" providerId="ADAL" clId="{B051C8FD-1EF5-47DF-8BD4-94E401AB3A5F}" dt="2022-08-03T09:33:13.536" v="749" actId="20577"/>
          <ac:spMkLst>
            <pc:docMk/>
            <pc:sldMk cId="2466279025" sldId="276"/>
            <ac:spMk id="139" creationId="{5EE6D517-3E97-2B2D-5CA3-D5EE33FBBDA7}"/>
          </ac:spMkLst>
        </pc:spChg>
        <pc:spChg chg="mod">
          <ac:chgData name="김예은" userId="6526923f-0c52-4639-9dbd-0f483d8fd367" providerId="ADAL" clId="{B051C8FD-1EF5-47DF-8BD4-94E401AB3A5F}" dt="2022-08-03T08:37:55.231" v="364" actId="20577"/>
          <ac:spMkLst>
            <pc:docMk/>
            <pc:sldMk cId="2466279025" sldId="276"/>
            <ac:spMk id="141" creationId="{A5DE7E25-9941-B777-B6E9-8BD7D4ECE3A1}"/>
          </ac:spMkLst>
        </pc:spChg>
      </pc:sldChg>
    </pc:docChg>
  </pc:docChgLst>
  <pc:docChgLst>
    <pc:chgData name="김예은" userId="6526923f-0c52-4639-9dbd-0f483d8fd367" providerId="ADAL" clId="{CFB85E5A-111F-4ED9-8323-933B634E8B6D}"/>
    <pc:docChg chg="undo custSel modSld">
      <pc:chgData name="김예은" userId="6526923f-0c52-4639-9dbd-0f483d8fd367" providerId="ADAL" clId="{CFB85E5A-111F-4ED9-8323-933B634E8B6D}" dt="2021-10-13T05:32:39.480" v="1164" actId="115"/>
      <pc:docMkLst>
        <pc:docMk/>
      </pc:docMkLst>
      <pc:sldChg chg="modSp mod">
        <pc:chgData name="김예은" userId="6526923f-0c52-4639-9dbd-0f483d8fd367" providerId="ADAL" clId="{CFB85E5A-111F-4ED9-8323-933B634E8B6D}" dt="2021-10-13T05:32:39.480" v="1164" actId="115"/>
        <pc:sldMkLst>
          <pc:docMk/>
          <pc:sldMk cId="2782649627" sldId="272"/>
        </pc:sldMkLst>
        <pc:spChg chg="mod">
          <ac:chgData name="김예은" userId="6526923f-0c52-4639-9dbd-0f483d8fd367" providerId="ADAL" clId="{CFB85E5A-111F-4ED9-8323-933B634E8B6D}" dt="2021-10-13T05:32:15.279" v="1149"/>
          <ac:spMkLst>
            <pc:docMk/>
            <pc:sldMk cId="2782649627" sldId="272"/>
            <ac:spMk id="197" creationId="{B6C5080D-8FDE-4ACB-9C95-645FAB9E2831}"/>
          </ac:spMkLst>
        </pc:spChg>
        <pc:spChg chg="mod">
          <ac:chgData name="김예은" userId="6526923f-0c52-4639-9dbd-0f483d8fd367" providerId="ADAL" clId="{CFB85E5A-111F-4ED9-8323-933B634E8B6D}" dt="2021-10-13T05:32:39.480" v="1164" actId="115"/>
          <ac:spMkLst>
            <pc:docMk/>
            <pc:sldMk cId="2782649627" sldId="272"/>
            <ac:spMk id="215" creationId="{8B2C2307-A562-4647-90F0-4D9A232311E6}"/>
          </ac:spMkLst>
        </pc:spChg>
      </pc:sldChg>
      <pc:sldChg chg="modSp mod">
        <pc:chgData name="김예은" userId="6526923f-0c52-4639-9dbd-0f483d8fd367" providerId="ADAL" clId="{CFB85E5A-111F-4ED9-8323-933B634E8B6D}" dt="2021-10-13T04:45:59.357" v="885"/>
        <pc:sldMkLst>
          <pc:docMk/>
          <pc:sldMk cId="1676419962" sldId="273"/>
        </pc:sldMkLst>
        <pc:spChg chg="mod">
          <ac:chgData name="김예은" userId="6526923f-0c52-4639-9dbd-0f483d8fd367" providerId="ADAL" clId="{CFB85E5A-111F-4ED9-8323-933B634E8B6D}" dt="2021-10-13T04:35:49.094" v="509" actId="20577"/>
          <ac:spMkLst>
            <pc:docMk/>
            <pc:sldMk cId="1676419962" sldId="273"/>
            <ac:spMk id="109" creationId="{C491F9ED-ECB2-46FB-8A5E-70EB82EC15FF}"/>
          </ac:spMkLst>
        </pc:spChg>
        <pc:spChg chg="mod">
          <ac:chgData name="김예은" userId="6526923f-0c52-4639-9dbd-0f483d8fd367" providerId="ADAL" clId="{CFB85E5A-111F-4ED9-8323-933B634E8B6D}" dt="2021-10-13T04:32:46.055" v="508" actId="20577"/>
          <ac:spMkLst>
            <pc:docMk/>
            <pc:sldMk cId="1676419962" sldId="273"/>
            <ac:spMk id="111" creationId="{E3E3FB9F-4001-442D-A27B-4DCD4A4B8FEB}"/>
          </ac:spMkLst>
        </pc:spChg>
        <pc:spChg chg="mod">
          <ac:chgData name="김예은" userId="6526923f-0c52-4639-9dbd-0f483d8fd367" providerId="ADAL" clId="{CFB85E5A-111F-4ED9-8323-933B634E8B6D}" dt="2021-10-13T04:38:19.590" v="638" actId="20577"/>
          <ac:spMkLst>
            <pc:docMk/>
            <pc:sldMk cId="1676419962" sldId="273"/>
            <ac:spMk id="115" creationId="{3B43935F-B8E4-407F-B8EB-B3DE71443D82}"/>
          </ac:spMkLst>
        </pc:spChg>
        <pc:spChg chg="mod">
          <ac:chgData name="김예은" userId="6526923f-0c52-4639-9dbd-0f483d8fd367" providerId="ADAL" clId="{CFB85E5A-111F-4ED9-8323-933B634E8B6D}" dt="2021-10-13T04:36:53.493" v="554"/>
          <ac:spMkLst>
            <pc:docMk/>
            <pc:sldMk cId="1676419962" sldId="273"/>
            <ac:spMk id="117" creationId="{C16C55C9-E386-453A-A751-D7B711F31F5C}"/>
          </ac:spMkLst>
        </pc:spChg>
        <pc:spChg chg="mod">
          <ac:chgData name="김예은" userId="6526923f-0c52-4639-9dbd-0f483d8fd367" providerId="ADAL" clId="{CFB85E5A-111F-4ED9-8323-933B634E8B6D}" dt="2021-10-13T04:43:37.758" v="799" actId="20577"/>
          <ac:spMkLst>
            <pc:docMk/>
            <pc:sldMk cId="1676419962" sldId="273"/>
            <ac:spMk id="121" creationId="{172DCB1B-68A3-4B61-9C54-DFA3FE19C79B}"/>
          </ac:spMkLst>
        </pc:spChg>
        <pc:spChg chg="mod">
          <ac:chgData name="김예은" userId="6526923f-0c52-4639-9dbd-0f483d8fd367" providerId="ADAL" clId="{CFB85E5A-111F-4ED9-8323-933B634E8B6D}" dt="2021-10-13T04:42:01.664" v="677" actId="20577"/>
          <ac:spMkLst>
            <pc:docMk/>
            <pc:sldMk cId="1676419962" sldId="273"/>
            <ac:spMk id="123" creationId="{B24EDED4-A6F4-43F3-B330-66BF9A4DD395}"/>
          </ac:spMkLst>
        </pc:spChg>
        <pc:spChg chg="mod">
          <ac:chgData name="김예은" userId="6526923f-0c52-4639-9dbd-0f483d8fd367" providerId="ADAL" clId="{CFB85E5A-111F-4ED9-8323-933B634E8B6D}" dt="2021-10-13T04:43:03.189" v="798" actId="20577"/>
          <ac:spMkLst>
            <pc:docMk/>
            <pc:sldMk cId="1676419962" sldId="273"/>
            <ac:spMk id="124" creationId="{C9DE5A63-B171-4B87-BA63-5671A2279B43}"/>
          </ac:spMkLst>
        </pc:spChg>
        <pc:spChg chg="mod">
          <ac:chgData name="김예은" userId="6526923f-0c52-4639-9dbd-0f483d8fd367" providerId="ADAL" clId="{CFB85E5A-111F-4ED9-8323-933B634E8B6D}" dt="2021-10-13T04:45:03.902" v="870"/>
          <ac:spMkLst>
            <pc:docMk/>
            <pc:sldMk cId="1676419962" sldId="273"/>
            <ac:spMk id="127" creationId="{46755DBA-7C1A-4E02-B3A0-63F86181422A}"/>
          </ac:spMkLst>
        </pc:spChg>
        <pc:spChg chg="mod">
          <ac:chgData name="김예은" userId="6526923f-0c52-4639-9dbd-0f483d8fd367" providerId="ADAL" clId="{CFB85E5A-111F-4ED9-8323-933B634E8B6D}" dt="2021-10-13T04:45:59.357" v="885"/>
          <ac:spMkLst>
            <pc:docMk/>
            <pc:sldMk cId="1676419962" sldId="273"/>
            <ac:spMk id="137" creationId="{D2B7A04F-C004-40AE-819A-A625E0BD2338}"/>
          </ac:spMkLst>
        </pc:spChg>
      </pc:sldChg>
    </pc:docChg>
  </pc:docChgLst>
  <pc:docChgLst>
    <pc:chgData name="이유림" userId="c4f7c10e-9591-4e08-8489-adf65147d8f2" providerId="ADAL" clId="{275A345E-E76B-46E7-A0A6-49EE9FA143FF}"/>
    <pc:docChg chg="undo custSel modSld">
      <pc:chgData name="이유림" userId="c4f7c10e-9591-4e08-8489-adf65147d8f2" providerId="ADAL" clId="{275A345E-E76B-46E7-A0A6-49EE9FA143FF}" dt="2025-03-14T01:59:29.139" v="1571" actId="108"/>
      <pc:docMkLst>
        <pc:docMk/>
      </pc:docMkLst>
      <pc:sldChg chg="addSp delSp modSp mod">
        <pc:chgData name="이유림" userId="c4f7c10e-9591-4e08-8489-adf65147d8f2" providerId="ADAL" clId="{275A345E-E76B-46E7-A0A6-49EE9FA143FF}" dt="2025-03-14T01:59:29.139" v="1571" actId="108"/>
        <pc:sldMkLst>
          <pc:docMk/>
          <pc:sldMk cId="2782649627" sldId="272"/>
        </pc:sldMkLst>
        <pc:spChg chg="mod">
          <ac:chgData name="이유림" userId="c4f7c10e-9591-4e08-8489-adf65147d8f2" providerId="ADAL" clId="{275A345E-E76B-46E7-A0A6-49EE9FA143FF}" dt="2025-03-10T03:36:36.120" v="13" actId="20577"/>
          <ac:spMkLst>
            <pc:docMk/>
            <pc:sldMk cId="2782649627" sldId="272"/>
            <ac:spMk id="5" creationId="{82305561-9C83-4AF0-BE74-852E6825B240}"/>
          </ac:spMkLst>
        </pc:spChg>
        <pc:spChg chg="mod">
          <ac:chgData name="이유림" userId="c4f7c10e-9591-4e08-8489-adf65147d8f2" providerId="ADAL" clId="{275A345E-E76B-46E7-A0A6-49EE9FA143FF}" dt="2025-03-14T01:59:29.139" v="1571" actId="108"/>
          <ac:spMkLst>
            <pc:docMk/>
            <pc:sldMk cId="2782649627" sldId="272"/>
            <ac:spMk id="6" creationId="{F7A2E0C1-8D91-5752-21D5-33B0ADC4A33D}"/>
          </ac:spMkLst>
        </pc:spChg>
        <pc:spChg chg="mod">
          <ac:chgData name="이유림" userId="c4f7c10e-9591-4e08-8489-adf65147d8f2" providerId="ADAL" clId="{275A345E-E76B-46E7-A0A6-49EE9FA143FF}" dt="2025-03-11T07:03:36.286" v="1107"/>
          <ac:spMkLst>
            <pc:docMk/>
            <pc:sldMk cId="2782649627" sldId="272"/>
            <ac:spMk id="9" creationId="{F8A400D6-4B66-0F22-0288-4B08E255F162}"/>
          </ac:spMkLst>
        </pc:spChg>
        <pc:spChg chg="mod">
          <ac:chgData name="이유림" userId="c4f7c10e-9591-4e08-8489-adf65147d8f2" providerId="ADAL" clId="{275A345E-E76B-46E7-A0A6-49EE9FA143FF}" dt="2025-03-11T07:07:30.156" v="1253"/>
          <ac:spMkLst>
            <pc:docMk/>
            <pc:sldMk cId="2782649627" sldId="272"/>
            <ac:spMk id="65" creationId="{A8B70E2F-0FB7-D45E-B52B-5D078ADA1A3D}"/>
          </ac:spMkLst>
        </pc:spChg>
        <pc:spChg chg="mod">
          <ac:chgData name="이유림" userId="c4f7c10e-9591-4e08-8489-adf65147d8f2" providerId="ADAL" clId="{275A345E-E76B-46E7-A0A6-49EE9FA143FF}" dt="2025-03-11T07:04:18.497" v="1117" actId="6549"/>
          <ac:spMkLst>
            <pc:docMk/>
            <pc:sldMk cId="2782649627" sldId="272"/>
            <ac:spMk id="66" creationId="{15D19A5F-6D48-D982-4AFD-1170EE1650CB}"/>
          </ac:spMkLst>
        </pc:spChg>
        <pc:spChg chg="mod">
          <ac:chgData name="이유림" userId="c4f7c10e-9591-4e08-8489-adf65147d8f2" providerId="ADAL" clId="{275A345E-E76B-46E7-A0A6-49EE9FA143FF}" dt="2025-03-11T07:03:36.286" v="1107"/>
          <ac:spMkLst>
            <pc:docMk/>
            <pc:sldMk cId="2782649627" sldId="272"/>
            <ac:spMk id="70" creationId="{DC2EBE9F-5E30-28A4-D2F9-D3703FA473C6}"/>
          </ac:spMkLst>
        </pc:spChg>
        <pc:grpChg chg="add mod">
          <ac:chgData name="이유림" userId="c4f7c10e-9591-4e08-8489-adf65147d8f2" providerId="ADAL" clId="{275A345E-E76B-46E7-A0A6-49EE9FA143FF}" dt="2025-03-11T07:03:36.286" v="1107"/>
          <ac:grpSpMkLst>
            <pc:docMk/>
            <pc:sldMk cId="2782649627" sldId="272"/>
            <ac:grpSpMk id="4" creationId="{F63A3774-63AE-D99E-3EAD-DDD18535651C}"/>
          </ac:grpSpMkLst>
        </pc:grpChg>
        <pc:grpChg chg="del">
          <ac:chgData name="이유림" userId="c4f7c10e-9591-4e08-8489-adf65147d8f2" providerId="ADAL" clId="{275A345E-E76B-46E7-A0A6-49EE9FA143FF}" dt="2025-03-11T07:03:35.954" v="1106" actId="478"/>
          <ac:grpSpMkLst>
            <pc:docMk/>
            <pc:sldMk cId="2782649627" sldId="272"/>
            <ac:grpSpMk id="10" creationId="{FD6106B4-F85C-2E36-39BC-6EF8690F3539}"/>
          </ac:grpSpMkLst>
        </pc:grpChg>
        <pc:grpChg chg="add mod">
          <ac:chgData name="이유림" userId="c4f7c10e-9591-4e08-8489-adf65147d8f2" providerId="ADAL" clId="{275A345E-E76B-46E7-A0A6-49EE9FA143FF}" dt="2025-03-11T07:03:36.286" v="1107"/>
          <ac:grpSpMkLst>
            <pc:docMk/>
            <pc:sldMk cId="2782649627" sldId="272"/>
            <ac:grpSpMk id="37" creationId="{8A8CA602-5EFC-0F16-0947-CE0F10FF71F8}"/>
          </ac:grpSpMkLst>
        </pc:grpChg>
        <pc:grpChg chg="mod">
          <ac:chgData name="이유림" userId="c4f7c10e-9591-4e08-8489-adf65147d8f2" providerId="ADAL" clId="{275A345E-E76B-46E7-A0A6-49EE9FA143FF}" dt="2025-03-11T07:03:36.286" v="1107"/>
          <ac:grpSpMkLst>
            <pc:docMk/>
            <pc:sldMk cId="2782649627" sldId="272"/>
            <ac:grpSpMk id="51" creationId="{3153B81A-1776-639A-7685-89A33CFDC087}"/>
          </ac:grpSpMkLst>
        </pc:grpChg>
        <pc:grpChg chg="del">
          <ac:chgData name="이유림" userId="c4f7c10e-9591-4e08-8489-adf65147d8f2" providerId="ADAL" clId="{275A345E-E76B-46E7-A0A6-49EE9FA143FF}" dt="2025-03-11T07:03:35.954" v="1106" actId="478"/>
          <ac:grpSpMkLst>
            <pc:docMk/>
            <pc:sldMk cId="2782649627" sldId="272"/>
            <ac:grpSpMk id="55" creationId="{89AC6AF9-634D-54C0-B6D5-4B9D498FCF4C}"/>
          </ac:grpSpMkLst>
        </pc:grpChg>
        <pc:picChg chg="mod">
          <ac:chgData name="이유림" userId="c4f7c10e-9591-4e08-8489-adf65147d8f2" providerId="ADAL" clId="{275A345E-E76B-46E7-A0A6-49EE9FA143FF}" dt="2025-03-11T07:03:36.286" v="1107"/>
          <ac:picMkLst>
            <pc:docMk/>
            <pc:sldMk cId="2782649627" sldId="272"/>
            <ac:picMk id="13" creationId="{B30271DB-402F-3B05-70A6-06503FDB0FE0}"/>
          </ac:picMkLst>
        </pc:picChg>
        <pc:picChg chg="mod">
          <ac:chgData name="이유림" userId="c4f7c10e-9591-4e08-8489-adf65147d8f2" providerId="ADAL" clId="{275A345E-E76B-46E7-A0A6-49EE9FA143FF}" dt="2025-03-11T07:03:36.286" v="1107"/>
          <ac:picMkLst>
            <pc:docMk/>
            <pc:sldMk cId="2782649627" sldId="272"/>
            <ac:picMk id="14" creationId="{4FD67114-7E04-9D41-3366-8C907BF0300B}"/>
          </ac:picMkLst>
        </pc:picChg>
        <pc:picChg chg="mod">
          <ac:chgData name="이유림" userId="c4f7c10e-9591-4e08-8489-adf65147d8f2" providerId="ADAL" clId="{275A345E-E76B-46E7-A0A6-49EE9FA143FF}" dt="2025-03-11T07:03:36.286" v="1107"/>
          <ac:picMkLst>
            <pc:docMk/>
            <pc:sldMk cId="2782649627" sldId="272"/>
            <ac:picMk id="15" creationId="{BF39CAEA-13AE-08C7-B02A-B8741A3AFC8D}"/>
          </ac:picMkLst>
        </pc:picChg>
        <pc:picChg chg="mod">
          <ac:chgData name="이유림" userId="c4f7c10e-9591-4e08-8489-adf65147d8f2" providerId="ADAL" clId="{275A345E-E76B-46E7-A0A6-49EE9FA143FF}" dt="2025-03-11T07:03:36.286" v="1107"/>
          <ac:picMkLst>
            <pc:docMk/>
            <pc:sldMk cId="2782649627" sldId="272"/>
            <ac:picMk id="16" creationId="{521250DD-1E58-9DCD-3BCF-3C61BF937938}"/>
          </ac:picMkLst>
        </pc:picChg>
        <pc:picChg chg="mod">
          <ac:chgData name="이유림" userId="c4f7c10e-9591-4e08-8489-adf65147d8f2" providerId="ADAL" clId="{275A345E-E76B-46E7-A0A6-49EE9FA143FF}" dt="2025-03-11T07:03:36.286" v="1107"/>
          <ac:picMkLst>
            <pc:docMk/>
            <pc:sldMk cId="2782649627" sldId="272"/>
            <ac:picMk id="17" creationId="{BE02A8AD-3083-E662-1455-07BF1AAE94C1}"/>
          </ac:picMkLst>
        </pc:picChg>
        <pc:picChg chg="mod">
          <ac:chgData name="이유림" userId="c4f7c10e-9591-4e08-8489-adf65147d8f2" providerId="ADAL" clId="{275A345E-E76B-46E7-A0A6-49EE9FA143FF}" dt="2025-03-11T07:03:36.286" v="1107"/>
          <ac:picMkLst>
            <pc:docMk/>
            <pc:sldMk cId="2782649627" sldId="272"/>
            <ac:picMk id="18" creationId="{803AAD12-004F-F454-D426-C33166CBE66A}"/>
          </ac:picMkLst>
        </pc:picChg>
        <pc:picChg chg="mod">
          <ac:chgData name="이유림" userId="c4f7c10e-9591-4e08-8489-adf65147d8f2" providerId="ADAL" clId="{275A345E-E76B-46E7-A0A6-49EE9FA143FF}" dt="2025-03-11T07:03:36.286" v="1107"/>
          <ac:picMkLst>
            <pc:docMk/>
            <pc:sldMk cId="2782649627" sldId="272"/>
            <ac:picMk id="19" creationId="{9CE81E6E-2E8D-C59C-A1B1-81455A224A3D}"/>
          </ac:picMkLst>
        </pc:picChg>
        <pc:picChg chg="mod">
          <ac:chgData name="이유림" userId="c4f7c10e-9591-4e08-8489-adf65147d8f2" providerId="ADAL" clId="{275A345E-E76B-46E7-A0A6-49EE9FA143FF}" dt="2025-03-11T07:03:36.286" v="1107"/>
          <ac:picMkLst>
            <pc:docMk/>
            <pc:sldMk cId="2782649627" sldId="272"/>
            <ac:picMk id="20" creationId="{8CF43A43-7C4F-5A01-44A8-22A3AB49C8E6}"/>
          </ac:picMkLst>
        </pc:picChg>
        <pc:picChg chg="mod">
          <ac:chgData name="이유림" userId="c4f7c10e-9591-4e08-8489-adf65147d8f2" providerId="ADAL" clId="{275A345E-E76B-46E7-A0A6-49EE9FA143FF}" dt="2025-03-11T07:03:36.286" v="1107"/>
          <ac:picMkLst>
            <pc:docMk/>
            <pc:sldMk cId="2782649627" sldId="272"/>
            <ac:picMk id="21" creationId="{0384D0A8-6BA9-A782-0A4A-951322C0FA07}"/>
          </ac:picMkLst>
        </pc:picChg>
        <pc:picChg chg="mod">
          <ac:chgData name="이유림" userId="c4f7c10e-9591-4e08-8489-adf65147d8f2" providerId="ADAL" clId="{275A345E-E76B-46E7-A0A6-49EE9FA143FF}" dt="2025-03-11T07:03:36.286" v="1107"/>
          <ac:picMkLst>
            <pc:docMk/>
            <pc:sldMk cId="2782649627" sldId="272"/>
            <ac:picMk id="22" creationId="{1A6921F2-41D8-90C0-ACF7-EF3475150FB8}"/>
          </ac:picMkLst>
        </pc:picChg>
        <pc:picChg chg="mod">
          <ac:chgData name="이유림" userId="c4f7c10e-9591-4e08-8489-adf65147d8f2" providerId="ADAL" clId="{275A345E-E76B-46E7-A0A6-49EE9FA143FF}" dt="2025-03-11T07:03:36.286" v="1107"/>
          <ac:picMkLst>
            <pc:docMk/>
            <pc:sldMk cId="2782649627" sldId="272"/>
            <ac:picMk id="23" creationId="{77B591F0-FDB0-E870-B128-2FEEDBE5C66E}"/>
          </ac:picMkLst>
        </pc:picChg>
        <pc:picChg chg="mod">
          <ac:chgData name="이유림" userId="c4f7c10e-9591-4e08-8489-adf65147d8f2" providerId="ADAL" clId="{275A345E-E76B-46E7-A0A6-49EE9FA143FF}" dt="2025-03-11T07:03:36.286" v="1107"/>
          <ac:picMkLst>
            <pc:docMk/>
            <pc:sldMk cId="2782649627" sldId="272"/>
            <ac:picMk id="24" creationId="{5526DF74-B4DC-8550-C516-E0EA72EE23B6}"/>
          </ac:picMkLst>
        </pc:picChg>
        <pc:picChg chg="mod">
          <ac:chgData name="이유림" userId="c4f7c10e-9591-4e08-8489-adf65147d8f2" providerId="ADAL" clId="{275A345E-E76B-46E7-A0A6-49EE9FA143FF}" dt="2025-03-11T07:03:36.286" v="1107"/>
          <ac:picMkLst>
            <pc:docMk/>
            <pc:sldMk cId="2782649627" sldId="272"/>
            <ac:picMk id="25" creationId="{942C28EE-B5C6-65A6-93CE-A2AB46FA7CC5}"/>
          </ac:picMkLst>
        </pc:picChg>
        <pc:picChg chg="mod">
          <ac:chgData name="이유림" userId="c4f7c10e-9591-4e08-8489-adf65147d8f2" providerId="ADAL" clId="{275A345E-E76B-46E7-A0A6-49EE9FA143FF}" dt="2025-03-11T07:03:36.286" v="1107"/>
          <ac:picMkLst>
            <pc:docMk/>
            <pc:sldMk cId="2782649627" sldId="272"/>
            <ac:picMk id="26" creationId="{A2B10240-EFAC-20C8-3DAA-771E8FEF6C92}"/>
          </ac:picMkLst>
        </pc:picChg>
        <pc:picChg chg="mod">
          <ac:chgData name="이유림" userId="c4f7c10e-9591-4e08-8489-adf65147d8f2" providerId="ADAL" clId="{275A345E-E76B-46E7-A0A6-49EE9FA143FF}" dt="2025-03-11T07:03:36.286" v="1107"/>
          <ac:picMkLst>
            <pc:docMk/>
            <pc:sldMk cId="2782649627" sldId="272"/>
            <ac:picMk id="27" creationId="{90667F69-054E-119C-D62A-C24EB96FCF42}"/>
          </ac:picMkLst>
        </pc:picChg>
        <pc:picChg chg="mod">
          <ac:chgData name="이유림" userId="c4f7c10e-9591-4e08-8489-adf65147d8f2" providerId="ADAL" clId="{275A345E-E76B-46E7-A0A6-49EE9FA143FF}" dt="2025-03-11T07:03:36.286" v="1107"/>
          <ac:picMkLst>
            <pc:docMk/>
            <pc:sldMk cId="2782649627" sldId="272"/>
            <ac:picMk id="28" creationId="{841262BB-6FFF-F880-E11F-3BF21DBBB045}"/>
          </ac:picMkLst>
        </pc:picChg>
        <pc:picChg chg="mod">
          <ac:chgData name="이유림" userId="c4f7c10e-9591-4e08-8489-adf65147d8f2" providerId="ADAL" clId="{275A345E-E76B-46E7-A0A6-49EE9FA143FF}" dt="2025-03-11T07:03:36.286" v="1107"/>
          <ac:picMkLst>
            <pc:docMk/>
            <pc:sldMk cId="2782649627" sldId="272"/>
            <ac:picMk id="31" creationId="{1EA7D255-EBD0-A9C0-6EB4-0F579326074B}"/>
          </ac:picMkLst>
        </pc:picChg>
        <pc:picChg chg="mod">
          <ac:chgData name="이유림" userId="c4f7c10e-9591-4e08-8489-adf65147d8f2" providerId="ADAL" clId="{275A345E-E76B-46E7-A0A6-49EE9FA143FF}" dt="2025-03-11T07:03:36.286" v="1107"/>
          <ac:picMkLst>
            <pc:docMk/>
            <pc:sldMk cId="2782649627" sldId="272"/>
            <ac:picMk id="32" creationId="{B52F4964-B0A2-0955-9783-F988997A8E80}"/>
          </ac:picMkLst>
        </pc:picChg>
        <pc:picChg chg="mod">
          <ac:chgData name="이유림" userId="c4f7c10e-9591-4e08-8489-adf65147d8f2" providerId="ADAL" clId="{275A345E-E76B-46E7-A0A6-49EE9FA143FF}" dt="2025-03-11T07:03:36.286" v="1107"/>
          <ac:picMkLst>
            <pc:docMk/>
            <pc:sldMk cId="2782649627" sldId="272"/>
            <ac:picMk id="56" creationId="{72390BE1-B03D-4792-1F9C-50554C5A9A27}"/>
          </ac:picMkLst>
        </pc:picChg>
        <pc:picChg chg="del">
          <ac:chgData name="이유림" userId="c4f7c10e-9591-4e08-8489-adf65147d8f2" providerId="ADAL" clId="{275A345E-E76B-46E7-A0A6-49EE9FA143FF}" dt="2025-03-11T07:03:45.080" v="1108" actId="478"/>
          <ac:picMkLst>
            <pc:docMk/>
            <pc:sldMk cId="2782649627" sldId="272"/>
            <ac:picMk id="69" creationId="{98FBE564-2131-3187-0200-31B3D1D1EA4D}"/>
          </ac:picMkLst>
        </pc:picChg>
        <pc:picChg chg="mod">
          <ac:chgData name="이유림" userId="c4f7c10e-9591-4e08-8489-adf65147d8f2" providerId="ADAL" clId="{275A345E-E76B-46E7-A0A6-49EE9FA143FF}" dt="2025-03-11T07:03:36.286" v="1107"/>
          <ac:picMkLst>
            <pc:docMk/>
            <pc:sldMk cId="2782649627" sldId="272"/>
            <ac:picMk id="72" creationId="{8E0F70E5-3906-4AD2-577A-DA98D039B17F}"/>
          </ac:picMkLst>
        </pc:picChg>
        <pc:picChg chg="mod">
          <ac:chgData name="이유림" userId="c4f7c10e-9591-4e08-8489-adf65147d8f2" providerId="ADAL" clId="{275A345E-E76B-46E7-A0A6-49EE9FA143FF}" dt="2025-03-11T07:03:36.286" v="1107"/>
          <ac:picMkLst>
            <pc:docMk/>
            <pc:sldMk cId="2782649627" sldId="272"/>
            <ac:picMk id="73" creationId="{2AC1A3F5-E2DA-6240-E705-55CB755E9C97}"/>
          </ac:picMkLst>
        </pc:picChg>
        <pc:cxnChg chg="mod">
          <ac:chgData name="이유림" userId="c4f7c10e-9591-4e08-8489-adf65147d8f2" providerId="ADAL" clId="{275A345E-E76B-46E7-A0A6-49EE9FA143FF}" dt="2025-03-11T07:03:36.286" v="1107"/>
          <ac:cxnSpMkLst>
            <pc:docMk/>
            <pc:sldMk cId="2782649627" sldId="272"/>
            <ac:cxnSpMk id="12" creationId="{9A57591E-B25E-D46C-1DA0-A9F70F25EFB2}"/>
          </ac:cxnSpMkLst>
        </pc:cxnChg>
        <pc:cxnChg chg="mod">
          <ac:chgData name="이유림" userId="c4f7c10e-9591-4e08-8489-adf65147d8f2" providerId="ADAL" clId="{275A345E-E76B-46E7-A0A6-49EE9FA143FF}" dt="2025-03-11T07:03:35.954" v="1106" actId="478"/>
          <ac:cxnSpMkLst>
            <pc:docMk/>
            <pc:sldMk cId="2782649627" sldId="272"/>
            <ac:cxnSpMk id="30" creationId="{EDF25279-57A2-68F5-CA22-5ECE505DD958}"/>
          </ac:cxnSpMkLst>
        </pc:cxnChg>
        <pc:cxnChg chg="mod">
          <ac:chgData name="이유림" userId="c4f7c10e-9591-4e08-8489-adf65147d8f2" providerId="ADAL" clId="{275A345E-E76B-46E7-A0A6-49EE9FA143FF}" dt="2025-03-11T07:03:35.954" v="1106" actId="478"/>
          <ac:cxnSpMkLst>
            <pc:docMk/>
            <pc:sldMk cId="2782649627" sldId="272"/>
            <ac:cxnSpMk id="61" creationId="{7BB0BB04-27EF-94FD-1E2B-7319DD8A12FF}"/>
          </ac:cxnSpMkLst>
        </pc:cxnChg>
        <pc:cxnChg chg="mod">
          <ac:chgData name="이유림" userId="c4f7c10e-9591-4e08-8489-adf65147d8f2" providerId="ADAL" clId="{275A345E-E76B-46E7-A0A6-49EE9FA143FF}" dt="2025-03-11T07:03:53.034" v="1109" actId="14100"/>
          <ac:cxnSpMkLst>
            <pc:docMk/>
            <pc:sldMk cId="2782649627" sldId="272"/>
            <ac:cxnSpMk id="71" creationId="{6E965036-75EA-9798-9C57-82A5DAB7CD29}"/>
          </ac:cxnSpMkLst>
        </pc:cxnChg>
      </pc:sldChg>
      <pc:sldChg chg="modSp mod">
        <pc:chgData name="이유림" userId="c4f7c10e-9591-4e08-8489-adf65147d8f2" providerId="ADAL" clId="{275A345E-E76B-46E7-A0A6-49EE9FA143FF}" dt="2025-03-14T01:59:12.453" v="1560" actId="6549"/>
        <pc:sldMkLst>
          <pc:docMk/>
          <pc:sldMk cId="2466279025" sldId="276"/>
        </pc:sldMkLst>
        <pc:spChg chg="mod">
          <ac:chgData name="이유림" userId="c4f7c10e-9591-4e08-8489-adf65147d8f2" providerId="ADAL" clId="{275A345E-E76B-46E7-A0A6-49EE9FA143FF}" dt="2025-03-10T03:36:29.064" v="6" actId="20577"/>
          <ac:spMkLst>
            <pc:docMk/>
            <pc:sldMk cId="2466279025" sldId="276"/>
            <ac:spMk id="6" creationId="{15141728-A305-8742-8C53-C14A4823EEFE}"/>
          </ac:spMkLst>
        </pc:spChg>
        <pc:spChg chg="mod">
          <ac:chgData name="이유림" userId="c4f7c10e-9591-4e08-8489-adf65147d8f2" providerId="ADAL" clId="{275A345E-E76B-46E7-A0A6-49EE9FA143FF}" dt="2025-03-10T03:37:06.791" v="54" actId="20577"/>
          <ac:spMkLst>
            <pc:docMk/>
            <pc:sldMk cId="2466279025" sldId="276"/>
            <ac:spMk id="50" creationId="{EB7D61D9-3C96-5D9A-41EF-E60C8B2AADC2}"/>
          </ac:spMkLst>
        </pc:spChg>
        <pc:spChg chg="mod">
          <ac:chgData name="이유림" userId="c4f7c10e-9591-4e08-8489-adf65147d8f2" providerId="ADAL" clId="{275A345E-E76B-46E7-A0A6-49EE9FA143FF}" dt="2025-03-13T01:11:07.606" v="1391"/>
          <ac:spMkLst>
            <pc:docMk/>
            <pc:sldMk cId="2466279025" sldId="276"/>
            <ac:spMk id="52" creationId="{7D8793DD-5632-37CB-DEFC-F8377686BF83}"/>
          </ac:spMkLst>
        </pc:spChg>
        <pc:spChg chg="mod">
          <ac:chgData name="이유림" userId="c4f7c10e-9591-4e08-8489-adf65147d8f2" providerId="ADAL" clId="{275A345E-E76B-46E7-A0A6-49EE9FA143FF}" dt="2025-03-13T01:11:28.474" v="1402" actId="20577"/>
          <ac:spMkLst>
            <pc:docMk/>
            <pc:sldMk cId="2466279025" sldId="276"/>
            <ac:spMk id="56" creationId="{E9D28607-B0D6-75A7-47F7-8DD5D3172490}"/>
          </ac:spMkLst>
        </pc:spChg>
        <pc:spChg chg="mod">
          <ac:chgData name="이유림" userId="c4f7c10e-9591-4e08-8489-adf65147d8f2" providerId="ADAL" clId="{275A345E-E76B-46E7-A0A6-49EE9FA143FF}" dt="2025-03-10T06:37:49.476" v="826" actId="20577"/>
          <ac:spMkLst>
            <pc:docMk/>
            <pc:sldMk cId="2466279025" sldId="276"/>
            <ac:spMk id="60" creationId="{27F4FD55-5E51-94D6-8961-C81AFF3EC6D0}"/>
          </ac:spMkLst>
        </pc:spChg>
        <pc:spChg chg="mod">
          <ac:chgData name="이유림" userId="c4f7c10e-9591-4e08-8489-adf65147d8f2" providerId="ADAL" clId="{275A345E-E76B-46E7-A0A6-49EE9FA143FF}" dt="2025-03-10T06:37:52.734" v="827" actId="6549"/>
          <ac:spMkLst>
            <pc:docMk/>
            <pc:sldMk cId="2466279025" sldId="276"/>
            <ac:spMk id="61" creationId="{00EFB5C8-2104-7503-E991-9C789E7FE983}"/>
          </ac:spMkLst>
        </pc:spChg>
        <pc:spChg chg="mod">
          <ac:chgData name="이유림" userId="c4f7c10e-9591-4e08-8489-adf65147d8f2" providerId="ADAL" clId="{275A345E-E76B-46E7-A0A6-49EE9FA143FF}" dt="2025-03-13T01:12:52.993" v="1461" actId="6549"/>
          <ac:spMkLst>
            <pc:docMk/>
            <pc:sldMk cId="2466279025" sldId="276"/>
            <ac:spMk id="62" creationId="{466C8CC7-48DF-07C9-EB44-354C9684A266}"/>
          </ac:spMkLst>
        </pc:spChg>
        <pc:spChg chg="mod">
          <ac:chgData name="이유림" userId="c4f7c10e-9591-4e08-8489-adf65147d8f2" providerId="ADAL" clId="{275A345E-E76B-46E7-A0A6-49EE9FA143FF}" dt="2025-03-13T01:12:09.544" v="1421"/>
          <ac:spMkLst>
            <pc:docMk/>
            <pc:sldMk cId="2466279025" sldId="276"/>
            <ac:spMk id="63" creationId="{3D2ABEC0-FE94-A18C-5739-A185A38F80B4}"/>
          </ac:spMkLst>
        </pc:spChg>
        <pc:spChg chg="mod">
          <ac:chgData name="이유림" userId="c4f7c10e-9591-4e08-8489-adf65147d8f2" providerId="ADAL" clId="{275A345E-E76B-46E7-A0A6-49EE9FA143FF}" dt="2025-03-10T06:22:18.243" v="563" actId="6549"/>
          <ac:spMkLst>
            <pc:docMk/>
            <pc:sldMk cId="2466279025" sldId="276"/>
            <ac:spMk id="128" creationId="{874908EE-4D1F-DCA1-DAAB-4DF73D622422}"/>
          </ac:spMkLst>
        </pc:spChg>
        <pc:spChg chg="mod">
          <ac:chgData name="이유림" userId="c4f7c10e-9591-4e08-8489-adf65147d8f2" providerId="ADAL" clId="{275A345E-E76B-46E7-A0A6-49EE9FA143FF}" dt="2025-03-14T01:59:12.453" v="1560" actId="6549"/>
          <ac:spMkLst>
            <pc:docMk/>
            <pc:sldMk cId="2466279025" sldId="276"/>
            <ac:spMk id="130" creationId="{EE4C7E90-DA52-1EF3-D8E6-BF09A54A2E18}"/>
          </ac:spMkLst>
        </pc:spChg>
        <pc:spChg chg="mod">
          <ac:chgData name="이유림" userId="c4f7c10e-9591-4e08-8489-adf65147d8f2" providerId="ADAL" clId="{275A345E-E76B-46E7-A0A6-49EE9FA143FF}" dt="2025-03-10T06:16:19.222" v="476" actId="20578"/>
          <ac:spMkLst>
            <pc:docMk/>
            <pc:sldMk cId="2466279025" sldId="276"/>
            <ac:spMk id="131" creationId="{3156983E-6195-A67F-AE87-60E7B11EA81D}"/>
          </ac:spMkLst>
        </pc:spChg>
        <pc:spChg chg="mod">
          <ac:chgData name="이유림" userId="c4f7c10e-9591-4e08-8489-adf65147d8f2" providerId="ADAL" clId="{275A345E-E76B-46E7-A0A6-49EE9FA143FF}" dt="2025-03-10T06:16:19.222" v="476" actId="20578"/>
          <ac:spMkLst>
            <pc:docMk/>
            <pc:sldMk cId="2466279025" sldId="276"/>
            <ac:spMk id="132" creationId="{F30228F8-1758-35D1-B384-D47731624E75}"/>
          </ac:spMkLst>
        </pc:spChg>
        <pc:spChg chg="mod">
          <ac:chgData name="이유림" userId="c4f7c10e-9591-4e08-8489-adf65147d8f2" providerId="ADAL" clId="{275A345E-E76B-46E7-A0A6-49EE9FA143FF}" dt="2025-03-10T08:25:07.776" v="1056" actId="20577"/>
          <ac:spMkLst>
            <pc:docMk/>
            <pc:sldMk cId="2466279025" sldId="276"/>
            <ac:spMk id="173" creationId="{0A1E09A7-076E-1743-BC0F-172F6CCD32CB}"/>
          </ac:spMkLst>
        </pc:spChg>
        <pc:spChg chg="mod">
          <ac:chgData name="이유림" userId="c4f7c10e-9591-4e08-8489-adf65147d8f2" providerId="ADAL" clId="{275A345E-E76B-46E7-A0A6-49EE9FA143FF}" dt="2025-03-10T08:59:40.568" v="1091" actId="20577"/>
          <ac:spMkLst>
            <pc:docMk/>
            <pc:sldMk cId="2466279025" sldId="276"/>
            <ac:spMk id="174" creationId="{594865E3-3C50-FB48-8316-2CD3220D232E}"/>
          </ac:spMkLst>
        </pc:spChg>
        <pc:spChg chg="mod">
          <ac:chgData name="이유림" userId="c4f7c10e-9591-4e08-8489-adf65147d8f2" providerId="ADAL" clId="{275A345E-E76B-46E7-A0A6-49EE9FA143FF}" dt="2025-03-13T01:14:05.817" v="1532"/>
          <ac:spMkLst>
            <pc:docMk/>
            <pc:sldMk cId="2466279025" sldId="276"/>
            <ac:spMk id="175" creationId="{F0B5C5AF-2CC6-DFB4-28E5-8AEED4ED5327}"/>
          </ac:spMkLst>
        </pc:spChg>
        <pc:spChg chg="mod">
          <ac:chgData name="이유림" userId="c4f7c10e-9591-4e08-8489-adf65147d8f2" providerId="ADAL" clId="{275A345E-E76B-46E7-A0A6-49EE9FA143FF}" dt="2025-03-13T01:13:18.580" v="1467"/>
          <ac:spMkLst>
            <pc:docMk/>
            <pc:sldMk cId="2466279025" sldId="276"/>
            <ac:spMk id="176" creationId="{BD1BC246-BA7D-3AD7-9AA1-F5C69D1B2C48}"/>
          </ac:spMkLst>
        </pc:spChg>
        <pc:spChg chg="mod">
          <ac:chgData name="이유림" userId="c4f7c10e-9591-4e08-8489-adf65147d8f2" providerId="ADAL" clId="{275A345E-E76B-46E7-A0A6-49EE9FA143FF}" dt="2025-03-10T06:38:19.548" v="865" actId="20577"/>
          <ac:spMkLst>
            <pc:docMk/>
            <pc:sldMk cId="2466279025" sldId="276"/>
            <ac:spMk id="178" creationId="{44247B0E-BD32-3F4F-6353-7CD3B7209D74}"/>
          </ac:spMkLst>
        </pc:spChg>
        <pc:grpChg chg="mod">
          <ac:chgData name="이유림" userId="c4f7c10e-9591-4e08-8489-adf65147d8f2" providerId="ADAL" clId="{275A345E-E76B-46E7-A0A6-49EE9FA143FF}" dt="2025-03-10T06:16:19.222" v="476" actId="20578"/>
          <ac:grpSpMkLst>
            <pc:docMk/>
            <pc:sldMk cId="2466279025" sldId="276"/>
            <ac:grpSpMk id="13" creationId="{E5B56EEC-7D9C-7341-1D3A-14811A5E008A}"/>
          </ac:grpSpMkLst>
        </pc:grpChg>
        <pc:grpChg chg="mod">
          <ac:chgData name="이유림" userId="c4f7c10e-9591-4e08-8489-adf65147d8f2" providerId="ADAL" clId="{275A345E-E76B-46E7-A0A6-49EE9FA143FF}" dt="2025-03-10T06:16:19.222" v="476" actId="20578"/>
          <ac:grpSpMkLst>
            <pc:docMk/>
            <pc:sldMk cId="2466279025" sldId="276"/>
            <ac:grpSpMk id="55" creationId="{6C03A601-BE57-C75F-EF61-CD322E151556}"/>
          </ac:grpSpMkLst>
        </pc:grpChg>
        <pc:grpChg chg="mod">
          <ac:chgData name="이유림" userId="c4f7c10e-9591-4e08-8489-adf65147d8f2" providerId="ADAL" clId="{275A345E-E76B-46E7-A0A6-49EE9FA143FF}" dt="2025-03-10T06:16:19.222" v="476" actId="20578"/>
          <ac:grpSpMkLst>
            <pc:docMk/>
            <pc:sldMk cId="2466279025" sldId="276"/>
            <ac:grpSpMk id="57" creationId="{97DD50A0-20F2-5923-E68F-2FC1ACF6A4E8}"/>
          </ac:grpSpMkLst>
        </pc:grpChg>
        <pc:grpChg chg="mod">
          <ac:chgData name="이유림" userId="c4f7c10e-9591-4e08-8489-adf65147d8f2" providerId="ADAL" clId="{275A345E-E76B-46E7-A0A6-49EE9FA143FF}" dt="2025-03-10T06:16:19.222" v="476" actId="20578"/>
          <ac:grpSpMkLst>
            <pc:docMk/>
            <pc:sldMk cId="2466279025" sldId="276"/>
            <ac:grpSpMk id="58" creationId="{720D0140-974B-08DF-1E0E-163EAC41AF31}"/>
          </ac:grpSpMkLst>
        </pc:grpChg>
        <pc:grpChg chg="mod">
          <ac:chgData name="이유림" userId="c4f7c10e-9591-4e08-8489-adf65147d8f2" providerId="ADAL" clId="{275A345E-E76B-46E7-A0A6-49EE9FA143FF}" dt="2025-03-10T06:16:19.222" v="476" actId="20578"/>
          <ac:grpSpMkLst>
            <pc:docMk/>
            <pc:sldMk cId="2466279025" sldId="276"/>
            <ac:grpSpMk id="59" creationId="{E2484123-B1E8-9372-F2AC-EEBD300E0CA4}"/>
          </ac:grpSpMkLst>
        </pc:grpChg>
        <pc:picChg chg="mod">
          <ac:chgData name="이유림" userId="c4f7c10e-9591-4e08-8489-adf65147d8f2" providerId="ADAL" clId="{275A345E-E76B-46E7-A0A6-49EE9FA143FF}" dt="2025-03-10T06:16:19.222" v="476" actId="20578"/>
          <ac:picMkLst>
            <pc:docMk/>
            <pc:sldMk cId="2466279025" sldId="276"/>
            <ac:picMk id="133" creationId="{83E5D175-8451-47F2-A983-B1C077D604FB}"/>
          </ac:picMkLst>
        </pc:picChg>
      </pc:sldChg>
    </pc:docChg>
  </pc:docChgLst>
  <pc:docChgLst>
    <pc:chgData name="김예은" userId="6526923f-0c52-4639-9dbd-0f483d8fd367" providerId="ADAL" clId="{661F20FA-3285-44FF-9D9E-B87795960065}"/>
    <pc:docChg chg="undo custSel modSld">
      <pc:chgData name="김예은" userId="6526923f-0c52-4639-9dbd-0f483d8fd367" providerId="ADAL" clId="{661F20FA-3285-44FF-9D9E-B87795960065}" dt="2021-04-09T09:04:47.565" v="1375" actId="20577"/>
      <pc:docMkLst>
        <pc:docMk/>
      </pc:docMkLst>
      <pc:sldChg chg="modSp mod">
        <pc:chgData name="김예은" userId="6526923f-0c52-4639-9dbd-0f483d8fd367" providerId="ADAL" clId="{661F20FA-3285-44FF-9D9E-B87795960065}" dt="2021-04-09T09:04:47.565" v="1375" actId="20577"/>
        <pc:sldMkLst>
          <pc:docMk/>
          <pc:sldMk cId="3894148367" sldId="268"/>
        </pc:sldMkLst>
        <pc:spChg chg="mod">
          <ac:chgData name="김예은" userId="6526923f-0c52-4639-9dbd-0f483d8fd367" providerId="ADAL" clId="{661F20FA-3285-44FF-9D9E-B87795960065}" dt="2021-04-09T08:47:59.525" v="556" actId="20577"/>
          <ac:spMkLst>
            <pc:docMk/>
            <pc:sldMk cId="3894148367" sldId="268"/>
            <ac:spMk id="91" creationId="{7EA180DD-DC84-46EA-9BCA-A1F2D70BE939}"/>
          </ac:spMkLst>
        </pc:spChg>
        <pc:spChg chg="mod">
          <ac:chgData name="김예은" userId="6526923f-0c52-4639-9dbd-0f483d8fd367" providerId="ADAL" clId="{661F20FA-3285-44FF-9D9E-B87795960065}" dt="2021-04-09T08:51:33.509" v="779" actId="20577"/>
          <ac:spMkLst>
            <pc:docMk/>
            <pc:sldMk cId="3894148367" sldId="268"/>
            <ac:spMk id="93" creationId="{E43308FC-F91C-4C01-9C0F-E701C0B2C8A8}"/>
          </ac:spMkLst>
        </pc:spChg>
        <pc:spChg chg="mod">
          <ac:chgData name="김예은" userId="6526923f-0c52-4639-9dbd-0f483d8fd367" providerId="ADAL" clId="{661F20FA-3285-44FF-9D9E-B87795960065}" dt="2021-04-09T08:55:55.750" v="1071" actId="20577"/>
          <ac:spMkLst>
            <pc:docMk/>
            <pc:sldMk cId="3894148367" sldId="268"/>
            <ac:spMk id="101" creationId="{C8CF16F3-5CD3-41BF-BC2A-6F67BA94972A}"/>
          </ac:spMkLst>
        </pc:spChg>
        <pc:spChg chg="mod">
          <ac:chgData name="김예은" userId="6526923f-0c52-4639-9dbd-0f483d8fd367" providerId="ADAL" clId="{661F20FA-3285-44FF-9D9E-B87795960065}" dt="2021-04-09T08:55:21.477" v="1048" actId="20577"/>
          <ac:spMkLst>
            <pc:docMk/>
            <pc:sldMk cId="3894148367" sldId="268"/>
            <ac:spMk id="103" creationId="{A1729132-3151-4A34-BF46-C318990BA9B1}"/>
          </ac:spMkLst>
        </pc:spChg>
        <pc:spChg chg="mod">
          <ac:chgData name="김예은" userId="6526923f-0c52-4639-9dbd-0f483d8fd367" providerId="ADAL" clId="{661F20FA-3285-44FF-9D9E-B87795960065}" dt="2021-04-09T08:54:45.405" v="1003" actId="20577"/>
          <ac:spMkLst>
            <pc:docMk/>
            <pc:sldMk cId="3894148367" sldId="268"/>
            <ac:spMk id="106" creationId="{21C9319F-7A16-4842-A7D5-91394754D636}"/>
          </ac:spMkLst>
        </pc:spChg>
        <pc:spChg chg="mod">
          <ac:chgData name="김예은" userId="6526923f-0c52-4639-9dbd-0f483d8fd367" providerId="ADAL" clId="{661F20FA-3285-44FF-9D9E-B87795960065}" dt="2021-04-09T08:53:42.333" v="961" actId="20577"/>
          <ac:spMkLst>
            <pc:docMk/>
            <pc:sldMk cId="3894148367" sldId="268"/>
            <ac:spMk id="107" creationId="{D50CCB99-C1A2-49DF-B245-4835B5E0EFC8}"/>
          </ac:spMkLst>
        </pc:spChg>
        <pc:spChg chg="mod">
          <ac:chgData name="김예은" userId="6526923f-0c52-4639-9dbd-0f483d8fd367" providerId="ADAL" clId="{661F20FA-3285-44FF-9D9E-B87795960065}" dt="2021-04-09T08:54:14.158" v="983" actId="14100"/>
          <ac:spMkLst>
            <pc:docMk/>
            <pc:sldMk cId="3894148367" sldId="268"/>
            <ac:spMk id="108" creationId="{2C2D24C6-390E-4A7B-8B71-5ECBC9C06D37}"/>
          </ac:spMkLst>
        </pc:spChg>
        <pc:spChg chg="mod">
          <ac:chgData name="김예은" userId="6526923f-0c52-4639-9dbd-0f483d8fd367" providerId="ADAL" clId="{661F20FA-3285-44FF-9D9E-B87795960065}" dt="2021-04-09T09:04:47.565" v="1375" actId="20577"/>
          <ac:spMkLst>
            <pc:docMk/>
            <pc:sldMk cId="3894148367" sldId="268"/>
            <ac:spMk id="110" creationId="{23CB27AE-2A86-4DF6-8DA5-A70A52B5A860}"/>
          </ac:spMkLst>
        </pc:spChg>
        <pc:spChg chg="mod">
          <ac:chgData name="김예은" userId="6526923f-0c52-4639-9dbd-0f483d8fd367" providerId="ADAL" clId="{661F20FA-3285-44FF-9D9E-B87795960065}" dt="2021-04-09T09:01:28.780" v="1333"/>
          <ac:spMkLst>
            <pc:docMk/>
            <pc:sldMk cId="3894148367" sldId="268"/>
            <ac:spMk id="118" creationId="{F08D64DD-357D-48D8-9318-2B17AFE889C3}"/>
          </ac:spMkLst>
        </pc:spChg>
        <pc:spChg chg="mod">
          <ac:chgData name="김예은" userId="6526923f-0c52-4639-9dbd-0f483d8fd367" providerId="ADAL" clId="{661F20FA-3285-44FF-9D9E-B87795960065}" dt="2021-04-09T09:01:28.780" v="1333"/>
          <ac:spMkLst>
            <pc:docMk/>
            <pc:sldMk cId="3894148367" sldId="268"/>
            <ac:spMk id="119" creationId="{887D065A-FFCD-4FC2-A0BF-1B3E3693AEDB}"/>
          </ac:spMkLst>
        </pc:spChg>
        <pc:spChg chg="mod">
          <ac:chgData name="김예은" userId="6526923f-0c52-4639-9dbd-0f483d8fd367" providerId="ADAL" clId="{661F20FA-3285-44FF-9D9E-B87795960065}" dt="2021-04-09T09:01:31.389" v="1336" actId="20577"/>
          <ac:spMkLst>
            <pc:docMk/>
            <pc:sldMk cId="3894148367" sldId="268"/>
            <ac:spMk id="120" creationId="{36869608-1CF1-4DDA-9978-7E85A8DC2093}"/>
          </ac:spMkLst>
        </pc:spChg>
        <pc:spChg chg="mod">
          <ac:chgData name="김예은" userId="6526923f-0c52-4639-9dbd-0f483d8fd367" providerId="ADAL" clId="{661F20FA-3285-44FF-9D9E-B87795960065}" dt="2021-04-09T09:01:28.780" v="1333"/>
          <ac:spMkLst>
            <pc:docMk/>
            <pc:sldMk cId="3894148367" sldId="268"/>
            <ac:spMk id="121" creationId="{FEE8D561-9F8F-423C-8F7A-760B663C13E8}"/>
          </ac:spMkLst>
        </pc:spChg>
        <pc:spChg chg="mod">
          <ac:chgData name="김예은" userId="6526923f-0c52-4639-9dbd-0f483d8fd367" providerId="ADAL" clId="{661F20FA-3285-44FF-9D9E-B87795960065}" dt="2021-04-09T09:01:28.780" v="1333"/>
          <ac:spMkLst>
            <pc:docMk/>
            <pc:sldMk cId="3894148367" sldId="268"/>
            <ac:spMk id="122" creationId="{C26DFD74-FE04-45E9-9472-FA8FCC0F9A5E}"/>
          </ac:spMkLst>
        </pc:spChg>
        <pc:spChg chg="mod">
          <ac:chgData name="김예은" userId="6526923f-0c52-4639-9dbd-0f483d8fd367" providerId="ADAL" clId="{661F20FA-3285-44FF-9D9E-B87795960065}" dt="2021-04-09T09:01:28.780" v="1333"/>
          <ac:spMkLst>
            <pc:docMk/>
            <pc:sldMk cId="3894148367" sldId="268"/>
            <ac:spMk id="123" creationId="{932793DA-5250-461C-879D-DF020C995EBB}"/>
          </ac:spMkLst>
        </pc:spChg>
        <pc:grpChg chg="mod">
          <ac:chgData name="김예은" userId="6526923f-0c52-4639-9dbd-0f483d8fd367" providerId="ADAL" clId="{661F20FA-3285-44FF-9D9E-B87795960065}" dt="2021-04-09T09:01:28.780" v="1333"/>
          <ac:grpSpMkLst>
            <pc:docMk/>
            <pc:sldMk cId="3894148367" sldId="268"/>
            <ac:grpSpMk id="114" creationId="{CAD47C26-8C18-4F29-A5A2-54EA0AE87FD6}"/>
          </ac:grpSpMkLst>
        </pc:grpChg>
        <pc:grpChg chg="mod">
          <ac:chgData name="김예은" userId="6526923f-0c52-4639-9dbd-0f483d8fd367" providerId="ADAL" clId="{661F20FA-3285-44FF-9D9E-B87795960065}" dt="2021-04-09T09:01:28.780" v="1333"/>
          <ac:grpSpMkLst>
            <pc:docMk/>
            <pc:sldMk cId="3894148367" sldId="268"/>
            <ac:grpSpMk id="115" creationId="{1B7D4FFA-EF3A-4644-9778-7C18C4738B72}"/>
          </ac:grpSpMkLst>
        </pc:grpChg>
        <pc:grpChg chg="mod">
          <ac:chgData name="김예은" userId="6526923f-0c52-4639-9dbd-0f483d8fd367" providerId="ADAL" clId="{661F20FA-3285-44FF-9D9E-B87795960065}" dt="2021-04-09T09:01:28.780" v="1333"/>
          <ac:grpSpMkLst>
            <pc:docMk/>
            <pc:sldMk cId="3894148367" sldId="268"/>
            <ac:grpSpMk id="116" creationId="{00B14A82-6A50-4B28-A6E9-B0054C0FB485}"/>
          </ac:grpSpMkLst>
        </pc:grpChg>
        <pc:grpChg chg="mod">
          <ac:chgData name="김예은" userId="6526923f-0c52-4639-9dbd-0f483d8fd367" providerId="ADAL" clId="{661F20FA-3285-44FF-9D9E-B87795960065}" dt="2021-04-09T09:01:28.780" v="1333"/>
          <ac:grpSpMkLst>
            <pc:docMk/>
            <pc:sldMk cId="3894148367" sldId="268"/>
            <ac:grpSpMk id="117" creationId="{0D48AFBF-C1E2-418D-8815-FBCFF154BD0A}"/>
          </ac:grpSpMkLst>
        </pc:grpChg>
        <pc:picChg chg="mod">
          <ac:chgData name="김예은" userId="6526923f-0c52-4639-9dbd-0f483d8fd367" providerId="ADAL" clId="{661F20FA-3285-44FF-9D9E-B87795960065}" dt="2021-04-09T09:01:28.780" v="1333"/>
          <ac:picMkLst>
            <pc:docMk/>
            <pc:sldMk cId="3894148367" sldId="268"/>
            <ac:picMk id="124" creationId="{1AC0DA78-7BA8-494F-8216-22E428309D50}"/>
          </ac:picMkLst>
        </pc:picChg>
      </pc:sldChg>
      <pc:sldChg chg="modSp mod">
        <pc:chgData name="김예은" userId="6526923f-0c52-4639-9dbd-0f483d8fd367" providerId="ADAL" clId="{661F20FA-3285-44FF-9D9E-B87795960065}" dt="2021-04-09T09:04:25.288" v="1372" actId="20577"/>
        <pc:sldMkLst>
          <pc:docMk/>
          <pc:sldMk cId="2782649627" sldId="272"/>
        </pc:sldMkLst>
        <pc:spChg chg="mod">
          <ac:chgData name="김예은" userId="6526923f-0c52-4639-9dbd-0f483d8fd367" providerId="ADAL" clId="{661F20FA-3285-44FF-9D9E-B87795960065}" dt="2021-04-09T09:04:02.594" v="1369" actId="313"/>
          <ac:spMkLst>
            <pc:docMk/>
            <pc:sldMk cId="2782649627" sldId="272"/>
            <ac:spMk id="82" creationId="{DBF87CE7-AB7C-4C32-BE52-9AAAEF673B4E}"/>
          </ac:spMkLst>
        </pc:spChg>
        <pc:spChg chg="mod">
          <ac:chgData name="김예은" userId="6526923f-0c52-4639-9dbd-0f483d8fd367" providerId="ADAL" clId="{661F20FA-3285-44FF-9D9E-B87795960065}" dt="2021-04-09T09:04:25.288" v="1372" actId="20577"/>
          <ac:spMkLst>
            <pc:docMk/>
            <pc:sldMk cId="2782649627" sldId="272"/>
            <ac:spMk id="90" creationId="{E38735D6-FBE3-4000-884F-142C6BBF9E41}"/>
          </ac:spMkLst>
        </pc:spChg>
      </pc:sldChg>
    </pc:docChg>
  </pc:docChgLst>
  <pc:docChgLst>
    <pc:chgData name="이유림" userId="c4f7c10e-9591-4e08-8489-adf65147d8f2" providerId="ADAL" clId="{ACEB933D-53BA-4F39-A968-008ED29E7BCC}"/>
    <pc:docChg chg="undo redo custSel addSld delSld modSld">
      <pc:chgData name="이유림" userId="c4f7c10e-9591-4e08-8489-adf65147d8f2" providerId="ADAL" clId="{ACEB933D-53BA-4F39-A968-008ED29E7BCC}" dt="2025-06-13T02:00:58.128" v="1937" actId="108"/>
      <pc:docMkLst>
        <pc:docMk/>
      </pc:docMkLst>
      <pc:sldChg chg="addSp delSp modSp del mod">
        <pc:chgData name="이유림" userId="c4f7c10e-9591-4e08-8489-adf65147d8f2" providerId="ADAL" clId="{ACEB933D-53BA-4F39-A968-008ED29E7BCC}" dt="2025-06-13T02:00:38.629" v="1933" actId="47"/>
        <pc:sldMkLst>
          <pc:docMk/>
          <pc:sldMk cId="2782649627" sldId="272"/>
        </pc:sldMkLst>
        <pc:spChg chg="mod">
          <ac:chgData name="이유림" userId="c4f7c10e-9591-4e08-8489-adf65147d8f2" providerId="ADAL" clId="{ACEB933D-53BA-4F39-A968-008ED29E7BCC}" dt="2025-06-11T01:35:48.333" v="1438"/>
          <ac:spMkLst>
            <pc:docMk/>
            <pc:sldMk cId="2782649627" sldId="272"/>
            <ac:spMk id="5" creationId="{82305561-9C83-4AF0-BE74-852E6825B240}"/>
          </ac:spMkLst>
        </pc:spChg>
        <pc:spChg chg="mod">
          <ac:chgData name="이유림" userId="c4f7c10e-9591-4e08-8489-adf65147d8f2" providerId="ADAL" clId="{ACEB933D-53BA-4F39-A968-008ED29E7BCC}" dt="2025-06-11T03:59:23.416" v="1896"/>
          <ac:spMkLst>
            <pc:docMk/>
            <pc:sldMk cId="2782649627" sldId="272"/>
            <ac:spMk id="11" creationId="{1D6C3ABB-108D-AFC5-E887-DF8052C74F97}"/>
          </ac:spMkLst>
        </pc:spChg>
        <pc:spChg chg="mod">
          <ac:chgData name="이유림" userId="c4f7c10e-9591-4e08-8489-adf65147d8f2" providerId="ADAL" clId="{ACEB933D-53BA-4F39-A968-008ED29E7BCC}" dt="2025-06-10T06:05:51.945" v="1"/>
          <ac:spMkLst>
            <pc:docMk/>
            <pc:sldMk cId="2782649627" sldId="272"/>
            <ac:spMk id="29" creationId="{4AB2BBC1-C6B4-44BE-47AE-931A51F0A1C2}"/>
          </ac:spMkLst>
        </pc:spChg>
        <pc:spChg chg="mod">
          <ac:chgData name="이유림" userId="c4f7c10e-9591-4e08-8489-adf65147d8f2" providerId="ADAL" clId="{ACEB933D-53BA-4F39-A968-008ED29E7BCC}" dt="2025-06-10T09:42:57.644" v="1347" actId="6549"/>
          <ac:spMkLst>
            <pc:docMk/>
            <pc:sldMk cId="2782649627" sldId="272"/>
            <ac:spMk id="59" creationId="{B4F9ABB2-A3D7-3C9F-34C6-5426CEF2C81D}"/>
          </ac:spMkLst>
        </pc:spChg>
        <pc:spChg chg="mod">
          <ac:chgData name="이유림" userId="c4f7c10e-9591-4e08-8489-adf65147d8f2" providerId="ADAL" clId="{ACEB933D-53BA-4F39-A968-008ED29E7BCC}" dt="2025-06-10T06:05:51.945" v="1"/>
          <ac:spMkLst>
            <pc:docMk/>
            <pc:sldMk cId="2782649627" sldId="272"/>
            <ac:spMk id="60" creationId="{128585C8-0EE3-B2CD-FD85-A6124355B24F}"/>
          </ac:spMkLst>
        </pc:spChg>
        <pc:spChg chg="mod">
          <ac:chgData name="이유림" userId="c4f7c10e-9591-4e08-8489-adf65147d8f2" providerId="ADAL" clId="{ACEB933D-53BA-4F39-A968-008ED29E7BCC}" dt="2025-06-10T06:06:07.619" v="3"/>
          <ac:spMkLst>
            <pc:docMk/>
            <pc:sldMk cId="2782649627" sldId="272"/>
            <ac:spMk id="71" creationId="{5863319B-2DD0-D6C4-A975-D14639DEC84D}"/>
          </ac:spMkLst>
        </pc:spChg>
        <pc:grpChg chg="del">
          <ac:chgData name="이유림" userId="c4f7c10e-9591-4e08-8489-adf65147d8f2" providerId="ADAL" clId="{ACEB933D-53BA-4F39-A968-008ED29E7BCC}" dt="2025-06-10T06:05:42.512" v="0" actId="478"/>
          <ac:grpSpMkLst>
            <pc:docMk/>
            <pc:sldMk cId="2782649627" sldId="272"/>
            <ac:grpSpMk id="4" creationId="{4EE9D79B-356F-32C2-1D7F-2F1FFBC56E57}"/>
          </ac:grpSpMkLst>
        </pc:grpChg>
        <pc:grpChg chg="add mod">
          <ac:chgData name="이유림" userId="c4f7c10e-9591-4e08-8489-adf65147d8f2" providerId="ADAL" clId="{ACEB933D-53BA-4F39-A968-008ED29E7BCC}" dt="2025-06-10T06:05:51.945" v="1"/>
          <ac:grpSpMkLst>
            <pc:docMk/>
            <pc:sldMk cId="2782649627" sldId="272"/>
            <ac:grpSpMk id="10" creationId="{4379612A-A119-FAB7-B2AC-5908B320E5CC}"/>
          </ac:grpSpMkLst>
        </pc:grpChg>
        <pc:grpChg chg="del">
          <ac:chgData name="이유림" userId="c4f7c10e-9591-4e08-8489-adf65147d8f2" providerId="ADAL" clId="{ACEB933D-53BA-4F39-A968-008ED29E7BCC}" dt="2025-06-10T06:05:42.512" v="0" actId="478"/>
          <ac:grpSpMkLst>
            <pc:docMk/>
            <pc:sldMk cId="2782649627" sldId="272"/>
            <ac:grpSpMk id="31" creationId="{7D76C08B-212A-7B36-511D-09AAAB861BC7}"/>
          </ac:grpSpMkLst>
        </pc:grpChg>
        <pc:grpChg chg="add mod">
          <ac:chgData name="이유림" userId="c4f7c10e-9591-4e08-8489-adf65147d8f2" providerId="ADAL" clId="{ACEB933D-53BA-4F39-A968-008ED29E7BCC}" dt="2025-06-10T06:05:51.945" v="1"/>
          <ac:grpSpMkLst>
            <pc:docMk/>
            <pc:sldMk cId="2782649627" sldId="272"/>
            <ac:grpSpMk id="55" creationId="{DEBB54CB-E5DF-49BD-23C3-FC65169292D2}"/>
          </ac:grpSpMkLst>
        </pc:grpChg>
        <pc:grpChg chg="mod">
          <ac:chgData name="이유림" userId="c4f7c10e-9591-4e08-8489-adf65147d8f2" providerId="ADAL" clId="{ACEB933D-53BA-4F39-A968-008ED29E7BCC}" dt="2025-06-10T06:05:51.945" v="1"/>
          <ac:grpSpMkLst>
            <pc:docMk/>
            <pc:sldMk cId="2782649627" sldId="272"/>
            <ac:grpSpMk id="57" creationId="{1AA3C146-EE5E-92B2-944C-C2D48E8DA2F3}"/>
          </ac:grpSpMkLst>
        </pc:grpChg>
        <pc:grpChg chg="mod">
          <ac:chgData name="이유림" userId="c4f7c10e-9591-4e08-8489-adf65147d8f2" providerId="ADAL" clId="{ACEB933D-53BA-4F39-A968-008ED29E7BCC}" dt="2025-06-10T06:06:00.805" v="2" actId="1076"/>
          <ac:grpSpMkLst>
            <pc:docMk/>
            <pc:sldMk cId="2782649627" sldId="272"/>
            <ac:grpSpMk id="62" creationId="{60B2A956-938C-D274-B006-6568900F12B0}"/>
          </ac:grpSpMkLst>
        </pc:grpChg>
        <pc:picChg chg="mod">
          <ac:chgData name="이유림" userId="c4f7c10e-9591-4e08-8489-adf65147d8f2" providerId="ADAL" clId="{ACEB933D-53BA-4F39-A968-008ED29E7BCC}" dt="2025-06-10T06:05:51.945" v="1"/>
          <ac:picMkLst>
            <pc:docMk/>
            <pc:sldMk cId="2782649627" sldId="272"/>
            <ac:picMk id="33" creationId="{52F0F9B4-5465-012C-4350-7DB49EDBF34F}"/>
          </ac:picMkLst>
        </pc:picChg>
        <pc:picChg chg="mod">
          <ac:chgData name="이유림" userId="c4f7c10e-9591-4e08-8489-adf65147d8f2" providerId="ADAL" clId="{ACEB933D-53BA-4F39-A968-008ED29E7BCC}" dt="2025-06-10T06:05:51.945" v="1"/>
          <ac:picMkLst>
            <pc:docMk/>
            <pc:sldMk cId="2782649627" sldId="272"/>
            <ac:picMk id="34" creationId="{B77B8E79-E769-24A0-761C-0686ED9BB0F0}"/>
          </ac:picMkLst>
        </pc:picChg>
        <pc:picChg chg="mod">
          <ac:chgData name="이유림" userId="c4f7c10e-9591-4e08-8489-adf65147d8f2" providerId="ADAL" clId="{ACEB933D-53BA-4F39-A968-008ED29E7BCC}" dt="2025-06-10T06:05:51.945" v="1"/>
          <ac:picMkLst>
            <pc:docMk/>
            <pc:sldMk cId="2782649627" sldId="272"/>
            <ac:picMk id="35" creationId="{CD7A8072-C32C-1257-B3A4-8D96AEFFD085}"/>
          </ac:picMkLst>
        </pc:picChg>
        <pc:picChg chg="mod">
          <ac:chgData name="이유림" userId="c4f7c10e-9591-4e08-8489-adf65147d8f2" providerId="ADAL" clId="{ACEB933D-53BA-4F39-A968-008ED29E7BCC}" dt="2025-06-10T06:05:51.945" v="1"/>
          <ac:picMkLst>
            <pc:docMk/>
            <pc:sldMk cId="2782649627" sldId="272"/>
            <ac:picMk id="36" creationId="{20EC2898-C7D4-9DD7-B56B-DC11746753B9}"/>
          </ac:picMkLst>
        </pc:picChg>
        <pc:picChg chg="mod">
          <ac:chgData name="이유림" userId="c4f7c10e-9591-4e08-8489-adf65147d8f2" providerId="ADAL" clId="{ACEB933D-53BA-4F39-A968-008ED29E7BCC}" dt="2025-06-10T06:05:51.945" v="1"/>
          <ac:picMkLst>
            <pc:docMk/>
            <pc:sldMk cId="2782649627" sldId="272"/>
            <ac:picMk id="38" creationId="{6EF8A266-7F3F-3AC6-D1C4-B65BFBB4654B}"/>
          </ac:picMkLst>
        </pc:picChg>
        <pc:picChg chg="mod">
          <ac:chgData name="이유림" userId="c4f7c10e-9591-4e08-8489-adf65147d8f2" providerId="ADAL" clId="{ACEB933D-53BA-4F39-A968-008ED29E7BCC}" dt="2025-06-10T06:05:51.945" v="1"/>
          <ac:picMkLst>
            <pc:docMk/>
            <pc:sldMk cId="2782649627" sldId="272"/>
            <ac:picMk id="39" creationId="{E99BB700-120D-F672-3B01-0082840116A5}"/>
          </ac:picMkLst>
        </pc:picChg>
        <pc:picChg chg="mod">
          <ac:chgData name="이유림" userId="c4f7c10e-9591-4e08-8489-adf65147d8f2" providerId="ADAL" clId="{ACEB933D-53BA-4F39-A968-008ED29E7BCC}" dt="2025-06-10T06:05:51.945" v="1"/>
          <ac:picMkLst>
            <pc:docMk/>
            <pc:sldMk cId="2782649627" sldId="272"/>
            <ac:picMk id="40" creationId="{00D7EECF-004A-0E72-F7FF-B61D075F7C8C}"/>
          </ac:picMkLst>
        </pc:picChg>
        <pc:picChg chg="mod">
          <ac:chgData name="이유림" userId="c4f7c10e-9591-4e08-8489-adf65147d8f2" providerId="ADAL" clId="{ACEB933D-53BA-4F39-A968-008ED29E7BCC}" dt="2025-06-10T06:05:51.945" v="1"/>
          <ac:picMkLst>
            <pc:docMk/>
            <pc:sldMk cId="2782649627" sldId="272"/>
            <ac:picMk id="41" creationId="{6D7927CB-1670-8107-C91B-973CD82C136A}"/>
          </ac:picMkLst>
        </pc:picChg>
        <pc:picChg chg="mod">
          <ac:chgData name="이유림" userId="c4f7c10e-9591-4e08-8489-adf65147d8f2" providerId="ADAL" clId="{ACEB933D-53BA-4F39-A968-008ED29E7BCC}" dt="2025-06-10T06:05:51.945" v="1"/>
          <ac:picMkLst>
            <pc:docMk/>
            <pc:sldMk cId="2782649627" sldId="272"/>
            <ac:picMk id="42" creationId="{FB322C9F-A221-96EF-E2D4-F96C2488D663}"/>
          </ac:picMkLst>
        </pc:picChg>
        <pc:picChg chg="mod">
          <ac:chgData name="이유림" userId="c4f7c10e-9591-4e08-8489-adf65147d8f2" providerId="ADAL" clId="{ACEB933D-53BA-4F39-A968-008ED29E7BCC}" dt="2025-06-10T06:05:51.945" v="1"/>
          <ac:picMkLst>
            <pc:docMk/>
            <pc:sldMk cId="2782649627" sldId="272"/>
            <ac:picMk id="43" creationId="{0044D3BA-65E1-BF9B-E933-9CDEBE81E8CE}"/>
          </ac:picMkLst>
        </pc:picChg>
        <pc:picChg chg="mod">
          <ac:chgData name="이유림" userId="c4f7c10e-9591-4e08-8489-adf65147d8f2" providerId="ADAL" clId="{ACEB933D-53BA-4F39-A968-008ED29E7BCC}" dt="2025-06-10T06:05:51.945" v="1"/>
          <ac:picMkLst>
            <pc:docMk/>
            <pc:sldMk cId="2782649627" sldId="272"/>
            <ac:picMk id="44" creationId="{68B147D3-113B-5426-F0F2-C8B24D565E2A}"/>
          </ac:picMkLst>
        </pc:picChg>
        <pc:picChg chg="mod">
          <ac:chgData name="이유림" userId="c4f7c10e-9591-4e08-8489-adf65147d8f2" providerId="ADAL" clId="{ACEB933D-53BA-4F39-A968-008ED29E7BCC}" dt="2025-06-10T06:05:51.945" v="1"/>
          <ac:picMkLst>
            <pc:docMk/>
            <pc:sldMk cId="2782649627" sldId="272"/>
            <ac:picMk id="46" creationId="{B22DB4AE-E129-63E1-04FF-EB5BFEC20F11}"/>
          </ac:picMkLst>
        </pc:picChg>
        <pc:picChg chg="mod">
          <ac:chgData name="이유림" userId="c4f7c10e-9591-4e08-8489-adf65147d8f2" providerId="ADAL" clId="{ACEB933D-53BA-4F39-A968-008ED29E7BCC}" dt="2025-06-10T06:05:51.945" v="1"/>
          <ac:picMkLst>
            <pc:docMk/>
            <pc:sldMk cId="2782649627" sldId="272"/>
            <ac:picMk id="47" creationId="{66B7E4D4-B27B-E898-298B-7A8FA69F86E7}"/>
          </ac:picMkLst>
        </pc:picChg>
        <pc:picChg chg="mod">
          <ac:chgData name="이유림" userId="c4f7c10e-9591-4e08-8489-adf65147d8f2" providerId="ADAL" clId="{ACEB933D-53BA-4F39-A968-008ED29E7BCC}" dt="2025-06-10T06:05:51.945" v="1"/>
          <ac:picMkLst>
            <pc:docMk/>
            <pc:sldMk cId="2782649627" sldId="272"/>
            <ac:picMk id="49" creationId="{C2F9B6B0-4D2A-07FF-F6F7-D1446590746E}"/>
          </ac:picMkLst>
        </pc:picChg>
        <pc:picChg chg="mod">
          <ac:chgData name="이유림" userId="c4f7c10e-9591-4e08-8489-adf65147d8f2" providerId="ADAL" clId="{ACEB933D-53BA-4F39-A968-008ED29E7BCC}" dt="2025-06-10T06:05:51.945" v="1"/>
          <ac:picMkLst>
            <pc:docMk/>
            <pc:sldMk cId="2782649627" sldId="272"/>
            <ac:picMk id="52" creationId="{2E84CB8F-3988-1813-849C-9AB5424FCDE8}"/>
          </ac:picMkLst>
        </pc:picChg>
        <pc:picChg chg="mod">
          <ac:chgData name="이유림" userId="c4f7c10e-9591-4e08-8489-adf65147d8f2" providerId="ADAL" clId="{ACEB933D-53BA-4F39-A968-008ED29E7BCC}" dt="2025-06-10T06:05:51.945" v="1"/>
          <ac:picMkLst>
            <pc:docMk/>
            <pc:sldMk cId="2782649627" sldId="272"/>
            <ac:picMk id="54" creationId="{F76C60AB-D8AC-EA03-F1F0-4FB0729B25FB}"/>
          </ac:picMkLst>
        </pc:picChg>
        <pc:picChg chg="mod">
          <ac:chgData name="이유림" userId="c4f7c10e-9591-4e08-8489-adf65147d8f2" providerId="ADAL" clId="{ACEB933D-53BA-4F39-A968-008ED29E7BCC}" dt="2025-06-10T06:05:51.945" v="1"/>
          <ac:picMkLst>
            <pc:docMk/>
            <pc:sldMk cId="2782649627" sldId="272"/>
            <ac:picMk id="58" creationId="{9B3CA5AD-D3F0-ADFA-C3F8-7EBE12D61070}"/>
          </ac:picMkLst>
        </pc:picChg>
        <pc:picChg chg="mod">
          <ac:chgData name="이유림" userId="c4f7c10e-9591-4e08-8489-adf65147d8f2" providerId="ADAL" clId="{ACEB933D-53BA-4F39-A968-008ED29E7BCC}" dt="2025-06-10T06:05:51.945" v="1"/>
          <ac:picMkLst>
            <pc:docMk/>
            <pc:sldMk cId="2782649627" sldId="272"/>
            <ac:picMk id="67" creationId="{2FAA95A5-43B4-5D4F-B7DB-8BE8F925324F}"/>
          </ac:picMkLst>
        </pc:picChg>
        <pc:picChg chg="mod">
          <ac:chgData name="이유림" userId="c4f7c10e-9591-4e08-8489-adf65147d8f2" providerId="ADAL" clId="{ACEB933D-53BA-4F39-A968-008ED29E7BCC}" dt="2025-06-10T06:05:51.945" v="1"/>
          <ac:picMkLst>
            <pc:docMk/>
            <pc:sldMk cId="2782649627" sldId="272"/>
            <ac:picMk id="72" creationId="{2643BA32-B928-1EFC-5A60-1AFB60091896}"/>
          </ac:picMkLst>
        </pc:picChg>
        <pc:cxnChg chg="mod">
          <ac:chgData name="이유림" userId="c4f7c10e-9591-4e08-8489-adf65147d8f2" providerId="ADAL" clId="{ACEB933D-53BA-4F39-A968-008ED29E7BCC}" dt="2025-06-10T06:05:42.512" v="0" actId="478"/>
          <ac:cxnSpMkLst>
            <pc:docMk/>
            <pc:sldMk cId="2782649627" sldId="272"/>
            <ac:cxnSpMk id="12" creationId="{77C0D978-E12B-F27F-B78D-FE36B1517DED}"/>
          </ac:cxnSpMkLst>
        </pc:cxnChg>
        <pc:cxnChg chg="mod">
          <ac:chgData name="이유림" userId="c4f7c10e-9591-4e08-8489-adf65147d8f2" providerId="ADAL" clId="{ACEB933D-53BA-4F39-A968-008ED29E7BCC}" dt="2025-06-10T06:05:51.945" v="1"/>
          <ac:cxnSpMkLst>
            <pc:docMk/>
            <pc:sldMk cId="2782649627" sldId="272"/>
            <ac:cxnSpMk id="30" creationId="{984519F4-877F-AC93-5597-BB85BD908215}"/>
          </ac:cxnSpMkLst>
        </pc:cxnChg>
        <pc:cxnChg chg="mod">
          <ac:chgData name="이유림" userId="c4f7c10e-9591-4e08-8489-adf65147d8f2" providerId="ADAL" clId="{ACEB933D-53BA-4F39-A968-008ED29E7BCC}" dt="2025-06-10T06:05:51.945" v="1"/>
          <ac:cxnSpMkLst>
            <pc:docMk/>
            <pc:sldMk cId="2782649627" sldId="272"/>
            <ac:cxnSpMk id="61" creationId="{8E5F1509-BF93-962F-BA14-69A927BDF6F7}"/>
          </ac:cxnSpMkLst>
        </pc:cxnChg>
        <pc:cxnChg chg="mod">
          <ac:chgData name="이유림" userId="c4f7c10e-9591-4e08-8489-adf65147d8f2" providerId="ADAL" clId="{ACEB933D-53BA-4F39-A968-008ED29E7BCC}" dt="2025-06-10T06:05:42.512" v="0" actId="478"/>
          <ac:cxnSpMkLst>
            <pc:docMk/>
            <pc:sldMk cId="2782649627" sldId="272"/>
            <ac:cxnSpMk id="66" creationId="{AFD1FDDA-C6ED-B242-FC0F-A0971908B769}"/>
          </ac:cxnSpMkLst>
        </pc:cxnChg>
      </pc:sldChg>
      <pc:sldChg chg="del">
        <pc:chgData name="이유림" userId="c4f7c10e-9591-4e08-8489-adf65147d8f2" providerId="ADAL" clId="{ACEB933D-53BA-4F39-A968-008ED29E7BCC}" dt="2025-06-10T07:53:46.539" v="1340" actId="47"/>
        <pc:sldMkLst>
          <pc:docMk/>
          <pc:sldMk cId="2466279025" sldId="276"/>
        </pc:sldMkLst>
      </pc:sldChg>
      <pc:sldChg chg="addSp delSp modSp add del mod modShow">
        <pc:chgData name="이유림" userId="c4f7c10e-9591-4e08-8489-adf65147d8f2" providerId="ADAL" clId="{ACEB933D-53BA-4F39-A968-008ED29E7BCC}" dt="2025-06-11T08:11:32.610" v="1897" actId="47"/>
        <pc:sldMkLst>
          <pc:docMk/>
          <pc:sldMk cId="3009541016" sldId="277"/>
        </pc:sldMkLst>
        <pc:spChg chg="mod">
          <ac:chgData name="이유림" userId="c4f7c10e-9591-4e08-8489-adf65147d8f2" providerId="ADAL" clId="{ACEB933D-53BA-4F39-A968-008ED29E7BCC}" dt="2025-06-11T01:35:28.348" v="1430"/>
          <ac:spMkLst>
            <pc:docMk/>
            <pc:sldMk cId="3009541016" sldId="277"/>
            <ac:spMk id="6" creationId="{15141728-A305-8742-8C53-C14A4823EEFE}"/>
          </ac:spMkLst>
        </pc:spChg>
        <pc:spChg chg="mod">
          <ac:chgData name="이유림" userId="c4f7c10e-9591-4e08-8489-adf65147d8f2" providerId="ADAL" clId="{ACEB933D-53BA-4F39-A968-008ED29E7BCC}" dt="2025-06-10T06:06:32.548" v="7"/>
          <ac:spMkLst>
            <pc:docMk/>
            <pc:sldMk cId="3009541016" sldId="277"/>
            <ac:spMk id="14" creationId="{7B4EAA42-B417-708A-2254-A3703D7C88A9}"/>
          </ac:spMkLst>
        </pc:spChg>
        <pc:spChg chg="mod">
          <ac:chgData name="이유림" userId="c4f7c10e-9591-4e08-8489-adf65147d8f2" providerId="ADAL" clId="{ACEB933D-53BA-4F39-A968-008ED29E7BCC}" dt="2025-06-10T06:27:14.377" v="422"/>
          <ac:spMkLst>
            <pc:docMk/>
            <pc:sldMk cId="3009541016" sldId="277"/>
            <ac:spMk id="15" creationId="{DD2BA9D1-889D-AEF8-BB7E-B25BCFC35209}"/>
          </ac:spMkLst>
        </pc:spChg>
        <pc:spChg chg="mod">
          <ac:chgData name="이유림" userId="c4f7c10e-9591-4e08-8489-adf65147d8f2" providerId="ADAL" clId="{ACEB933D-53BA-4F39-A968-008ED29E7BCC}" dt="2025-06-11T03:12:01.485" v="1485"/>
          <ac:spMkLst>
            <pc:docMk/>
            <pc:sldMk cId="3009541016" sldId="277"/>
            <ac:spMk id="17" creationId="{9B0C1535-B1E4-B210-1974-EDF1CE6AEC14}"/>
          </ac:spMkLst>
        </pc:spChg>
        <pc:spChg chg="mod">
          <ac:chgData name="이유림" userId="c4f7c10e-9591-4e08-8489-adf65147d8f2" providerId="ADAL" clId="{ACEB933D-53BA-4F39-A968-008ED29E7BCC}" dt="2025-06-10T06:06:22.436" v="6"/>
          <ac:spMkLst>
            <pc:docMk/>
            <pc:sldMk cId="3009541016" sldId="277"/>
            <ac:spMk id="18" creationId="{8859066C-5DB0-DB16-03A4-715BED4BAE9B}"/>
          </ac:spMkLst>
        </pc:spChg>
        <pc:spChg chg="mod">
          <ac:chgData name="이유림" userId="c4f7c10e-9591-4e08-8489-adf65147d8f2" providerId="ADAL" clId="{ACEB933D-53BA-4F39-A968-008ED29E7BCC}" dt="2025-06-10T06:43:50.225" v="735"/>
          <ac:spMkLst>
            <pc:docMk/>
            <pc:sldMk cId="3009541016" sldId="277"/>
            <ac:spMk id="24" creationId="{62920AD4-7942-1BED-4284-E22921A7F674}"/>
          </ac:spMkLst>
        </pc:spChg>
        <pc:spChg chg="mod">
          <ac:chgData name="이유림" userId="c4f7c10e-9591-4e08-8489-adf65147d8f2" providerId="ADAL" clId="{ACEB933D-53BA-4F39-A968-008ED29E7BCC}" dt="2025-06-10T06:43:57.177" v="736"/>
          <ac:spMkLst>
            <pc:docMk/>
            <pc:sldMk cId="3009541016" sldId="277"/>
            <ac:spMk id="25" creationId="{4E9CF9F7-D515-77C5-FE55-D74A3A50A30A}"/>
          </ac:spMkLst>
        </pc:spChg>
        <pc:spChg chg="mod">
          <ac:chgData name="이유림" userId="c4f7c10e-9591-4e08-8489-adf65147d8f2" providerId="ADAL" clId="{ACEB933D-53BA-4F39-A968-008ED29E7BCC}" dt="2025-06-10T06:45:04.988" v="764"/>
          <ac:spMkLst>
            <pc:docMk/>
            <pc:sldMk cId="3009541016" sldId="277"/>
            <ac:spMk id="26" creationId="{4926C1AC-7839-732B-9B96-3C3A1D6AFE60}"/>
          </ac:spMkLst>
        </pc:spChg>
        <pc:spChg chg="mod">
          <ac:chgData name="이유림" userId="c4f7c10e-9591-4e08-8489-adf65147d8f2" providerId="ADAL" clId="{ACEB933D-53BA-4F39-A968-008ED29E7BCC}" dt="2025-06-11T01:35:13.836" v="1415" actId="6549"/>
          <ac:spMkLst>
            <pc:docMk/>
            <pc:sldMk cId="3009541016" sldId="277"/>
            <ac:spMk id="27" creationId="{38EA2831-285C-F0AC-DB24-1E5C5F100C23}"/>
          </ac:spMkLst>
        </pc:spChg>
        <pc:spChg chg="mod">
          <ac:chgData name="이유림" userId="c4f7c10e-9591-4e08-8489-adf65147d8f2" providerId="ADAL" clId="{ACEB933D-53BA-4F39-A968-008ED29E7BCC}" dt="2025-06-10T06:44:06.617" v="753"/>
          <ac:spMkLst>
            <pc:docMk/>
            <pc:sldMk cId="3009541016" sldId="277"/>
            <ac:spMk id="28" creationId="{13CD4AEA-CEE2-B2A9-0415-EAAAA9F0B440}"/>
          </ac:spMkLst>
        </pc:spChg>
        <pc:spChg chg="mod">
          <ac:chgData name="이유림" userId="c4f7c10e-9591-4e08-8489-adf65147d8f2" providerId="ADAL" clId="{ACEB933D-53BA-4F39-A968-008ED29E7BCC}" dt="2025-06-11T01:35:10.617" v="1414" actId="6549"/>
          <ac:spMkLst>
            <pc:docMk/>
            <pc:sldMk cId="3009541016" sldId="277"/>
            <ac:spMk id="29" creationId="{FC97D07A-6DEB-CA92-08AD-67FA8DFF0F08}"/>
          </ac:spMkLst>
        </pc:spChg>
        <pc:spChg chg="mod">
          <ac:chgData name="이유림" userId="c4f7c10e-9591-4e08-8489-adf65147d8f2" providerId="ADAL" clId="{ACEB933D-53BA-4F39-A968-008ED29E7BCC}" dt="2025-06-10T06:26:34.357" v="419"/>
          <ac:spMkLst>
            <pc:docMk/>
            <pc:sldMk cId="3009541016" sldId="277"/>
            <ac:spMk id="31" creationId="{6F2A1BD8-B677-9F0A-0B8C-8392A2C05CEE}"/>
          </ac:spMkLst>
        </pc:spChg>
        <pc:spChg chg="mod">
          <ac:chgData name="이유림" userId="c4f7c10e-9591-4e08-8489-adf65147d8f2" providerId="ADAL" clId="{ACEB933D-53BA-4F39-A968-008ED29E7BCC}" dt="2025-06-10T06:06:45.015" v="9"/>
          <ac:spMkLst>
            <pc:docMk/>
            <pc:sldMk cId="3009541016" sldId="277"/>
            <ac:spMk id="32" creationId="{CB9E2D32-3DA0-000D-A5DA-3CF45395CD9F}"/>
          </ac:spMkLst>
        </pc:spChg>
        <pc:spChg chg="mod">
          <ac:chgData name="이유림" userId="c4f7c10e-9591-4e08-8489-adf65147d8f2" providerId="ADAL" clId="{ACEB933D-53BA-4F39-A968-008ED29E7BCC}" dt="2025-06-10T06:22:25.301" v="293" actId="6549"/>
          <ac:spMkLst>
            <pc:docMk/>
            <pc:sldMk cId="3009541016" sldId="277"/>
            <ac:spMk id="33" creationId="{5CB8F92A-C939-8121-292A-79D60AE11AC9}"/>
          </ac:spMkLst>
        </pc:spChg>
        <pc:spChg chg="mod">
          <ac:chgData name="이유림" userId="c4f7c10e-9591-4e08-8489-adf65147d8f2" providerId="ADAL" clId="{ACEB933D-53BA-4F39-A968-008ED29E7BCC}" dt="2025-06-10T07:24:22.454" v="1011" actId="20577"/>
          <ac:spMkLst>
            <pc:docMk/>
            <pc:sldMk cId="3009541016" sldId="277"/>
            <ac:spMk id="41" creationId="{CF59AD6E-4677-0047-41F2-2CE029064BA7}"/>
          </ac:spMkLst>
        </pc:spChg>
        <pc:spChg chg="mod">
          <ac:chgData name="이유림" userId="c4f7c10e-9591-4e08-8489-adf65147d8f2" providerId="ADAL" clId="{ACEB933D-53BA-4F39-A968-008ED29E7BCC}" dt="2025-06-10T07:28:50.098" v="1026"/>
          <ac:spMkLst>
            <pc:docMk/>
            <pc:sldMk cId="3009541016" sldId="277"/>
            <ac:spMk id="42" creationId="{83E1B563-1F12-F072-2510-A2FE0C948CD9}"/>
          </ac:spMkLst>
        </pc:spChg>
        <pc:spChg chg="mod">
          <ac:chgData name="이유림" userId="c4f7c10e-9591-4e08-8489-adf65147d8f2" providerId="ADAL" clId="{ACEB933D-53BA-4F39-A968-008ED29E7BCC}" dt="2025-06-10T07:23:09.425" v="925"/>
          <ac:spMkLst>
            <pc:docMk/>
            <pc:sldMk cId="3009541016" sldId="277"/>
            <ac:spMk id="43" creationId="{6FDED833-9209-F168-81E2-8F75D3E6AC0B}"/>
          </ac:spMkLst>
        </pc:spChg>
        <pc:spChg chg="mod">
          <ac:chgData name="이유림" userId="c4f7c10e-9591-4e08-8489-adf65147d8f2" providerId="ADAL" clId="{ACEB933D-53BA-4F39-A968-008ED29E7BCC}" dt="2025-06-10T07:23:02.369" v="911"/>
          <ac:spMkLst>
            <pc:docMk/>
            <pc:sldMk cId="3009541016" sldId="277"/>
            <ac:spMk id="44" creationId="{72EE6F18-228A-11A7-901A-8C112B5F30E8}"/>
          </ac:spMkLst>
        </pc:spChg>
        <pc:spChg chg="mod">
          <ac:chgData name="이유림" userId="c4f7c10e-9591-4e08-8489-adf65147d8f2" providerId="ADAL" clId="{ACEB933D-53BA-4F39-A968-008ED29E7BCC}" dt="2025-06-10T06:06:51.925" v="10"/>
          <ac:spMkLst>
            <pc:docMk/>
            <pc:sldMk cId="3009541016" sldId="277"/>
            <ac:spMk id="45" creationId="{333AF177-0995-0EE7-DEA3-5D2B7C2B9560}"/>
          </ac:spMkLst>
        </pc:spChg>
        <pc:spChg chg="mod">
          <ac:chgData name="이유림" userId="c4f7c10e-9591-4e08-8489-adf65147d8f2" providerId="ADAL" clId="{ACEB933D-53BA-4F39-A968-008ED29E7BCC}" dt="2025-06-10T06:45:34.015" v="790"/>
          <ac:spMkLst>
            <pc:docMk/>
            <pc:sldMk cId="3009541016" sldId="277"/>
            <ac:spMk id="46" creationId="{7DA334C2-E384-CB47-2C11-DD1D0A0EE62A}"/>
          </ac:spMkLst>
        </pc:spChg>
        <pc:spChg chg="mod">
          <ac:chgData name="이유림" userId="c4f7c10e-9591-4e08-8489-adf65147d8f2" providerId="ADAL" clId="{ACEB933D-53BA-4F39-A968-008ED29E7BCC}" dt="2025-06-10T06:16:38.211" v="207"/>
          <ac:spMkLst>
            <pc:docMk/>
            <pc:sldMk cId="3009541016" sldId="277"/>
            <ac:spMk id="134" creationId="{D315CDA9-6590-6B01-B157-4FCDC5C246AC}"/>
          </ac:spMkLst>
        </pc:spChg>
        <pc:spChg chg="mod">
          <ac:chgData name="이유림" userId="c4f7c10e-9591-4e08-8489-adf65147d8f2" providerId="ADAL" clId="{ACEB933D-53BA-4F39-A968-008ED29E7BCC}" dt="2025-06-11T03:10:56.966" v="1451"/>
          <ac:spMkLst>
            <pc:docMk/>
            <pc:sldMk cId="3009541016" sldId="277"/>
            <ac:spMk id="136" creationId="{B4D65861-9355-82C7-901E-B4B1C92724AB}"/>
          </ac:spMkLst>
        </pc:spChg>
        <pc:spChg chg="mod">
          <ac:chgData name="이유림" userId="c4f7c10e-9591-4e08-8489-adf65147d8f2" providerId="ADAL" clId="{ACEB933D-53BA-4F39-A968-008ED29E7BCC}" dt="2025-06-10T06:16:55.229" v="220"/>
          <ac:spMkLst>
            <pc:docMk/>
            <pc:sldMk cId="3009541016" sldId="277"/>
            <ac:spMk id="138" creationId="{B2D2F8CE-754C-105D-0DB2-A42A8979DD3C}"/>
          </ac:spMkLst>
        </pc:spChg>
        <pc:spChg chg="mod">
          <ac:chgData name="이유림" userId="c4f7c10e-9591-4e08-8489-adf65147d8f2" providerId="ADAL" clId="{ACEB933D-53BA-4F39-A968-008ED29E7BCC}" dt="2025-06-10T06:16:38.211" v="207"/>
          <ac:spMkLst>
            <pc:docMk/>
            <pc:sldMk cId="3009541016" sldId="277"/>
            <ac:spMk id="139" creationId="{65CB1425-6412-08DE-C781-04EE0DD0CEC0}"/>
          </ac:spMkLst>
        </pc:spChg>
        <pc:grpChg chg="del">
          <ac:chgData name="이유림" userId="c4f7c10e-9591-4e08-8489-adf65147d8f2" providerId="ADAL" clId="{ACEB933D-53BA-4F39-A968-008ED29E7BCC}" dt="2025-06-10T06:06:22.117" v="5" actId="478"/>
          <ac:grpSpMkLst>
            <pc:docMk/>
            <pc:sldMk cId="3009541016" sldId="277"/>
            <ac:grpSpMk id="2" creationId="{6C99F8B1-6683-5AF0-1369-2402A2FA771E}"/>
          </ac:grpSpMkLst>
        </pc:grpChg>
        <pc:grpChg chg="del">
          <ac:chgData name="이유림" userId="c4f7c10e-9591-4e08-8489-adf65147d8f2" providerId="ADAL" clId="{ACEB933D-53BA-4F39-A968-008ED29E7BCC}" dt="2025-06-10T06:06:22.117" v="5" actId="478"/>
          <ac:grpSpMkLst>
            <pc:docMk/>
            <pc:sldMk cId="3009541016" sldId="277"/>
            <ac:grpSpMk id="8" creationId="{280900D9-2D6A-4752-EEC3-6DB965C1B1F4}"/>
          </ac:grpSpMkLst>
        </pc:grpChg>
        <pc:grpChg chg="add mod">
          <ac:chgData name="이유림" userId="c4f7c10e-9591-4e08-8489-adf65147d8f2" providerId="ADAL" clId="{ACEB933D-53BA-4F39-A968-008ED29E7BCC}" dt="2025-06-10T06:06:22.436" v="6"/>
          <ac:grpSpMkLst>
            <pc:docMk/>
            <pc:sldMk cId="3009541016" sldId="277"/>
            <ac:grpSpMk id="12" creationId="{4E68E6B8-6BAB-28FA-E6D3-783D35D272C9}"/>
          </ac:grpSpMkLst>
        </pc:grpChg>
        <pc:grpChg chg="del">
          <ac:chgData name="이유림" userId="c4f7c10e-9591-4e08-8489-adf65147d8f2" providerId="ADAL" clId="{ACEB933D-53BA-4F39-A968-008ED29E7BCC}" dt="2025-06-10T06:06:22.117" v="5" actId="478"/>
          <ac:grpSpMkLst>
            <pc:docMk/>
            <pc:sldMk cId="3009541016" sldId="277"/>
            <ac:grpSpMk id="13" creationId="{E5B56EEC-7D9C-7341-1D3A-14811A5E008A}"/>
          </ac:grpSpMkLst>
        </pc:grpChg>
        <pc:grpChg chg="add mod">
          <ac:chgData name="이유림" userId="c4f7c10e-9591-4e08-8489-adf65147d8f2" providerId="ADAL" clId="{ACEB933D-53BA-4F39-A968-008ED29E7BCC}" dt="2025-06-10T06:06:22.436" v="6"/>
          <ac:grpSpMkLst>
            <pc:docMk/>
            <pc:sldMk cId="3009541016" sldId="277"/>
            <ac:grpSpMk id="19" creationId="{3F8E5028-D3C3-4193-170E-FA92714BB681}"/>
          </ac:grpSpMkLst>
        </pc:grpChg>
        <pc:grpChg chg="mod">
          <ac:chgData name="이유림" userId="c4f7c10e-9591-4e08-8489-adf65147d8f2" providerId="ADAL" clId="{ACEB933D-53BA-4F39-A968-008ED29E7BCC}" dt="2025-06-10T06:06:22.436" v="6"/>
          <ac:grpSpMkLst>
            <pc:docMk/>
            <pc:sldMk cId="3009541016" sldId="277"/>
            <ac:grpSpMk id="20" creationId="{F3AFDA15-B9F1-A56C-1F7D-301784F5EBD9}"/>
          </ac:grpSpMkLst>
        </pc:grpChg>
        <pc:grpChg chg="mod">
          <ac:chgData name="이유림" userId="c4f7c10e-9591-4e08-8489-adf65147d8f2" providerId="ADAL" clId="{ACEB933D-53BA-4F39-A968-008ED29E7BCC}" dt="2025-06-10T06:06:22.436" v="6"/>
          <ac:grpSpMkLst>
            <pc:docMk/>
            <pc:sldMk cId="3009541016" sldId="277"/>
            <ac:grpSpMk id="21" creationId="{7496FC3B-979E-F27D-3890-74A2E347CE76}"/>
          </ac:grpSpMkLst>
        </pc:grpChg>
        <pc:grpChg chg="mod">
          <ac:chgData name="이유림" userId="c4f7c10e-9591-4e08-8489-adf65147d8f2" providerId="ADAL" clId="{ACEB933D-53BA-4F39-A968-008ED29E7BCC}" dt="2025-06-10T06:06:22.436" v="6"/>
          <ac:grpSpMkLst>
            <pc:docMk/>
            <pc:sldMk cId="3009541016" sldId="277"/>
            <ac:grpSpMk id="22" creationId="{87307EAD-EE01-B19E-01C8-F474C6648FDB}"/>
          </ac:grpSpMkLst>
        </pc:grpChg>
        <pc:grpChg chg="mod">
          <ac:chgData name="이유림" userId="c4f7c10e-9591-4e08-8489-adf65147d8f2" providerId="ADAL" clId="{ACEB933D-53BA-4F39-A968-008ED29E7BCC}" dt="2025-06-10T06:06:22.436" v="6"/>
          <ac:grpSpMkLst>
            <pc:docMk/>
            <pc:sldMk cId="3009541016" sldId="277"/>
            <ac:grpSpMk id="23" creationId="{93ABE268-A4FB-586B-89B6-215493663041}"/>
          </ac:grpSpMkLst>
        </pc:grpChg>
        <pc:grpChg chg="mod">
          <ac:chgData name="이유림" userId="c4f7c10e-9591-4e08-8489-adf65147d8f2" providerId="ADAL" clId="{ACEB933D-53BA-4F39-A968-008ED29E7BCC}" dt="2025-06-10T06:06:22.436" v="6"/>
          <ac:grpSpMkLst>
            <pc:docMk/>
            <pc:sldMk cId="3009541016" sldId="277"/>
            <ac:grpSpMk id="30" creationId="{F1D49BDB-8718-0A16-B57F-A9E2725B1686}"/>
          </ac:grpSpMkLst>
        </pc:grpChg>
        <pc:grpChg chg="add mod">
          <ac:chgData name="이유림" userId="c4f7c10e-9591-4e08-8489-adf65147d8f2" providerId="ADAL" clId="{ACEB933D-53BA-4F39-A968-008ED29E7BCC}" dt="2025-06-10T06:06:22.436" v="6"/>
          <ac:grpSpMkLst>
            <pc:docMk/>
            <pc:sldMk cId="3009541016" sldId="277"/>
            <ac:grpSpMk id="35" creationId="{B9C797DF-78B2-A32A-4475-753981EB6691}"/>
          </ac:grpSpMkLst>
        </pc:grpChg>
        <pc:grpChg chg="mod">
          <ac:chgData name="이유림" userId="c4f7c10e-9591-4e08-8489-adf65147d8f2" providerId="ADAL" clId="{ACEB933D-53BA-4F39-A968-008ED29E7BCC}" dt="2025-06-10T06:06:22.436" v="6"/>
          <ac:grpSpMkLst>
            <pc:docMk/>
            <pc:sldMk cId="3009541016" sldId="277"/>
            <ac:grpSpMk id="38" creationId="{375D4AE6-FDB4-C6BE-957A-46D74F6582E2}"/>
          </ac:grpSpMkLst>
        </pc:grpChg>
        <pc:grpChg chg="mod">
          <ac:chgData name="이유림" userId="c4f7c10e-9591-4e08-8489-adf65147d8f2" providerId="ADAL" clId="{ACEB933D-53BA-4F39-A968-008ED29E7BCC}" dt="2025-06-10T06:06:22.436" v="6"/>
          <ac:grpSpMkLst>
            <pc:docMk/>
            <pc:sldMk cId="3009541016" sldId="277"/>
            <ac:grpSpMk id="39" creationId="{64F2A9C8-2577-1139-DD20-F2C87B790395}"/>
          </ac:grpSpMkLst>
        </pc:grpChg>
        <pc:grpChg chg="mod">
          <ac:chgData name="이유림" userId="c4f7c10e-9591-4e08-8489-adf65147d8f2" providerId="ADAL" clId="{ACEB933D-53BA-4F39-A968-008ED29E7BCC}" dt="2025-06-10T06:06:22.436" v="6"/>
          <ac:grpSpMkLst>
            <pc:docMk/>
            <pc:sldMk cId="3009541016" sldId="277"/>
            <ac:grpSpMk id="40" creationId="{10D83A59-EE85-C974-244E-864799B88C16}"/>
          </ac:grpSpMkLst>
        </pc:grpChg>
        <pc:grpChg chg="del">
          <ac:chgData name="이유림" userId="c4f7c10e-9591-4e08-8489-adf65147d8f2" providerId="ADAL" clId="{ACEB933D-53BA-4F39-A968-008ED29E7BCC}" dt="2025-06-10T06:06:22.117" v="5" actId="478"/>
          <ac:grpSpMkLst>
            <pc:docMk/>
            <pc:sldMk cId="3009541016" sldId="277"/>
            <ac:grpSpMk id="48" creationId="{E4869D35-84EC-5B41-1D80-A290D3E89A61}"/>
          </ac:grpSpMkLst>
        </pc:grpChg>
        <pc:grpChg chg="add mod">
          <ac:chgData name="이유림" userId="c4f7c10e-9591-4e08-8489-adf65147d8f2" providerId="ADAL" clId="{ACEB933D-53BA-4F39-A968-008ED29E7BCC}" dt="2025-06-10T06:16:38.211" v="207"/>
          <ac:grpSpMkLst>
            <pc:docMk/>
            <pc:sldMk cId="3009541016" sldId="277"/>
            <ac:grpSpMk id="54" creationId="{32EDFE4A-85BF-BD08-B38E-20CD1ABB09F3}"/>
          </ac:grpSpMkLst>
        </pc:grpChg>
        <pc:picChg chg="mod">
          <ac:chgData name="이유림" userId="c4f7c10e-9591-4e08-8489-adf65147d8f2" providerId="ADAL" clId="{ACEB933D-53BA-4F39-A968-008ED29E7BCC}" dt="2025-06-10T06:06:22.436" v="6"/>
          <ac:picMkLst>
            <pc:docMk/>
            <pc:sldMk cId="3009541016" sldId="277"/>
            <ac:picMk id="16" creationId="{02BE81D4-83B6-9BDF-3865-7CC1913BC0C0}"/>
          </ac:picMkLst>
        </pc:picChg>
        <pc:picChg chg="mod">
          <ac:chgData name="이유림" userId="c4f7c10e-9591-4e08-8489-adf65147d8f2" providerId="ADAL" clId="{ACEB933D-53BA-4F39-A968-008ED29E7BCC}" dt="2025-06-10T06:06:22.436" v="6"/>
          <ac:picMkLst>
            <pc:docMk/>
            <pc:sldMk cId="3009541016" sldId="277"/>
            <ac:picMk id="34" creationId="{C9B4D9FA-1FF3-9393-153E-C93D7A1E555C}"/>
          </ac:picMkLst>
        </pc:picChg>
        <pc:picChg chg="mod">
          <ac:chgData name="이유림" userId="c4f7c10e-9591-4e08-8489-adf65147d8f2" providerId="ADAL" clId="{ACEB933D-53BA-4F39-A968-008ED29E7BCC}" dt="2025-06-10T06:06:22.436" v="6"/>
          <ac:picMkLst>
            <pc:docMk/>
            <pc:sldMk cId="3009541016" sldId="277"/>
            <ac:picMk id="47" creationId="{827CAEFF-1CA0-C0B2-77E2-9D268FB21572}"/>
          </ac:picMkLst>
        </pc:picChg>
        <pc:picChg chg="mod">
          <ac:chgData name="이유림" userId="c4f7c10e-9591-4e08-8489-adf65147d8f2" providerId="ADAL" clId="{ACEB933D-53BA-4F39-A968-008ED29E7BCC}" dt="2025-06-10T06:16:38.211" v="207"/>
          <ac:picMkLst>
            <pc:docMk/>
            <pc:sldMk cId="3009541016" sldId="277"/>
            <ac:picMk id="137" creationId="{5716B467-7DC1-9CA2-C1DB-1DDECD435734}"/>
          </ac:picMkLst>
        </pc:picChg>
      </pc:sldChg>
      <pc:sldChg chg="modSp add del mod">
        <pc:chgData name="이유림" userId="c4f7c10e-9591-4e08-8489-adf65147d8f2" providerId="ADAL" clId="{ACEB933D-53BA-4F39-A968-008ED29E7BCC}" dt="2025-06-13T02:00:38.629" v="1933" actId="47"/>
        <pc:sldMkLst>
          <pc:docMk/>
          <pc:sldMk cId="3577096999" sldId="278"/>
        </pc:sldMkLst>
        <pc:spChg chg="mod">
          <ac:chgData name="이유림" userId="c4f7c10e-9591-4e08-8489-adf65147d8f2" providerId="ADAL" clId="{ACEB933D-53BA-4F39-A968-008ED29E7BCC}" dt="2025-06-11T03:19:05.599" v="1752" actId="6549"/>
          <ac:spMkLst>
            <pc:docMk/>
            <pc:sldMk cId="3577096999" sldId="278"/>
            <ac:spMk id="27" creationId="{38EA2831-285C-F0AC-DB24-1E5C5F100C23}"/>
          </ac:spMkLst>
        </pc:spChg>
        <pc:spChg chg="mod">
          <ac:chgData name="이유림" userId="c4f7c10e-9591-4e08-8489-adf65147d8f2" providerId="ADAL" clId="{ACEB933D-53BA-4F39-A968-008ED29E7BCC}" dt="2025-06-11T03:16:50.062" v="1689" actId="20577"/>
          <ac:spMkLst>
            <pc:docMk/>
            <pc:sldMk cId="3577096999" sldId="278"/>
            <ac:spMk id="28" creationId="{13CD4AEA-CEE2-B2A9-0415-EAAAA9F0B440}"/>
          </ac:spMkLst>
        </pc:spChg>
        <pc:spChg chg="mod">
          <ac:chgData name="이유림" userId="c4f7c10e-9591-4e08-8489-adf65147d8f2" providerId="ADAL" clId="{ACEB933D-53BA-4F39-A968-008ED29E7BCC}" dt="2025-06-11T03:18:19.998" v="1748"/>
          <ac:spMkLst>
            <pc:docMk/>
            <pc:sldMk cId="3577096999" sldId="278"/>
            <ac:spMk id="29" creationId="{FC97D07A-6DEB-CA92-08AD-67FA8DFF0F08}"/>
          </ac:spMkLst>
        </pc:spChg>
        <pc:spChg chg="mod">
          <ac:chgData name="이유림" userId="c4f7c10e-9591-4e08-8489-adf65147d8f2" providerId="ADAL" clId="{ACEB933D-53BA-4F39-A968-008ED29E7BCC}" dt="2025-06-11T03:33:55.770" v="1887"/>
          <ac:spMkLst>
            <pc:docMk/>
            <pc:sldMk cId="3577096999" sldId="278"/>
            <ac:spMk id="31" creationId="{6F2A1BD8-B677-9F0A-0B8C-8392A2C05CEE}"/>
          </ac:spMkLst>
        </pc:spChg>
        <pc:spChg chg="mod">
          <ac:chgData name="이유림" userId="c4f7c10e-9591-4e08-8489-adf65147d8f2" providerId="ADAL" clId="{ACEB933D-53BA-4F39-A968-008ED29E7BCC}" dt="2025-06-11T03:13:40.460" v="1490" actId="21"/>
          <ac:spMkLst>
            <pc:docMk/>
            <pc:sldMk cId="3577096999" sldId="278"/>
            <ac:spMk id="33" creationId="{5CB8F92A-C939-8121-292A-79D60AE11AC9}"/>
          </ac:spMkLst>
        </pc:spChg>
        <pc:spChg chg="mod">
          <ac:chgData name="이유림" userId="c4f7c10e-9591-4e08-8489-adf65147d8f2" providerId="ADAL" clId="{ACEB933D-53BA-4F39-A968-008ED29E7BCC}" dt="2025-06-11T03:22:07.027" v="1875"/>
          <ac:spMkLst>
            <pc:docMk/>
            <pc:sldMk cId="3577096999" sldId="278"/>
            <ac:spMk id="42" creationId="{83E1B563-1F12-F072-2510-A2FE0C948CD9}"/>
          </ac:spMkLst>
        </pc:spChg>
        <pc:spChg chg="mod">
          <ac:chgData name="이유림" userId="c4f7c10e-9591-4e08-8489-adf65147d8f2" providerId="ADAL" clId="{ACEB933D-53BA-4F39-A968-008ED29E7BCC}" dt="2025-06-11T03:20:31.822" v="1797" actId="20577"/>
          <ac:spMkLst>
            <pc:docMk/>
            <pc:sldMk cId="3577096999" sldId="278"/>
            <ac:spMk id="43" creationId="{6FDED833-9209-F168-81E2-8F75D3E6AC0B}"/>
          </ac:spMkLst>
        </pc:spChg>
        <pc:spChg chg="mod">
          <ac:chgData name="이유림" userId="c4f7c10e-9591-4e08-8489-adf65147d8f2" providerId="ADAL" clId="{ACEB933D-53BA-4F39-A968-008ED29E7BCC}" dt="2025-06-11T03:20:44.801" v="1838" actId="6549"/>
          <ac:spMkLst>
            <pc:docMk/>
            <pc:sldMk cId="3577096999" sldId="278"/>
            <ac:spMk id="44" creationId="{72EE6F18-228A-11A7-901A-8C112B5F30E8}"/>
          </ac:spMkLst>
        </pc:spChg>
        <pc:spChg chg="mod">
          <ac:chgData name="이유림" userId="c4f7c10e-9591-4e08-8489-adf65147d8f2" providerId="ADAL" clId="{ACEB933D-53BA-4F39-A968-008ED29E7BCC}" dt="2025-06-13T02:00:12.922" v="1932" actId="20577"/>
          <ac:spMkLst>
            <pc:docMk/>
            <pc:sldMk cId="3577096999" sldId="278"/>
            <ac:spMk id="138" creationId="{B2D2F8CE-754C-105D-0DB2-A42A8979DD3C}"/>
          </ac:spMkLst>
        </pc:spChg>
      </pc:sldChg>
      <pc:sldChg chg="modSp mod">
        <pc:chgData name="이유림" userId="c4f7c10e-9591-4e08-8489-adf65147d8f2" providerId="ADAL" clId="{ACEB933D-53BA-4F39-A968-008ED29E7BCC}" dt="2025-06-13T02:00:58.128" v="1937" actId="108"/>
        <pc:sldMkLst>
          <pc:docMk/>
          <pc:sldMk cId="2604213135" sldId="279"/>
        </pc:sldMkLst>
        <pc:spChg chg="mod">
          <ac:chgData name="이유림" userId="c4f7c10e-9591-4e08-8489-adf65147d8f2" providerId="ADAL" clId="{ACEB933D-53BA-4F39-A968-008ED29E7BCC}" dt="2025-06-13T02:00:58.128" v="1937" actId="108"/>
          <ac:spMkLst>
            <pc:docMk/>
            <pc:sldMk cId="2604213135" sldId="279"/>
            <ac:spMk id="29" creationId="{FC97D07A-6DEB-CA92-08AD-67FA8DFF0F08}"/>
          </ac:spMkLst>
        </pc:spChg>
        <pc:spChg chg="mod">
          <ac:chgData name="이유림" userId="c4f7c10e-9591-4e08-8489-adf65147d8f2" providerId="ADAL" clId="{ACEB933D-53BA-4F39-A968-008ED29E7BCC}" dt="2025-06-13T02:00:44.565" v="1934"/>
          <ac:spMkLst>
            <pc:docMk/>
            <pc:sldMk cId="2604213135" sldId="279"/>
            <ac:spMk id="138" creationId="{B2D2F8CE-754C-105D-0DB2-A42A8979DD3C}"/>
          </ac:spMkLst>
        </pc:spChg>
      </pc:sldChg>
    </pc:docChg>
  </pc:docChgLst>
  <pc:docChgLst>
    <pc:chgData name="유승철" userId="9584054c-e08f-4935-bde6-b53c2dd0dfbc" providerId="ADAL" clId="{B76B56AB-9ABE-4A08-AD26-A1A8EA156217}"/>
    <pc:docChg chg="undo custSel modSld">
      <pc:chgData name="유승철" userId="9584054c-e08f-4935-bde6-b53c2dd0dfbc" providerId="ADAL" clId="{B76B56AB-9ABE-4A08-AD26-A1A8EA156217}" dt="2023-01-13T03:50:32.401" v="34" actId="20577"/>
      <pc:docMkLst>
        <pc:docMk/>
      </pc:docMkLst>
      <pc:sldChg chg="modSp mod">
        <pc:chgData name="유승철" userId="9584054c-e08f-4935-bde6-b53c2dd0dfbc" providerId="ADAL" clId="{B76B56AB-9ABE-4A08-AD26-A1A8EA156217}" dt="2023-01-13T03:50:32.401" v="34" actId="20577"/>
        <pc:sldMkLst>
          <pc:docMk/>
          <pc:sldMk cId="2466279025" sldId="276"/>
        </pc:sldMkLst>
        <pc:spChg chg="mod">
          <ac:chgData name="유승철" userId="9584054c-e08f-4935-bde6-b53c2dd0dfbc" providerId="ADAL" clId="{B76B56AB-9ABE-4A08-AD26-A1A8EA156217}" dt="2023-01-13T03:50:32.401" v="34" actId="20577"/>
          <ac:spMkLst>
            <pc:docMk/>
            <pc:sldMk cId="2466279025" sldId="276"/>
            <ac:spMk id="113" creationId="{753130E7-0351-2A00-B06C-90BD547323AA}"/>
          </ac:spMkLst>
        </pc:spChg>
        <pc:spChg chg="mod">
          <ac:chgData name="유승철" userId="9584054c-e08f-4935-bde6-b53c2dd0dfbc" providerId="ADAL" clId="{B76B56AB-9ABE-4A08-AD26-A1A8EA156217}" dt="2023-01-10T05:09:52.931" v="5" actId="20577"/>
          <ac:spMkLst>
            <pc:docMk/>
            <pc:sldMk cId="2466279025" sldId="276"/>
            <ac:spMk id="130" creationId="{DBE3A232-77E1-9C69-5805-1FB1AC9A403C}"/>
          </ac:spMkLst>
        </pc:spChg>
      </pc:sldChg>
    </pc:docChg>
  </pc:docChgLst>
  <pc:docChgLst>
    <pc:chgData name="예은 김" userId="6526923f-0c52-4639-9dbd-0f483d8fd367" providerId="ADAL" clId="{D2ADD05E-8924-482D-8B1D-8B725062978D}"/>
    <pc:docChg chg="undo redo custSel modSld">
      <pc:chgData name="예은 김" userId="6526923f-0c52-4639-9dbd-0f483d8fd367" providerId="ADAL" clId="{D2ADD05E-8924-482D-8B1D-8B725062978D}" dt="2026-02-11T02:28:12.153" v="505" actId="20577"/>
      <pc:docMkLst>
        <pc:docMk/>
      </pc:docMkLst>
      <pc:sldChg chg="modSp mod">
        <pc:chgData name="예은 김" userId="6526923f-0c52-4639-9dbd-0f483d8fd367" providerId="ADAL" clId="{D2ADD05E-8924-482D-8B1D-8B725062978D}" dt="2026-02-11T02:26:35.174" v="493"/>
        <pc:sldMkLst>
          <pc:docMk/>
          <pc:sldMk cId="2141349456" sldId="280"/>
        </pc:sldMkLst>
        <pc:spChg chg="mod">
          <ac:chgData name="예은 김" userId="6526923f-0c52-4639-9dbd-0f483d8fd367" providerId="ADAL" clId="{D2ADD05E-8924-482D-8B1D-8B725062978D}" dt="2026-02-11T02:26:35.174" v="493"/>
          <ac:spMkLst>
            <pc:docMk/>
            <pc:sldMk cId="2141349456" sldId="280"/>
            <ac:spMk id="11" creationId="{0CCDEA55-A7F2-FE86-9AFC-3F6A297D7A8B}"/>
          </ac:spMkLst>
        </pc:spChg>
      </pc:sldChg>
      <pc:sldChg chg="modSp mod">
        <pc:chgData name="예은 김" userId="6526923f-0c52-4639-9dbd-0f483d8fd367" providerId="ADAL" clId="{D2ADD05E-8924-482D-8B1D-8B725062978D}" dt="2026-02-11T02:28:12.153" v="505" actId="20577"/>
        <pc:sldMkLst>
          <pc:docMk/>
          <pc:sldMk cId="4070630398" sldId="281"/>
        </pc:sldMkLst>
        <pc:spChg chg="mod">
          <ac:chgData name="예은 김" userId="6526923f-0c52-4639-9dbd-0f483d8fd367" providerId="ADAL" clId="{D2ADD05E-8924-482D-8B1D-8B725062978D}" dt="2026-02-11T02:27:39.878" v="499" actId="20577"/>
          <ac:spMkLst>
            <pc:docMk/>
            <pc:sldMk cId="4070630398" sldId="281"/>
            <ac:spMk id="26" creationId="{4926C1AC-7839-732B-9B96-3C3A1D6AFE60}"/>
          </ac:spMkLst>
        </pc:spChg>
        <pc:spChg chg="mod">
          <ac:chgData name="예은 김" userId="6526923f-0c52-4639-9dbd-0f483d8fd367" providerId="ADAL" clId="{D2ADD05E-8924-482D-8B1D-8B725062978D}" dt="2026-02-11T02:28:12.153" v="505" actId="20577"/>
          <ac:spMkLst>
            <pc:docMk/>
            <pc:sldMk cId="4070630398" sldId="281"/>
            <ac:spMk id="46" creationId="{7DA334C2-E384-CB47-2C11-DD1D0A0EE62A}"/>
          </ac:spMkLst>
        </pc:spChg>
        <pc:spChg chg="mod">
          <ac:chgData name="예은 김" userId="6526923f-0c52-4639-9dbd-0f483d8fd367" providerId="ADAL" clId="{D2ADD05E-8924-482D-8B1D-8B725062978D}" dt="2026-02-11T02:26:53.532" v="498"/>
          <ac:spMkLst>
            <pc:docMk/>
            <pc:sldMk cId="4070630398" sldId="281"/>
            <ac:spMk id="138" creationId="{B2D2F8CE-754C-105D-0DB2-A42A8979DD3C}"/>
          </ac:spMkLst>
        </pc:spChg>
      </pc:sldChg>
    </pc:docChg>
  </pc:docChgLst>
  <pc:docChgLst>
    <pc:chgData name="이유림" userId="c4f7c10e-9591-4e08-8489-adf65147d8f2" providerId="ADAL" clId="{9A2DCEBD-4F95-4DAE-8502-ACCA2005A091}"/>
    <pc:docChg chg="undo custSel modSld">
      <pc:chgData name="이유림" userId="c4f7c10e-9591-4e08-8489-adf65147d8f2" providerId="ADAL" clId="{9A2DCEBD-4F95-4DAE-8502-ACCA2005A091}" dt="2024-08-08T02:33:33.248" v="1577" actId="20577"/>
      <pc:docMkLst>
        <pc:docMk/>
      </pc:docMkLst>
      <pc:sldChg chg="addSp delSp modSp mod">
        <pc:chgData name="이유림" userId="c4f7c10e-9591-4e08-8489-adf65147d8f2" providerId="ADAL" clId="{9A2DCEBD-4F95-4DAE-8502-ACCA2005A091}" dt="2024-08-08T01:13:49.327" v="1537" actId="20577"/>
        <pc:sldMkLst>
          <pc:docMk/>
          <pc:sldMk cId="2782649627" sldId="272"/>
        </pc:sldMkLst>
        <pc:spChg chg="mod">
          <ac:chgData name="이유림" userId="c4f7c10e-9591-4e08-8489-adf65147d8f2" providerId="ADAL" clId="{9A2DCEBD-4F95-4DAE-8502-ACCA2005A091}" dt="2024-08-06T08:37:45.132" v="97" actId="1076"/>
          <ac:spMkLst>
            <pc:docMk/>
            <pc:sldMk cId="2782649627" sldId="272"/>
            <ac:spMk id="4" creationId="{02C3A0E4-B38E-0663-C122-BC2FBBA8A0D9}"/>
          </ac:spMkLst>
        </pc:spChg>
        <pc:spChg chg="mod">
          <ac:chgData name="이유림" userId="c4f7c10e-9591-4e08-8489-adf65147d8f2" providerId="ADAL" clId="{9A2DCEBD-4F95-4DAE-8502-ACCA2005A091}" dt="2024-08-06T08:32:51.549" v="18" actId="20577"/>
          <ac:spMkLst>
            <pc:docMk/>
            <pc:sldMk cId="2782649627" sldId="272"/>
            <ac:spMk id="5" creationId="{82305561-9C83-4AF0-BE74-852E6825B240}"/>
          </ac:spMkLst>
        </pc:spChg>
        <pc:spChg chg="mod">
          <ac:chgData name="이유림" userId="c4f7c10e-9591-4e08-8489-adf65147d8f2" providerId="ADAL" clId="{9A2DCEBD-4F95-4DAE-8502-ACCA2005A091}" dt="2024-08-06T08:32:57.376" v="19"/>
          <ac:spMkLst>
            <pc:docMk/>
            <pc:sldMk cId="2782649627" sldId="272"/>
            <ac:spMk id="12" creationId="{625EF96F-6D7D-3A37-A135-4F92C423562D}"/>
          </ac:spMkLst>
        </pc:spChg>
        <pc:spChg chg="mod">
          <ac:chgData name="이유림" userId="c4f7c10e-9591-4e08-8489-adf65147d8f2" providerId="ADAL" clId="{9A2DCEBD-4F95-4DAE-8502-ACCA2005A091}" dt="2024-08-08T01:12:20.175" v="1497" actId="20577"/>
          <ac:spMkLst>
            <pc:docMk/>
            <pc:sldMk cId="2782649627" sldId="272"/>
            <ac:spMk id="22" creationId="{08E94353-4D54-31EB-C869-FECC865ACB1A}"/>
          </ac:spMkLst>
        </pc:spChg>
        <pc:spChg chg="mod">
          <ac:chgData name="이유림" userId="c4f7c10e-9591-4e08-8489-adf65147d8f2" providerId="ADAL" clId="{9A2DCEBD-4F95-4DAE-8502-ACCA2005A091}" dt="2024-08-06T08:40:59.326" v="163" actId="20577"/>
          <ac:spMkLst>
            <pc:docMk/>
            <pc:sldMk cId="2782649627" sldId="272"/>
            <ac:spMk id="56" creationId="{7EC2D2DE-AA31-EF33-FB09-A0CB633BD24C}"/>
          </ac:spMkLst>
        </pc:spChg>
        <pc:spChg chg="mod">
          <ac:chgData name="이유림" userId="c4f7c10e-9591-4e08-8489-adf65147d8f2" providerId="ADAL" clId="{9A2DCEBD-4F95-4DAE-8502-ACCA2005A091}" dt="2024-08-08T01:13:49.327" v="1537" actId="20577"/>
          <ac:spMkLst>
            <pc:docMk/>
            <pc:sldMk cId="2782649627" sldId="272"/>
            <ac:spMk id="67" creationId="{13A197EA-0A01-1C5E-2E93-2BD7066AEF3F}"/>
          </ac:spMkLst>
        </pc:spChg>
        <pc:picChg chg="add del mod">
          <ac:chgData name="이유림" userId="c4f7c10e-9591-4e08-8489-adf65147d8f2" providerId="ADAL" clId="{9A2DCEBD-4F95-4DAE-8502-ACCA2005A091}" dt="2024-08-06T08:37:36.903" v="95" actId="478"/>
          <ac:picMkLst>
            <pc:docMk/>
            <pc:sldMk cId="2782649627" sldId="272"/>
            <ac:picMk id="10" creationId="{43094937-30A1-7A0F-5B3F-8E000D019275}"/>
          </ac:picMkLst>
        </pc:picChg>
        <pc:picChg chg="add del mod">
          <ac:chgData name="이유림" userId="c4f7c10e-9591-4e08-8489-adf65147d8f2" providerId="ADAL" clId="{9A2DCEBD-4F95-4DAE-8502-ACCA2005A091}" dt="2024-08-06T08:37:36.903" v="95" actId="478"/>
          <ac:picMkLst>
            <pc:docMk/>
            <pc:sldMk cId="2782649627" sldId="272"/>
            <ac:picMk id="11" creationId="{A97750E0-0A38-9002-4DE1-30F59FEAC1BC}"/>
          </ac:picMkLst>
        </pc:picChg>
        <pc:picChg chg="add del mod">
          <ac:chgData name="이유림" userId="c4f7c10e-9591-4e08-8489-adf65147d8f2" providerId="ADAL" clId="{9A2DCEBD-4F95-4DAE-8502-ACCA2005A091}" dt="2024-08-06T08:37:36.903" v="95" actId="478"/>
          <ac:picMkLst>
            <pc:docMk/>
            <pc:sldMk cId="2782649627" sldId="272"/>
            <ac:picMk id="13" creationId="{641993A6-A116-01B7-6239-24596B378F04}"/>
          </ac:picMkLst>
        </pc:picChg>
        <pc:picChg chg="add del mod">
          <ac:chgData name="이유림" userId="c4f7c10e-9591-4e08-8489-adf65147d8f2" providerId="ADAL" clId="{9A2DCEBD-4F95-4DAE-8502-ACCA2005A091}" dt="2024-08-06T08:37:36.903" v="95" actId="478"/>
          <ac:picMkLst>
            <pc:docMk/>
            <pc:sldMk cId="2782649627" sldId="272"/>
            <ac:picMk id="14" creationId="{8409505D-0746-00E4-15A0-FB8FDE79CC3D}"/>
          </ac:picMkLst>
        </pc:picChg>
        <pc:picChg chg="add del mod">
          <ac:chgData name="이유림" userId="c4f7c10e-9591-4e08-8489-adf65147d8f2" providerId="ADAL" clId="{9A2DCEBD-4F95-4DAE-8502-ACCA2005A091}" dt="2024-08-06T08:37:36.903" v="95" actId="478"/>
          <ac:picMkLst>
            <pc:docMk/>
            <pc:sldMk cId="2782649627" sldId="272"/>
            <ac:picMk id="15" creationId="{A5E1B87A-5BAC-56CA-978E-BDC4C27C45C2}"/>
          </ac:picMkLst>
        </pc:picChg>
        <pc:picChg chg="del">
          <ac:chgData name="이유림" userId="c4f7c10e-9591-4e08-8489-adf65147d8f2" providerId="ADAL" clId="{9A2DCEBD-4F95-4DAE-8502-ACCA2005A091}" dt="2024-08-06T08:37:36.903" v="95" actId="478"/>
          <ac:picMkLst>
            <pc:docMk/>
            <pc:sldMk cId="2782649627" sldId="272"/>
            <ac:picMk id="16" creationId="{D46F6AB2-D76E-BB8F-8F7A-5482719E8494}"/>
          </ac:picMkLst>
        </pc:picChg>
        <pc:picChg chg="del">
          <ac:chgData name="이유림" userId="c4f7c10e-9591-4e08-8489-adf65147d8f2" providerId="ADAL" clId="{9A2DCEBD-4F95-4DAE-8502-ACCA2005A091}" dt="2024-08-06T08:37:36.903" v="95" actId="478"/>
          <ac:picMkLst>
            <pc:docMk/>
            <pc:sldMk cId="2782649627" sldId="272"/>
            <ac:picMk id="17" creationId="{4684236E-5FD1-E4D8-F69D-CB4D5EE2A8DB}"/>
          </ac:picMkLst>
        </pc:picChg>
        <pc:picChg chg="add del mod">
          <ac:chgData name="이유림" userId="c4f7c10e-9591-4e08-8489-adf65147d8f2" providerId="ADAL" clId="{9A2DCEBD-4F95-4DAE-8502-ACCA2005A091}" dt="2024-08-06T08:37:36.903" v="95" actId="478"/>
          <ac:picMkLst>
            <pc:docMk/>
            <pc:sldMk cId="2782649627" sldId="272"/>
            <ac:picMk id="18" creationId="{86662E36-A7B6-5EA2-E528-CCF8DECA0F84}"/>
          </ac:picMkLst>
        </pc:picChg>
        <pc:picChg chg="add del mod">
          <ac:chgData name="이유림" userId="c4f7c10e-9591-4e08-8489-adf65147d8f2" providerId="ADAL" clId="{9A2DCEBD-4F95-4DAE-8502-ACCA2005A091}" dt="2024-08-06T08:37:36.903" v="95" actId="478"/>
          <ac:picMkLst>
            <pc:docMk/>
            <pc:sldMk cId="2782649627" sldId="272"/>
            <ac:picMk id="19" creationId="{00766C51-249A-9560-8E01-5CDEF197BB68}"/>
          </ac:picMkLst>
        </pc:picChg>
        <pc:picChg chg="add del mod">
          <ac:chgData name="이유림" userId="c4f7c10e-9591-4e08-8489-adf65147d8f2" providerId="ADAL" clId="{9A2DCEBD-4F95-4DAE-8502-ACCA2005A091}" dt="2024-08-06T08:37:36.903" v="95" actId="478"/>
          <ac:picMkLst>
            <pc:docMk/>
            <pc:sldMk cId="2782649627" sldId="272"/>
            <ac:picMk id="20" creationId="{995C8807-4687-4D69-8E06-BEE8C5FD5984}"/>
          </ac:picMkLst>
        </pc:picChg>
        <pc:picChg chg="add del mod">
          <ac:chgData name="이유림" userId="c4f7c10e-9591-4e08-8489-adf65147d8f2" providerId="ADAL" clId="{9A2DCEBD-4F95-4DAE-8502-ACCA2005A091}" dt="2024-08-06T08:37:36.903" v="95" actId="478"/>
          <ac:picMkLst>
            <pc:docMk/>
            <pc:sldMk cId="2782649627" sldId="272"/>
            <ac:picMk id="21" creationId="{4FEDBCDE-8DD5-522D-EE96-ECFE2828B5BC}"/>
          </ac:picMkLst>
        </pc:picChg>
        <pc:picChg chg="add del mod">
          <ac:chgData name="이유림" userId="c4f7c10e-9591-4e08-8489-adf65147d8f2" providerId="ADAL" clId="{9A2DCEBD-4F95-4DAE-8502-ACCA2005A091}" dt="2024-08-06T08:37:36.903" v="95" actId="478"/>
          <ac:picMkLst>
            <pc:docMk/>
            <pc:sldMk cId="2782649627" sldId="272"/>
            <ac:picMk id="23" creationId="{1FE3B4C8-732C-440D-09CA-3DC58918A12A}"/>
          </ac:picMkLst>
        </pc:picChg>
        <pc:picChg chg="add del mod">
          <ac:chgData name="이유림" userId="c4f7c10e-9591-4e08-8489-adf65147d8f2" providerId="ADAL" clId="{9A2DCEBD-4F95-4DAE-8502-ACCA2005A091}" dt="2024-08-06T08:37:36.903" v="95" actId="478"/>
          <ac:picMkLst>
            <pc:docMk/>
            <pc:sldMk cId="2782649627" sldId="272"/>
            <ac:picMk id="24" creationId="{C05EFB22-2CC6-991B-E7A5-436651B2EA0B}"/>
          </ac:picMkLst>
        </pc:picChg>
        <pc:picChg chg="add del mod">
          <ac:chgData name="이유림" userId="c4f7c10e-9591-4e08-8489-adf65147d8f2" providerId="ADAL" clId="{9A2DCEBD-4F95-4DAE-8502-ACCA2005A091}" dt="2024-08-06T08:37:36.903" v="95" actId="478"/>
          <ac:picMkLst>
            <pc:docMk/>
            <pc:sldMk cId="2782649627" sldId="272"/>
            <ac:picMk id="25" creationId="{A07FFE2D-33DA-0FE6-700A-DCC6190901A7}"/>
          </ac:picMkLst>
        </pc:picChg>
        <pc:picChg chg="add del mod">
          <ac:chgData name="이유림" userId="c4f7c10e-9591-4e08-8489-adf65147d8f2" providerId="ADAL" clId="{9A2DCEBD-4F95-4DAE-8502-ACCA2005A091}" dt="2024-08-06T08:37:36.903" v="95" actId="478"/>
          <ac:picMkLst>
            <pc:docMk/>
            <pc:sldMk cId="2782649627" sldId="272"/>
            <ac:picMk id="26" creationId="{C03E51B0-311B-86F1-144E-4A343CD86B06}"/>
          </ac:picMkLst>
        </pc:picChg>
        <pc:picChg chg="add del mod">
          <ac:chgData name="이유림" userId="c4f7c10e-9591-4e08-8489-adf65147d8f2" providerId="ADAL" clId="{9A2DCEBD-4F95-4DAE-8502-ACCA2005A091}" dt="2024-08-06T08:37:36.903" v="95" actId="478"/>
          <ac:picMkLst>
            <pc:docMk/>
            <pc:sldMk cId="2782649627" sldId="272"/>
            <ac:picMk id="27" creationId="{48CF7AC7-DD78-FD5E-3F6F-72607B807183}"/>
          </ac:picMkLst>
        </pc:picChg>
        <pc:picChg chg="add del mod">
          <ac:chgData name="이유림" userId="c4f7c10e-9591-4e08-8489-adf65147d8f2" providerId="ADAL" clId="{9A2DCEBD-4F95-4DAE-8502-ACCA2005A091}" dt="2024-08-06T08:37:36.903" v="95" actId="478"/>
          <ac:picMkLst>
            <pc:docMk/>
            <pc:sldMk cId="2782649627" sldId="272"/>
            <ac:picMk id="28" creationId="{796D1F2F-5F75-0948-82D6-E93CA52FA828}"/>
          </ac:picMkLst>
        </pc:picChg>
        <pc:picChg chg="add del mod">
          <ac:chgData name="이유림" userId="c4f7c10e-9591-4e08-8489-adf65147d8f2" providerId="ADAL" clId="{9A2DCEBD-4F95-4DAE-8502-ACCA2005A091}" dt="2024-08-06T08:37:36.903" v="95" actId="478"/>
          <ac:picMkLst>
            <pc:docMk/>
            <pc:sldMk cId="2782649627" sldId="272"/>
            <ac:picMk id="29" creationId="{05542118-F420-49BC-ED47-FB0740366C39}"/>
          </ac:picMkLst>
        </pc:picChg>
        <pc:picChg chg="add del mod">
          <ac:chgData name="이유림" userId="c4f7c10e-9591-4e08-8489-adf65147d8f2" providerId="ADAL" clId="{9A2DCEBD-4F95-4DAE-8502-ACCA2005A091}" dt="2024-08-06T08:37:36.903" v="95" actId="478"/>
          <ac:picMkLst>
            <pc:docMk/>
            <pc:sldMk cId="2782649627" sldId="272"/>
            <ac:picMk id="30" creationId="{C2116A00-20FA-7A66-74F9-4BCA24B4104B}"/>
          </ac:picMkLst>
        </pc:picChg>
        <pc:picChg chg="add del mod">
          <ac:chgData name="이유림" userId="c4f7c10e-9591-4e08-8489-adf65147d8f2" providerId="ADAL" clId="{9A2DCEBD-4F95-4DAE-8502-ACCA2005A091}" dt="2024-08-06T08:37:36.903" v="95" actId="478"/>
          <ac:picMkLst>
            <pc:docMk/>
            <pc:sldMk cId="2782649627" sldId="272"/>
            <ac:picMk id="31" creationId="{138EB315-7F78-893B-379D-41219C96C300}"/>
          </ac:picMkLst>
        </pc:picChg>
        <pc:picChg chg="add mod">
          <ac:chgData name="이유림" userId="c4f7c10e-9591-4e08-8489-adf65147d8f2" providerId="ADAL" clId="{9A2DCEBD-4F95-4DAE-8502-ACCA2005A091}" dt="2024-08-06T08:37:37.230" v="96"/>
          <ac:picMkLst>
            <pc:docMk/>
            <pc:sldMk cId="2782649627" sldId="272"/>
            <ac:picMk id="33" creationId="{37D1C182-592C-AE7F-445F-FF9F8CA0A376}"/>
          </ac:picMkLst>
        </pc:picChg>
        <pc:picChg chg="add mod">
          <ac:chgData name="이유림" userId="c4f7c10e-9591-4e08-8489-adf65147d8f2" providerId="ADAL" clId="{9A2DCEBD-4F95-4DAE-8502-ACCA2005A091}" dt="2024-08-06T08:37:37.230" v="96"/>
          <ac:picMkLst>
            <pc:docMk/>
            <pc:sldMk cId="2782649627" sldId="272"/>
            <ac:picMk id="34" creationId="{85EEE284-0037-159F-7252-76B357D2B9FC}"/>
          </ac:picMkLst>
        </pc:picChg>
        <pc:picChg chg="add mod">
          <ac:chgData name="이유림" userId="c4f7c10e-9591-4e08-8489-adf65147d8f2" providerId="ADAL" clId="{9A2DCEBD-4F95-4DAE-8502-ACCA2005A091}" dt="2024-08-06T08:37:37.230" v="96"/>
          <ac:picMkLst>
            <pc:docMk/>
            <pc:sldMk cId="2782649627" sldId="272"/>
            <ac:picMk id="35" creationId="{BD4F3074-60C3-D188-7CCA-7EBDCC20BF5A}"/>
          </ac:picMkLst>
        </pc:picChg>
        <pc:picChg chg="add mod">
          <ac:chgData name="이유림" userId="c4f7c10e-9591-4e08-8489-adf65147d8f2" providerId="ADAL" clId="{9A2DCEBD-4F95-4DAE-8502-ACCA2005A091}" dt="2024-08-06T08:37:37.230" v="96"/>
          <ac:picMkLst>
            <pc:docMk/>
            <pc:sldMk cId="2782649627" sldId="272"/>
            <ac:picMk id="36" creationId="{FF4033C7-14C6-91E9-35DA-3F6EA2F91CDF}"/>
          </ac:picMkLst>
        </pc:picChg>
        <pc:picChg chg="add mod">
          <ac:chgData name="이유림" userId="c4f7c10e-9591-4e08-8489-adf65147d8f2" providerId="ADAL" clId="{9A2DCEBD-4F95-4DAE-8502-ACCA2005A091}" dt="2024-08-06T08:37:37.230" v="96"/>
          <ac:picMkLst>
            <pc:docMk/>
            <pc:sldMk cId="2782649627" sldId="272"/>
            <ac:picMk id="37" creationId="{DDDD3044-C452-FD8D-02FF-80F8720B85F8}"/>
          </ac:picMkLst>
        </pc:picChg>
        <pc:picChg chg="add mod">
          <ac:chgData name="이유림" userId="c4f7c10e-9591-4e08-8489-adf65147d8f2" providerId="ADAL" clId="{9A2DCEBD-4F95-4DAE-8502-ACCA2005A091}" dt="2024-08-06T08:37:37.230" v="96"/>
          <ac:picMkLst>
            <pc:docMk/>
            <pc:sldMk cId="2782649627" sldId="272"/>
            <ac:picMk id="38" creationId="{AF2C0498-3DDE-BCF7-72AF-7438C26F1067}"/>
          </ac:picMkLst>
        </pc:picChg>
        <pc:picChg chg="add mod">
          <ac:chgData name="이유림" userId="c4f7c10e-9591-4e08-8489-adf65147d8f2" providerId="ADAL" clId="{9A2DCEBD-4F95-4DAE-8502-ACCA2005A091}" dt="2024-08-06T08:37:37.230" v="96"/>
          <ac:picMkLst>
            <pc:docMk/>
            <pc:sldMk cId="2782649627" sldId="272"/>
            <ac:picMk id="40" creationId="{1469BF5A-062F-99D2-B489-25D8788F1F56}"/>
          </ac:picMkLst>
        </pc:picChg>
        <pc:picChg chg="add mod">
          <ac:chgData name="이유림" userId="c4f7c10e-9591-4e08-8489-adf65147d8f2" providerId="ADAL" clId="{9A2DCEBD-4F95-4DAE-8502-ACCA2005A091}" dt="2024-08-06T08:37:37.230" v="96"/>
          <ac:picMkLst>
            <pc:docMk/>
            <pc:sldMk cId="2782649627" sldId="272"/>
            <ac:picMk id="41" creationId="{170465B9-BFFA-BED1-3B75-3CB1686FA1E3}"/>
          </ac:picMkLst>
        </pc:picChg>
        <pc:picChg chg="add mod">
          <ac:chgData name="이유림" userId="c4f7c10e-9591-4e08-8489-adf65147d8f2" providerId="ADAL" clId="{9A2DCEBD-4F95-4DAE-8502-ACCA2005A091}" dt="2024-08-06T08:37:37.230" v="96"/>
          <ac:picMkLst>
            <pc:docMk/>
            <pc:sldMk cId="2782649627" sldId="272"/>
            <ac:picMk id="42" creationId="{B0147E1B-54A7-B520-6C0E-617C6FCE156A}"/>
          </ac:picMkLst>
        </pc:picChg>
        <pc:picChg chg="add mod">
          <ac:chgData name="이유림" userId="c4f7c10e-9591-4e08-8489-adf65147d8f2" providerId="ADAL" clId="{9A2DCEBD-4F95-4DAE-8502-ACCA2005A091}" dt="2024-08-06T08:37:37.230" v="96"/>
          <ac:picMkLst>
            <pc:docMk/>
            <pc:sldMk cId="2782649627" sldId="272"/>
            <ac:picMk id="43" creationId="{33C5F444-6C57-F63D-A400-C5A8EBBE96AD}"/>
          </ac:picMkLst>
        </pc:picChg>
        <pc:picChg chg="add mod">
          <ac:chgData name="이유림" userId="c4f7c10e-9591-4e08-8489-adf65147d8f2" providerId="ADAL" clId="{9A2DCEBD-4F95-4DAE-8502-ACCA2005A091}" dt="2024-08-06T08:37:37.230" v="96"/>
          <ac:picMkLst>
            <pc:docMk/>
            <pc:sldMk cId="2782649627" sldId="272"/>
            <ac:picMk id="44" creationId="{C7F5566C-9787-A048-A5FB-B99623B577B4}"/>
          </ac:picMkLst>
        </pc:picChg>
        <pc:picChg chg="add mod">
          <ac:chgData name="이유림" userId="c4f7c10e-9591-4e08-8489-adf65147d8f2" providerId="ADAL" clId="{9A2DCEBD-4F95-4DAE-8502-ACCA2005A091}" dt="2024-08-06T08:37:37.230" v="96"/>
          <ac:picMkLst>
            <pc:docMk/>
            <pc:sldMk cId="2782649627" sldId="272"/>
            <ac:picMk id="46" creationId="{52774FD4-B4D1-E86F-1450-EC0BC5592841}"/>
          </ac:picMkLst>
        </pc:picChg>
        <pc:picChg chg="add mod">
          <ac:chgData name="이유림" userId="c4f7c10e-9591-4e08-8489-adf65147d8f2" providerId="ADAL" clId="{9A2DCEBD-4F95-4DAE-8502-ACCA2005A091}" dt="2024-08-06T08:37:37.230" v="96"/>
          <ac:picMkLst>
            <pc:docMk/>
            <pc:sldMk cId="2782649627" sldId="272"/>
            <ac:picMk id="47" creationId="{83C343D5-1DFB-787D-E5B0-183396114F23}"/>
          </ac:picMkLst>
        </pc:picChg>
        <pc:picChg chg="del">
          <ac:chgData name="이유림" userId="c4f7c10e-9591-4e08-8489-adf65147d8f2" providerId="ADAL" clId="{9A2DCEBD-4F95-4DAE-8502-ACCA2005A091}" dt="2024-08-06T08:34:04.318" v="20" actId="478"/>
          <ac:picMkLst>
            <pc:docMk/>
            <pc:sldMk cId="2782649627" sldId="272"/>
            <ac:picMk id="49" creationId="{2782B54E-BB6D-E5EF-4B22-B95185C6AE08}"/>
          </ac:picMkLst>
        </pc:picChg>
        <pc:picChg chg="del">
          <ac:chgData name="이유림" userId="c4f7c10e-9591-4e08-8489-adf65147d8f2" providerId="ADAL" clId="{9A2DCEBD-4F95-4DAE-8502-ACCA2005A091}" dt="2024-08-06T08:34:04.318" v="20" actId="478"/>
          <ac:picMkLst>
            <pc:docMk/>
            <pc:sldMk cId="2782649627" sldId="272"/>
            <ac:picMk id="51" creationId="{5171F623-DD56-23B1-D2EB-E485577A876A}"/>
          </ac:picMkLst>
        </pc:picChg>
        <pc:picChg chg="del">
          <ac:chgData name="이유림" userId="c4f7c10e-9591-4e08-8489-adf65147d8f2" providerId="ADAL" clId="{9A2DCEBD-4F95-4DAE-8502-ACCA2005A091}" dt="2024-08-06T08:34:04.318" v="20" actId="478"/>
          <ac:picMkLst>
            <pc:docMk/>
            <pc:sldMk cId="2782649627" sldId="272"/>
            <ac:picMk id="52" creationId="{D074C903-8993-66A6-7CF0-0833BDDA6138}"/>
          </ac:picMkLst>
        </pc:picChg>
        <pc:picChg chg="del">
          <ac:chgData name="이유림" userId="c4f7c10e-9591-4e08-8489-adf65147d8f2" providerId="ADAL" clId="{9A2DCEBD-4F95-4DAE-8502-ACCA2005A091}" dt="2024-08-06T08:34:04.318" v="20" actId="478"/>
          <ac:picMkLst>
            <pc:docMk/>
            <pc:sldMk cId="2782649627" sldId="272"/>
            <ac:picMk id="54" creationId="{B62A7761-9138-878C-427A-546CCB9668AF}"/>
          </ac:picMkLst>
        </pc:picChg>
        <pc:picChg chg="del">
          <ac:chgData name="이유림" userId="c4f7c10e-9591-4e08-8489-adf65147d8f2" providerId="ADAL" clId="{9A2DCEBD-4F95-4DAE-8502-ACCA2005A091}" dt="2024-08-06T08:34:04.318" v="20" actId="478"/>
          <ac:picMkLst>
            <pc:docMk/>
            <pc:sldMk cId="2782649627" sldId="272"/>
            <ac:picMk id="55" creationId="{3A7AF635-AB5E-5DE9-7551-99A3563CED89}"/>
          </ac:picMkLst>
        </pc:picChg>
        <pc:picChg chg="add mod">
          <ac:chgData name="이유림" userId="c4f7c10e-9591-4e08-8489-adf65147d8f2" providerId="ADAL" clId="{9A2DCEBD-4F95-4DAE-8502-ACCA2005A091}" dt="2024-08-06T08:37:37.230" v="96"/>
          <ac:picMkLst>
            <pc:docMk/>
            <pc:sldMk cId="2782649627" sldId="272"/>
            <ac:picMk id="57" creationId="{73C40059-EF2D-5ABC-C00F-DCD788C1F163}"/>
          </ac:picMkLst>
        </pc:picChg>
        <pc:picChg chg="del">
          <ac:chgData name="이유림" userId="c4f7c10e-9591-4e08-8489-adf65147d8f2" providerId="ADAL" clId="{9A2DCEBD-4F95-4DAE-8502-ACCA2005A091}" dt="2024-08-06T08:34:04.318" v="20" actId="478"/>
          <ac:picMkLst>
            <pc:docMk/>
            <pc:sldMk cId="2782649627" sldId="272"/>
            <ac:picMk id="58" creationId="{F43295FD-B63A-9C10-8572-B21A2CDDBB72}"/>
          </ac:picMkLst>
        </pc:picChg>
        <pc:picChg chg="del">
          <ac:chgData name="이유림" userId="c4f7c10e-9591-4e08-8489-adf65147d8f2" providerId="ADAL" clId="{9A2DCEBD-4F95-4DAE-8502-ACCA2005A091}" dt="2024-08-06T08:34:04.318" v="20" actId="478"/>
          <ac:picMkLst>
            <pc:docMk/>
            <pc:sldMk cId="2782649627" sldId="272"/>
            <ac:picMk id="59" creationId="{2042564E-9DE3-5763-3E60-B3F5B4BB2A8B}"/>
          </ac:picMkLst>
        </pc:picChg>
        <pc:picChg chg="del">
          <ac:chgData name="이유림" userId="c4f7c10e-9591-4e08-8489-adf65147d8f2" providerId="ADAL" clId="{9A2DCEBD-4F95-4DAE-8502-ACCA2005A091}" dt="2024-08-06T08:34:04.318" v="20" actId="478"/>
          <ac:picMkLst>
            <pc:docMk/>
            <pc:sldMk cId="2782649627" sldId="272"/>
            <ac:picMk id="60" creationId="{5863A05F-E787-079E-210A-D26E3AF6C8D4}"/>
          </ac:picMkLst>
        </pc:picChg>
        <pc:picChg chg="del">
          <ac:chgData name="이유림" userId="c4f7c10e-9591-4e08-8489-adf65147d8f2" providerId="ADAL" clId="{9A2DCEBD-4F95-4DAE-8502-ACCA2005A091}" dt="2024-08-06T08:34:04.318" v="20" actId="478"/>
          <ac:picMkLst>
            <pc:docMk/>
            <pc:sldMk cId="2782649627" sldId="272"/>
            <ac:picMk id="61" creationId="{D4CFFE06-FC48-D576-CC5C-C38233ABB38A}"/>
          </ac:picMkLst>
        </pc:picChg>
        <pc:picChg chg="del">
          <ac:chgData name="이유림" userId="c4f7c10e-9591-4e08-8489-adf65147d8f2" providerId="ADAL" clId="{9A2DCEBD-4F95-4DAE-8502-ACCA2005A091}" dt="2024-08-06T08:34:04.318" v="20" actId="478"/>
          <ac:picMkLst>
            <pc:docMk/>
            <pc:sldMk cId="2782649627" sldId="272"/>
            <ac:picMk id="66" creationId="{4EEB653F-272C-A7ED-4F3C-20463B599F56}"/>
          </ac:picMkLst>
        </pc:picChg>
        <pc:picChg chg="del">
          <ac:chgData name="이유림" userId="c4f7c10e-9591-4e08-8489-adf65147d8f2" providerId="ADAL" clId="{9A2DCEBD-4F95-4DAE-8502-ACCA2005A091}" dt="2024-08-06T08:34:04.318" v="20" actId="478"/>
          <ac:picMkLst>
            <pc:docMk/>
            <pc:sldMk cId="2782649627" sldId="272"/>
            <ac:picMk id="68" creationId="{3554FE44-A519-07FB-8B78-9762669BF1E9}"/>
          </ac:picMkLst>
        </pc:picChg>
        <pc:picChg chg="del">
          <ac:chgData name="이유림" userId="c4f7c10e-9591-4e08-8489-adf65147d8f2" providerId="ADAL" clId="{9A2DCEBD-4F95-4DAE-8502-ACCA2005A091}" dt="2024-08-06T08:34:04.318" v="20" actId="478"/>
          <ac:picMkLst>
            <pc:docMk/>
            <pc:sldMk cId="2782649627" sldId="272"/>
            <ac:picMk id="69" creationId="{86CC0F0F-906F-2B29-FC6F-2BCE6F5FB691}"/>
          </ac:picMkLst>
        </pc:picChg>
        <pc:picChg chg="del">
          <ac:chgData name="이유림" userId="c4f7c10e-9591-4e08-8489-adf65147d8f2" providerId="ADAL" clId="{9A2DCEBD-4F95-4DAE-8502-ACCA2005A091}" dt="2024-08-06T08:34:04.318" v="20" actId="478"/>
          <ac:picMkLst>
            <pc:docMk/>
            <pc:sldMk cId="2782649627" sldId="272"/>
            <ac:picMk id="70" creationId="{2F5797DD-2CAE-E363-7589-B08090520003}"/>
          </ac:picMkLst>
        </pc:picChg>
        <pc:picChg chg="add mod">
          <ac:chgData name="이유림" userId="c4f7c10e-9591-4e08-8489-adf65147d8f2" providerId="ADAL" clId="{9A2DCEBD-4F95-4DAE-8502-ACCA2005A091}" dt="2024-08-06T08:37:37.230" v="96"/>
          <ac:picMkLst>
            <pc:docMk/>
            <pc:sldMk cId="2782649627" sldId="272"/>
            <ac:picMk id="71" creationId="{7ADC5677-BEBC-789E-3CAA-98198B377193}"/>
          </ac:picMkLst>
        </pc:picChg>
        <pc:picChg chg="add mod">
          <ac:chgData name="이유림" userId="c4f7c10e-9591-4e08-8489-adf65147d8f2" providerId="ADAL" clId="{9A2DCEBD-4F95-4DAE-8502-ACCA2005A091}" dt="2024-08-06T08:37:37.230" v="96"/>
          <ac:picMkLst>
            <pc:docMk/>
            <pc:sldMk cId="2782649627" sldId="272"/>
            <ac:picMk id="72" creationId="{1258DEF8-6908-2A09-A1FA-8065259F5754}"/>
          </ac:picMkLst>
        </pc:picChg>
        <pc:picChg chg="add mod">
          <ac:chgData name="이유림" userId="c4f7c10e-9591-4e08-8489-adf65147d8f2" providerId="ADAL" clId="{9A2DCEBD-4F95-4DAE-8502-ACCA2005A091}" dt="2024-08-06T08:37:37.230" v="96"/>
          <ac:picMkLst>
            <pc:docMk/>
            <pc:sldMk cId="2782649627" sldId="272"/>
            <ac:picMk id="73" creationId="{62F6533A-F402-58E4-77EC-ADEDAA096315}"/>
          </ac:picMkLst>
        </pc:picChg>
        <pc:picChg chg="add mod">
          <ac:chgData name="이유림" userId="c4f7c10e-9591-4e08-8489-adf65147d8f2" providerId="ADAL" clId="{9A2DCEBD-4F95-4DAE-8502-ACCA2005A091}" dt="2024-08-06T08:37:37.230" v="96"/>
          <ac:picMkLst>
            <pc:docMk/>
            <pc:sldMk cId="2782649627" sldId="272"/>
            <ac:picMk id="75" creationId="{D5DFE468-A6BA-1E9D-65B3-4CBE1106D248}"/>
          </ac:picMkLst>
        </pc:picChg>
        <pc:picChg chg="add mod">
          <ac:chgData name="이유림" userId="c4f7c10e-9591-4e08-8489-adf65147d8f2" providerId="ADAL" clId="{9A2DCEBD-4F95-4DAE-8502-ACCA2005A091}" dt="2024-08-06T08:37:53.252" v="98"/>
          <ac:picMkLst>
            <pc:docMk/>
            <pc:sldMk cId="2782649627" sldId="272"/>
            <ac:picMk id="77" creationId="{959C3328-4EE1-D544-4C58-29FD0FA8FE4D}"/>
          </ac:picMkLst>
        </pc:picChg>
        <pc:picChg chg="add mod">
          <ac:chgData name="이유림" userId="c4f7c10e-9591-4e08-8489-adf65147d8f2" providerId="ADAL" clId="{9A2DCEBD-4F95-4DAE-8502-ACCA2005A091}" dt="2024-08-06T08:37:53.252" v="98"/>
          <ac:picMkLst>
            <pc:docMk/>
            <pc:sldMk cId="2782649627" sldId="272"/>
            <ac:picMk id="78" creationId="{138CDF5C-C707-3A51-675E-E19B3018379D}"/>
          </ac:picMkLst>
        </pc:picChg>
        <pc:picChg chg="add mod">
          <ac:chgData name="이유림" userId="c4f7c10e-9591-4e08-8489-adf65147d8f2" providerId="ADAL" clId="{9A2DCEBD-4F95-4DAE-8502-ACCA2005A091}" dt="2024-08-06T08:37:53.252" v="98"/>
          <ac:picMkLst>
            <pc:docMk/>
            <pc:sldMk cId="2782649627" sldId="272"/>
            <ac:picMk id="79" creationId="{D41E6D96-0101-AD79-2715-77D4ABDD74DB}"/>
          </ac:picMkLst>
        </pc:picChg>
        <pc:cxnChg chg="add del mod">
          <ac:chgData name="이유림" userId="c4f7c10e-9591-4e08-8489-adf65147d8f2" providerId="ADAL" clId="{9A2DCEBD-4F95-4DAE-8502-ACCA2005A091}" dt="2024-08-06T08:37:36.903" v="95" actId="478"/>
          <ac:cxnSpMkLst>
            <pc:docMk/>
            <pc:sldMk cId="2782649627" sldId="272"/>
            <ac:cxnSpMk id="6" creationId="{8CC7CAE9-6919-58B5-D8D3-FAAF163246E1}"/>
          </ac:cxnSpMkLst>
        </pc:cxnChg>
        <pc:cxnChg chg="del mod">
          <ac:chgData name="이유림" userId="c4f7c10e-9591-4e08-8489-adf65147d8f2" providerId="ADAL" clId="{9A2DCEBD-4F95-4DAE-8502-ACCA2005A091}" dt="2024-08-06T08:37:36.903" v="95" actId="478"/>
          <ac:cxnSpMkLst>
            <pc:docMk/>
            <pc:sldMk cId="2782649627" sldId="272"/>
            <ac:cxnSpMk id="9" creationId="{6CB48E60-EEBB-19EA-4AD8-2B571172C8C2}"/>
          </ac:cxnSpMkLst>
        </pc:cxnChg>
        <pc:cxnChg chg="add mod">
          <ac:chgData name="이유림" userId="c4f7c10e-9591-4e08-8489-adf65147d8f2" providerId="ADAL" clId="{9A2DCEBD-4F95-4DAE-8502-ACCA2005A091}" dt="2024-08-06T08:37:37.230" v="96"/>
          <ac:cxnSpMkLst>
            <pc:docMk/>
            <pc:sldMk cId="2782649627" sldId="272"/>
            <ac:cxnSpMk id="32" creationId="{D0A4C085-0C0F-24D1-AA5F-AA0815F3CEF0}"/>
          </ac:cxnSpMkLst>
        </pc:cxnChg>
        <pc:cxnChg chg="del">
          <ac:chgData name="이유림" userId="c4f7c10e-9591-4e08-8489-adf65147d8f2" providerId="ADAL" clId="{9A2DCEBD-4F95-4DAE-8502-ACCA2005A091}" dt="2024-08-06T08:34:04.318" v="20" actId="478"/>
          <ac:cxnSpMkLst>
            <pc:docMk/>
            <pc:sldMk cId="2782649627" sldId="272"/>
            <ac:cxnSpMk id="39" creationId="{CE31E281-8816-B1FA-39E6-D341C5522F73}"/>
          </ac:cxnSpMkLst>
        </pc:cxnChg>
        <pc:cxnChg chg="add mod">
          <ac:chgData name="이유림" userId="c4f7c10e-9591-4e08-8489-adf65147d8f2" providerId="ADAL" clId="{9A2DCEBD-4F95-4DAE-8502-ACCA2005A091}" dt="2024-08-06T08:37:53.252" v="98"/>
          <ac:cxnSpMkLst>
            <pc:docMk/>
            <pc:sldMk cId="2782649627" sldId="272"/>
            <ac:cxnSpMk id="76" creationId="{84E20750-C9A9-DD10-5489-63B15233DE31}"/>
          </ac:cxnSpMkLst>
        </pc:cxnChg>
      </pc:sldChg>
      <pc:sldChg chg="modSp mod">
        <pc:chgData name="이유림" userId="c4f7c10e-9591-4e08-8489-adf65147d8f2" providerId="ADAL" clId="{9A2DCEBD-4F95-4DAE-8502-ACCA2005A091}" dt="2024-08-08T02:33:33.248" v="1577" actId="20577"/>
        <pc:sldMkLst>
          <pc:docMk/>
          <pc:sldMk cId="2466279025" sldId="276"/>
        </pc:sldMkLst>
        <pc:spChg chg="mod">
          <ac:chgData name="이유림" userId="c4f7c10e-9591-4e08-8489-adf65147d8f2" providerId="ADAL" clId="{9A2DCEBD-4F95-4DAE-8502-ACCA2005A091}" dt="2024-08-06T08:32:46.158" v="15" actId="20577"/>
          <ac:spMkLst>
            <pc:docMk/>
            <pc:sldMk cId="2466279025" sldId="276"/>
            <ac:spMk id="6" creationId="{15141728-A305-8742-8C53-C14A4823EEFE}"/>
          </ac:spMkLst>
        </pc:spChg>
        <pc:spChg chg="mod">
          <ac:chgData name="이유림" userId="c4f7c10e-9591-4e08-8489-adf65147d8f2" providerId="ADAL" clId="{9A2DCEBD-4F95-4DAE-8502-ACCA2005A091}" dt="2024-08-08T01:14:12.151" v="1544" actId="20577"/>
          <ac:spMkLst>
            <pc:docMk/>
            <pc:sldMk cId="2466279025" sldId="276"/>
            <ac:spMk id="50" creationId="{EB7D61D9-3C96-5D9A-41EF-E60C8B2AADC2}"/>
          </ac:spMkLst>
        </pc:spChg>
        <pc:spChg chg="mod">
          <ac:chgData name="이유림" userId="c4f7c10e-9591-4e08-8489-adf65147d8f2" providerId="ADAL" clId="{9A2DCEBD-4F95-4DAE-8502-ACCA2005A091}" dt="2024-08-06T08:45:19.174" v="342"/>
          <ac:spMkLst>
            <pc:docMk/>
            <pc:sldMk cId="2466279025" sldId="276"/>
            <ac:spMk id="52" creationId="{7D8793DD-5632-37CB-DEFC-F8377686BF83}"/>
          </ac:spMkLst>
        </pc:spChg>
        <pc:spChg chg="mod">
          <ac:chgData name="이유림" userId="c4f7c10e-9591-4e08-8489-adf65147d8f2" providerId="ADAL" clId="{9A2DCEBD-4F95-4DAE-8502-ACCA2005A091}" dt="2024-08-06T08:47:24.879" v="480" actId="6549"/>
          <ac:spMkLst>
            <pc:docMk/>
            <pc:sldMk cId="2466279025" sldId="276"/>
            <ac:spMk id="56" creationId="{E9D28607-B0D6-75A7-47F7-8DD5D3172490}"/>
          </ac:spMkLst>
        </pc:spChg>
        <pc:spChg chg="mod">
          <ac:chgData name="이유림" userId="c4f7c10e-9591-4e08-8489-adf65147d8f2" providerId="ADAL" clId="{9A2DCEBD-4F95-4DAE-8502-ACCA2005A091}" dt="2024-08-07T09:58:30.953" v="1290" actId="20577"/>
          <ac:spMkLst>
            <pc:docMk/>
            <pc:sldMk cId="2466279025" sldId="276"/>
            <ac:spMk id="62" creationId="{466C8CC7-48DF-07C9-EB44-354C9684A266}"/>
          </ac:spMkLst>
        </pc:spChg>
        <pc:spChg chg="mod">
          <ac:chgData name="이유림" userId="c4f7c10e-9591-4e08-8489-adf65147d8f2" providerId="ADAL" clId="{9A2DCEBD-4F95-4DAE-8502-ACCA2005A091}" dt="2024-08-08T02:33:33.248" v="1577" actId="20577"/>
          <ac:spMkLst>
            <pc:docMk/>
            <pc:sldMk cId="2466279025" sldId="276"/>
            <ac:spMk id="63" creationId="{3D2ABEC0-FE94-A18C-5739-A185A38F80B4}"/>
          </ac:spMkLst>
        </pc:spChg>
        <pc:spChg chg="mod">
          <ac:chgData name="이유림" userId="c4f7c10e-9591-4e08-8489-adf65147d8f2" providerId="ADAL" clId="{9A2DCEBD-4F95-4DAE-8502-ACCA2005A091}" dt="2024-08-06T08:49:22.544" v="613" actId="20577"/>
          <ac:spMkLst>
            <pc:docMk/>
            <pc:sldMk cId="2466279025" sldId="276"/>
            <ac:spMk id="128" creationId="{874908EE-4D1F-DCA1-DAAB-4DF73D622422}"/>
          </ac:spMkLst>
        </pc:spChg>
        <pc:spChg chg="mod">
          <ac:chgData name="이유림" userId="c4f7c10e-9591-4e08-8489-adf65147d8f2" providerId="ADAL" clId="{9A2DCEBD-4F95-4DAE-8502-ACCA2005A091}" dt="2024-08-07T09:57:51.305" v="1270" actId="20577"/>
          <ac:spMkLst>
            <pc:docMk/>
            <pc:sldMk cId="2466279025" sldId="276"/>
            <ac:spMk id="130" creationId="{EE4C7E90-DA52-1EF3-D8E6-BF09A54A2E18}"/>
          </ac:spMkLst>
        </pc:spChg>
        <pc:spChg chg="mod">
          <ac:chgData name="이유림" userId="c4f7c10e-9591-4e08-8489-adf65147d8f2" providerId="ADAL" clId="{9A2DCEBD-4F95-4DAE-8502-ACCA2005A091}" dt="2024-08-06T08:46:10.691" v="397"/>
          <ac:spMkLst>
            <pc:docMk/>
            <pc:sldMk cId="2466279025" sldId="276"/>
            <ac:spMk id="132" creationId="{F30228F8-1758-35D1-B384-D47731624E75}"/>
          </ac:spMkLst>
        </pc:spChg>
        <pc:spChg chg="mod">
          <ac:chgData name="이유림" userId="c4f7c10e-9591-4e08-8489-adf65147d8f2" providerId="ADAL" clId="{9A2DCEBD-4F95-4DAE-8502-ACCA2005A091}" dt="2024-08-07T09:58:54.394" v="1305" actId="6549"/>
          <ac:spMkLst>
            <pc:docMk/>
            <pc:sldMk cId="2466279025" sldId="276"/>
            <ac:spMk id="173" creationId="{0A1E09A7-076E-1743-BC0F-172F6CCD32CB}"/>
          </ac:spMkLst>
        </pc:spChg>
        <pc:spChg chg="mod">
          <ac:chgData name="이유림" userId="c4f7c10e-9591-4e08-8489-adf65147d8f2" providerId="ADAL" clId="{9A2DCEBD-4F95-4DAE-8502-ACCA2005A091}" dt="2024-08-07T09:59:11.025" v="1332" actId="6549"/>
          <ac:spMkLst>
            <pc:docMk/>
            <pc:sldMk cId="2466279025" sldId="276"/>
            <ac:spMk id="174" creationId="{594865E3-3C50-FB48-8316-2CD3220D232E}"/>
          </ac:spMkLst>
        </pc:spChg>
        <pc:spChg chg="mod">
          <ac:chgData name="이유림" userId="c4f7c10e-9591-4e08-8489-adf65147d8f2" providerId="ADAL" clId="{9A2DCEBD-4F95-4DAE-8502-ACCA2005A091}" dt="2024-08-07T09:58:33.768" v="1291" actId="20577"/>
          <ac:spMkLst>
            <pc:docMk/>
            <pc:sldMk cId="2466279025" sldId="276"/>
            <ac:spMk id="175" creationId="{F0B5C5AF-2CC6-DFB4-28E5-8AEED4ED5327}"/>
          </ac:spMkLst>
        </pc:spChg>
        <pc:spChg chg="mod">
          <ac:chgData name="이유림" userId="c4f7c10e-9591-4e08-8489-adf65147d8f2" providerId="ADAL" clId="{9A2DCEBD-4F95-4DAE-8502-ACCA2005A091}" dt="2024-08-07T09:58:38.961" v="1292" actId="20577"/>
          <ac:spMkLst>
            <pc:docMk/>
            <pc:sldMk cId="2466279025" sldId="276"/>
            <ac:spMk id="176" creationId="{BD1BC246-BA7D-3AD7-9AA1-F5C69D1B2C48}"/>
          </ac:spMkLst>
        </pc:spChg>
        <pc:spChg chg="mod">
          <ac:chgData name="이유림" userId="c4f7c10e-9591-4e08-8489-adf65147d8f2" providerId="ADAL" clId="{9A2DCEBD-4F95-4DAE-8502-ACCA2005A091}" dt="2024-08-07T09:58:19.441" v="1286" actId="20577"/>
          <ac:spMkLst>
            <pc:docMk/>
            <pc:sldMk cId="2466279025" sldId="276"/>
            <ac:spMk id="178" creationId="{44247B0E-BD32-3F4F-6353-7CD3B7209D74}"/>
          </ac:spMkLst>
        </pc:spChg>
      </pc:sldChg>
    </pc:docChg>
  </pc:docChgLst>
  <pc:docChgLst>
    <pc:chgData name="유승철" userId="9584054c-e08f-4935-bde6-b53c2dd0dfbc" providerId="ADAL" clId="{C793542D-540C-455A-A96F-5CB9F05A4CBA}"/>
    <pc:docChg chg="custSel modSld">
      <pc:chgData name="유승철" userId="9584054c-e08f-4935-bde6-b53c2dd0dfbc" providerId="ADAL" clId="{C793542D-540C-455A-A96F-5CB9F05A4CBA}" dt="2022-12-08T06:46:54.603" v="559" actId="20577"/>
      <pc:docMkLst>
        <pc:docMk/>
      </pc:docMkLst>
      <pc:sldChg chg="addSp delSp modSp mod">
        <pc:chgData name="유승철" userId="9584054c-e08f-4935-bde6-b53c2dd0dfbc" providerId="ADAL" clId="{C793542D-540C-455A-A96F-5CB9F05A4CBA}" dt="2022-12-08T06:46:54.603" v="559" actId="20577"/>
        <pc:sldMkLst>
          <pc:docMk/>
          <pc:sldMk cId="2466279025" sldId="276"/>
        </pc:sldMkLst>
        <pc:spChg chg="mod">
          <ac:chgData name="유승철" userId="9584054c-e08f-4935-bde6-b53c2dd0dfbc" providerId="ADAL" clId="{C793542D-540C-455A-A96F-5CB9F05A4CBA}" dt="2022-12-08T06:30:04.875" v="353" actId="165"/>
          <ac:spMkLst>
            <pc:docMk/>
            <pc:sldMk cId="2466279025" sldId="276"/>
            <ac:spMk id="120" creationId="{C8A8EE19-DFD2-3346-7CDD-1A211A6A60B5}"/>
          </ac:spMkLst>
        </pc:spChg>
        <pc:spChg chg="mod">
          <ac:chgData name="유승철" userId="9584054c-e08f-4935-bde6-b53c2dd0dfbc" providerId="ADAL" clId="{C793542D-540C-455A-A96F-5CB9F05A4CBA}" dt="2022-12-08T06:30:04.875" v="353" actId="165"/>
          <ac:spMkLst>
            <pc:docMk/>
            <pc:sldMk cId="2466279025" sldId="276"/>
            <ac:spMk id="121" creationId="{E8AAF436-41E0-1722-D754-8C8CE6B717A7}"/>
          </ac:spMkLst>
        </pc:spChg>
        <pc:spChg chg="mod">
          <ac:chgData name="유승철" userId="9584054c-e08f-4935-bde6-b53c2dd0dfbc" providerId="ADAL" clId="{C793542D-540C-455A-A96F-5CB9F05A4CBA}" dt="2022-12-08T06:46:54.603" v="559" actId="20577"/>
          <ac:spMkLst>
            <pc:docMk/>
            <pc:sldMk cId="2466279025" sldId="276"/>
            <ac:spMk id="122" creationId="{39FCE55A-95C4-8B19-C9CF-C69E097FDCDE}"/>
          </ac:spMkLst>
        </pc:spChg>
        <pc:spChg chg="mod">
          <ac:chgData name="유승철" userId="9584054c-e08f-4935-bde6-b53c2dd0dfbc" providerId="ADAL" clId="{C793542D-540C-455A-A96F-5CB9F05A4CBA}" dt="2022-12-08T06:46:30.035" v="551" actId="20577"/>
          <ac:spMkLst>
            <pc:docMk/>
            <pc:sldMk cId="2466279025" sldId="276"/>
            <ac:spMk id="123" creationId="{6B612028-15B8-793C-4BDE-D794BBB28331}"/>
          </ac:spMkLst>
        </pc:spChg>
        <pc:spChg chg="mod">
          <ac:chgData name="유승철" userId="9584054c-e08f-4935-bde6-b53c2dd0dfbc" providerId="ADAL" clId="{C793542D-540C-455A-A96F-5CB9F05A4CBA}" dt="2022-12-08T06:30:04.875" v="353" actId="165"/>
          <ac:spMkLst>
            <pc:docMk/>
            <pc:sldMk cId="2466279025" sldId="276"/>
            <ac:spMk id="124" creationId="{247334D1-318A-36C3-31B0-35072BB8B8FC}"/>
          </ac:spMkLst>
        </pc:spChg>
        <pc:spChg chg="mod">
          <ac:chgData name="유승철" userId="9584054c-e08f-4935-bde6-b53c2dd0dfbc" providerId="ADAL" clId="{C793542D-540C-455A-A96F-5CB9F05A4CBA}" dt="2022-12-08T06:45:57.420" v="533" actId="20577"/>
          <ac:spMkLst>
            <pc:docMk/>
            <pc:sldMk cId="2466279025" sldId="276"/>
            <ac:spMk id="125" creationId="{660657B5-9A52-4E96-6F5F-31FA2250C947}"/>
          </ac:spMkLst>
        </pc:spChg>
        <pc:spChg chg="mod">
          <ac:chgData name="유승철" userId="9584054c-e08f-4935-bde6-b53c2dd0dfbc" providerId="ADAL" clId="{C793542D-540C-455A-A96F-5CB9F05A4CBA}" dt="2022-12-08T06:30:04.875" v="353" actId="165"/>
          <ac:spMkLst>
            <pc:docMk/>
            <pc:sldMk cId="2466279025" sldId="276"/>
            <ac:spMk id="127" creationId="{E61DF555-0E6D-8ECB-0C8A-9D60C3F72825}"/>
          </ac:spMkLst>
        </pc:spChg>
        <pc:spChg chg="mod">
          <ac:chgData name="유승철" userId="9584054c-e08f-4935-bde6-b53c2dd0dfbc" providerId="ADAL" clId="{C793542D-540C-455A-A96F-5CB9F05A4CBA}" dt="2022-12-08T06:30:04.875" v="353" actId="165"/>
          <ac:spMkLst>
            <pc:docMk/>
            <pc:sldMk cId="2466279025" sldId="276"/>
            <ac:spMk id="128" creationId="{7638F2F2-0231-B3D5-9CFD-74938C2BD960}"/>
          </ac:spMkLst>
        </pc:spChg>
        <pc:spChg chg="mod">
          <ac:chgData name="유승철" userId="9584054c-e08f-4935-bde6-b53c2dd0dfbc" providerId="ADAL" clId="{C793542D-540C-455A-A96F-5CB9F05A4CBA}" dt="2022-12-08T06:30:04.875" v="353" actId="165"/>
          <ac:spMkLst>
            <pc:docMk/>
            <pc:sldMk cId="2466279025" sldId="276"/>
            <ac:spMk id="130" creationId="{DBE3A232-77E1-9C69-5805-1FB1AC9A403C}"/>
          </ac:spMkLst>
        </pc:spChg>
        <pc:spChg chg="mod">
          <ac:chgData name="유승철" userId="9584054c-e08f-4935-bde6-b53c2dd0dfbc" providerId="ADAL" clId="{C793542D-540C-455A-A96F-5CB9F05A4CBA}" dt="2022-12-06T02:50:19.400" v="42" actId="20577"/>
          <ac:spMkLst>
            <pc:docMk/>
            <pc:sldMk cId="2466279025" sldId="276"/>
            <ac:spMk id="139" creationId="{5EE6D517-3E97-2B2D-5CA3-D5EE33FBBDA7}"/>
          </ac:spMkLst>
        </pc:spChg>
        <pc:spChg chg="mod">
          <ac:chgData name="유승철" userId="9584054c-e08f-4935-bde6-b53c2dd0dfbc" providerId="ADAL" clId="{C793542D-540C-455A-A96F-5CB9F05A4CBA}" dt="2022-12-06T02:50:07.811" v="35" actId="33524"/>
          <ac:spMkLst>
            <pc:docMk/>
            <pc:sldMk cId="2466279025" sldId="276"/>
            <ac:spMk id="141" creationId="{A5DE7E25-9941-B777-B6E9-8BD7D4ECE3A1}"/>
          </ac:spMkLst>
        </pc:spChg>
        <pc:grpChg chg="add mod">
          <ac:chgData name="유승철" userId="9584054c-e08f-4935-bde6-b53c2dd0dfbc" providerId="ADAL" clId="{C793542D-540C-455A-A96F-5CB9F05A4CBA}" dt="2022-12-08T06:30:43.697" v="399" actId="465"/>
          <ac:grpSpMkLst>
            <pc:docMk/>
            <pc:sldMk cId="2466279025" sldId="276"/>
            <ac:grpSpMk id="2" creationId="{21F10217-9896-0016-2989-D30D0BA16181}"/>
          </ac:grpSpMkLst>
        </pc:grpChg>
        <pc:grpChg chg="del">
          <ac:chgData name="유승철" userId="9584054c-e08f-4935-bde6-b53c2dd0dfbc" providerId="ADAL" clId="{C793542D-540C-455A-A96F-5CB9F05A4CBA}" dt="2022-12-08T06:30:04.875" v="353" actId="165"/>
          <ac:grpSpMkLst>
            <pc:docMk/>
            <pc:sldMk cId="2466279025" sldId="276"/>
            <ac:grpSpMk id="115" creationId="{C8033C70-FC41-E101-42D5-270DA836C088}"/>
          </ac:grpSpMkLst>
        </pc:grpChg>
        <pc:grpChg chg="mod topLvl">
          <ac:chgData name="유승철" userId="9584054c-e08f-4935-bde6-b53c2dd0dfbc" providerId="ADAL" clId="{C793542D-540C-455A-A96F-5CB9F05A4CBA}" dt="2022-12-08T06:30:38.996" v="398" actId="164"/>
          <ac:grpSpMkLst>
            <pc:docMk/>
            <pc:sldMk cId="2466279025" sldId="276"/>
            <ac:grpSpMk id="116" creationId="{318D7310-FC5C-CD67-02B1-326F88221C78}"/>
          </ac:grpSpMkLst>
        </pc:grpChg>
        <pc:grpChg chg="mod topLvl">
          <ac:chgData name="유승철" userId="9584054c-e08f-4935-bde6-b53c2dd0dfbc" providerId="ADAL" clId="{C793542D-540C-455A-A96F-5CB9F05A4CBA}" dt="2022-12-08T06:30:38.996" v="398" actId="164"/>
          <ac:grpSpMkLst>
            <pc:docMk/>
            <pc:sldMk cId="2466279025" sldId="276"/>
            <ac:grpSpMk id="117" creationId="{AE981187-09D7-3740-4016-8DA22349A484}"/>
          </ac:grpSpMkLst>
        </pc:grpChg>
        <pc:grpChg chg="mod topLvl">
          <ac:chgData name="유승철" userId="9584054c-e08f-4935-bde6-b53c2dd0dfbc" providerId="ADAL" clId="{C793542D-540C-455A-A96F-5CB9F05A4CBA}" dt="2022-12-08T06:30:38.996" v="398" actId="164"/>
          <ac:grpSpMkLst>
            <pc:docMk/>
            <pc:sldMk cId="2466279025" sldId="276"/>
            <ac:grpSpMk id="118" creationId="{65D1E4AC-68E0-E5AE-7129-7928A7A46863}"/>
          </ac:grpSpMkLst>
        </pc:grpChg>
        <pc:grpChg chg="mod topLvl">
          <ac:chgData name="유승철" userId="9584054c-e08f-4935-bde6-b53c2dd0dfbc" providerId="ADAL" clId="{C793542D-540C-455A-A96F-5CB9F05A4CBA}" dt="2022-12-08T06:30:38.996" v="398" actId="164"/>
          <ac:grpSpMkLst>
            <pc:docMk/>
            <pc:sldMk cId="2466279025" sldId="276"/>
            <ac:grpSpMk id="119" creationId="{11BE200F-E93F-DD6D-CAC5-8F8440EB641F}"/>
          </ac:grpSpMkLst>
        </pc:grpChg>
        <pc:grpChg chg="mod">
          <ac:chgData name="유승철" userId="9584054c-e08f-4935-bde6-b53c2dd0dfbc" providerId="ADAL" clId="{C793542D-540C-455A-A96F-5CB9F05A4CBA}" dt="2022-12-08T06:30:04.875" v="353" actId="165"/>
          <ac:grpSpMkLst>
            <pc:docMk/>
            <pc:sldMk cId="2466279025" sldId="276"/>
            <ac:grpSpMk id="126" creationId="{F5A08CEE-CECA-F747-96D4-C6A2DCC0825E}"/>
          </ac:grpSpMkLst>
        </pc:grpChg>
        <pc:picChg chg="mod">
          <ac:chgData name="유승철" userId="9584054c-e08f-4935-bde6-b53c2dd0dfbc" providerId="ADAL" clId="{C793542D-540C-455A-A96F-5CB9F05A4CBA}" dt="2022-12-08T06:30:04.875" v="353" actId="165"/>
          <ac:picMkLst>
            <pc:docMk/>
            <pc:sldMk cId="2466279025" sldId="276"/>
            <ac:picMk id="131" creationId="{80F40463-8079-9E8E-F941-2AB2FA02B535}"/>
          </ac:picMkLst>
        </pc:picChg>
      </pc:sldChg>
    </pc:docChg>
  </pc:docChgLst>
  <pc:docChgLst>
    <pc:chgData name="유승철" userId="9584054c-e08f-4935-bde6-b53c2dd0dfbc" providerId="ADAL" clId="{DABD3246-83AC-4458-A485-CF96D13BD820}"/>
    <pc:docChg chg="undo custSel modSld">
      <pc:chgData name="유승철" userId="9584054c-e08f-4935-bde6-b53c2dd0dfbc" providerId="ADAL" clId="{DABD3246-83AC-4458-A485-CF96D13BD820}" dt="2024-04-12T02:30:51.115" v="1127" actId="20577"/>
      <pc:docMkLst>
        <pc:docMk/>
      </pc:docMkLst>
      <pc:sldChg chg="modSp mod">
        <pc:chgData name="유승철" userId="9584054c-e08f-4935-bde6-b53c2dd0dfbc" providerId="ADAL" clId="{DABD3246-83AC-4458-A485-CF96D13BD820}" dt="2024-04-12T02:30:51.115" v="1127" actId="20577"/>
        <pc:sldMkLst>
          <pc:docMk/>
          <pc:sldMk cId="2466279025" sldId="276"/>
        </pc:sldMkLst>
        <pc:spChg chg="mod">
          <ac:chgData name="유승철" userId="9584054c-e08f-4935-bde6-b53c2dd0dfbc" providerId="ADAL" clId="{DABD3246-83AC-4458-A485-CF96D13BD820}" dt="2024-04-12T01:53:35.920" v="313" actId="20577"/>
          <ac:spMkLst>
            <pc:docMk/>
            <pc:sldMk cId="2466279025" sldId="276"/>
            <ac:spMk id="50" creationId="{EB7D61D9-3C96-5D9A-41EF-E60C8B2AADC2}"/>
          </ac:spMkLst>
        </pc:spChg>
        <pc:spChg chg="mod">
          <ac:chgData name="유승철" userId="9584054c-e08f-4935-bde6-b53c2dd0dfbc" providerId="ADAL" clId="{DABD3246-83AC-4458-A485-CF96D13BD820}" dt="2024-04-12T01:59:24.656" v="555" actId="20577"/>
          <ac:spMkLst>
            <pc:docMk/>
            <pc:sldMk cId="2466279025" sldId="276"/>
            <ac:spMk id="52" creationId="{7D8793DD-5632-37CB-DEFC-F8377686BF83}"/>
          </ac:spMkLst>
        </pc:spChg>
        <pc:spChg chg="mod">
          <ac:chgData name="유승철" userId="9584054c-e08f-4935-bde6-b53c2dd0dfbc" providerId="ADAL" clId="{DABD3246-83AC-4458-A485-CF96D13BD820}" dt="2024-04-12T02:30:51.115" v="1127" actId="20577"/>
          <ac:spMkLst>
            <pc:docMk/>
            <pc:sldMk cId="2466279025" sldId="276"/>
            <ac:spMk id="56" creationId="{E9D28607-B0D6-75A7-47F7-8DD5D3172490}"/>
          </ac:spMkLst>
        </pc:spChg>
        <pc:spChg chg="mod">
          <ac:chgData name="유승철" userId="9584054c-e08f-4935-bde6-b53c2dd0dfbc" providerId="ADAL" clId="{DABD3246-83AC-4458-A485-CF96D13BD820}" dt="2024-04-12T02:22:11.098" v="937" actId="20577"/>
          <ac:spMkLst>
            <pc:docMk/>
            <pc:sldMk cId="2466279025" sldId="276"/>
            <ac:spMk id="62" creationId="{466C8CC7-48DF-07C9-EB44-354C9684A266}"/>
          </ac:spMkLst>
        </pc:spChg>
        <pc:spChg chg="mod">
          <ac:chgData name="유승철" userId="9584054c-e08f-4935-bde6-b53c2dd0dfbc" providerId="ADAL" clId="{DABD3246-83AC-4458-A485-CF96D13BD820}" dt="2024-04-12T02:22:32.953" v="978" actId="20577"/>
          <ac:spMkLst>
            <pc:docMk/>
            <pc:sldMk cId="2466279025" sldId="276"/>
            <ac:spMk id="63" creationId="{3D2ABEC0-FE94-A18C-5739-A185A38F80B4}"/>
          </ac:spMkLst>
        </pc:spChg>
        <pc:spChg chg="mod">
          <ac:chgData name="유승철" userId="9584054c-e08f-4935-bde6-b53c2dd0dfbc" providerId="ADAL" clId="{DABD3246-83AC-4458-A485-CF96D13BD820}" dt="2024-04-12T02:17:58.841" v="885" actId="20577"/>
          <ac:spMkLst>
            <pc:docMk/>
            <pc:sldMk cId="2466279025" sldId="276"/>
            <ac:spMk id="128" creationId="{874908EE-4D1F-DCA1-DAAB-4DF73D622422}"/>
          </ac:spMkLst>
        </pc:spChg>
        <pc:spChg chg="mod">
          <ac:chgData name="유승철" userId="9584054c-e08f-4935-bde6-b53c2dd0dfbc" providerId="ADAL" clId="{DABD3246-83AC-4458-A485-CF96D13BD820}" dt="2024-04-12T02:21:27.065" v="933" actId="20577"/>
          <ac:spMkLst>
            <pc:docMk/>
            <pc:sldMk cId="2466279025" sldId="276"/>
            <ac:spMk id="130" creationId="{EE4C7E90-DA52-1EF3-D8E6-BF09A54A2E18}"/>
          </ac:spMkLst>
        </pc:spChg>
        <pc:spChg chg="mod">
          <ac:chgData name="유승철" userId="9584054c-e08f-4935-bde6-b53c2dd0dfbc" providerId="ADAL" clId="{DABD3246-83AC-4458-A485-CF96D13BD820}" dt="2024-04-12T02:30:36.028" v="1114" actId="20577"/>
          <ac:spMkLst>
            <pc:docMk/>
            <pc:sldMk cId="2466279025" sldId="276"/>
            <ac:spMk id="174" creationId="{594865E3-3C50-FB48-8316-2CD3220D232E}"/>
          </ac:spMkLst>
        </pc:spChg>
        <pc:spChg chg="mod">
          <ac:chgData name="유승철" userId="9584054c-e08f-4935-bde6-b53c2dd0dfbc" providerId="ADAL" clId="{DABD3246-83AC-4458-A485-CF96D13BD820}" dt="2024-04-12T02:23:17.354" v="996" actId="20577"/>
          <ac:spMkLst>
            <pc:docMk/>
            <pc:sldMk cId="2466279025" sldId="276"/>
            <ac:spMk id="175" creationId="{F0B5C5AF-2CC6-DFB4-28E5-8AEED4ED5327}"/>
          </ac:spMkLst>
        </pc:spChg>
        <pc:spChg chg="mod">
          <ac:chgData name="유승철" userId="9584054c-e08f-4935-bde6-b53c2dd0dfbc" providerId="ADAL" clId="{DABD3246-83AC-4458-A485-CF96D13BD820}" dt="2024-04-12T02:26:20.522" v="1043" actId="20577"/>
          <ac:spMkLst>
            <pc:docMk/>
            <pc:sldMk cId="2466279025" sldId="276"/>
            <ac:spMk id="176" creationId="{BD1BC246-BA7D-3AD7-9AA1-F5C69D1B2C48}"/>
          </ac:spMkLst>
        </pc:spChg>
        <pc:grpChg chg="mod">
          <ac:chgData name="유승철" userId="9584054c-e08f-4935-bde6-b53c2dd0dfbc" providerId="ADAL" clId="{DABD3246-83AC-4458-A485-CF96D13BD820}" dt="2024-04-12T01:37:57.951" v="1" actId="1076"/>
          <ac:grpSpMkLst>
            <pc:docMk/>
            <pc:sldMk cId="2466279025" sldId="276"/>
            <ac:grpSpMk id="48" creationId="{E4869D35-84EC-5B41-1D80-A290D3E89A61}"/>
          </ac:grpSpMkLst>
        </pc:grpChg>
      </pc:sldChg>
    </pc:docChg>
  </pc:docChgLst>
  <pc:docChgLst>
    <pc:chgData name="예은 김" userId="6526923f-0c52-4639-9dbd-0f483d8fd367" providerId="ADAL" clId="{064D6673-FBFC-4F6C-BAC6-84FD40424350}"/>
    <pc:docChg chg="undo custSel modSld">
      <pc:chgData name="예은 김" userId="6526923f-0c52-4639-9dbd-0f483d8fd367" providerId="ADAL" clId="{064D6673-FBFC-4F6C-BAC6-84FD40424350}" dt="2023-11-08T07:12:56.314" v="253" actId="20577"/>
      <pc:docMkLst>
        <pc:docMk/>
      </pc:docMkLst>
      <pc:sldChg chg="modSp mod">
        <pc:chgData name="예은 김" userId="6526923f-0c52-4639-9dbd-0f483d8fd367" providerId="ADAL" clId="{064D6673-FBFC-4F6C-BAC6-84FD40424350}" dt="2023-11-08T07:12:56.314" v="253" actId="20577"/>
        <pc:sldMkLst>
          <pc:docMk/>
          <pc:sldMk cId="2782649627" sldId="272"/>
        </pc:sldMkLst>
        <pc:spChg chg="mod">
          <ac:chgData name="예은 김" userId="6526923f-0c52-4639-9dbd-0f483d8fd367" providerId="ADAL" clId="{064D6673-FBFC-4F6C-BAC6-84FD40424350}" dt="2023-11-08T07:12:19.814" v="243" actId="20577"/>
          <ac:spMkLst>
            <pc:docMk/>
            <pc:sldMk cId="2782649627" sldId="272"/>
            <ac:spMk id="6" creationId="{85FAD07E-B495-1A0B-F055-B715C82CBA39}"/>
          </ac:spMkLst>
        </pc:spChg>
        <pc:spChg chg="mod">
          <ac:chgData name="예은 김" userId="6526923f-0c52-4639-9dbd-0f483d8fd367" providerId="ADAL" clId="{064D6673-FBFC-4F6C-BAC6-84FD40424350}" dt="2023-11-08T07:12:56.314" v="253" actId="20577"/>
          <ac:spMkLst>
            <pc:docMk/>
            <pc:sldMk cId="2782649627" sldId="272"/>
            <ac:spMk id="25" creationId="{14B21E72-1B6E-6E50-EEB4-065835DAA051}"/>
          </ac:spMkLst>
        </pc:spChg>
      </pc:sldChg>
      <pc:sldChg chg="modSp mod">
        <pc:chgData name="예은 김" userId="6526923f-0c52-4639-9dbd-0f483d8fd367" providerId="ADAL" clId="{064D6673-FBFC-4F6C-BAC6-84FD40424350}" dt="2023-11-08T07:07:02.910" v="126" actId="20577"/>
        <pc:sldMkLst>
          <pc:docMk/>
          <pc:sldMk cId="2466279025" sldId="276"/>
        </pc:sldMkLst>
        <pc:spChg chg="mod">
          <ac:chgData name="예은 김" userId="6526923f-0c52-4639-9dbd-0f483d8fd367" providerId="ADAL" clId="{064D6673-FBFC-4F6C-BAC6-84FD40424350}" dt="2023-11-08T07:01:04.062" v="23" actId="20577"/>
          <ac:spMkLst>
            <pc:docMk/>
            <pc:sldMk cId="2466279025" sldId="276"/>
            <ac:spMk id="50" creationId="{EB7D61D9-3C96-5D9A-41EF-E60C8B2AADC2}"/>
          </ac:spMkLst>
        </pc:spChg>
        <pc:spChg chg="mod">
          <ac:chgData name="예은 김" userId="6526923f-0c52-4639-9dbd-0f483d8fd367" providerId="ADAL" clId="{064D6673-FBFC-4F6C-BAC6-84FD40424350}" dt="2023-11-08T07:02:35.520" v="113" actId="20577"/>
          <ac:spMkLst>
            <pc:docMk/>
            <pc:sldMk cId="2466279025" sldId="276"/>
            <ac:spMk id="52" creationId="{7D8793DD-5632-37CB-DEFC-F8377686BF83}"/>
          </ac:spMkLst>
        </pc:spChg>
        <pc:spChg chg="mod">
          <ac:chgData name="예은 김" userId="6526923f-0c52-4639-9dbd-0f483d8fd367" providerId="ADAL" clId="{064D6673-FBFC-4F6C-BAC6-84FD40424350}" dt="2023-11-08T07:02:59.219" v="125" actId="20577"/>
          <ac:spMkLst>
            <pc:docMk/>
            <pc:sldMk cId="2466279025" sldId="276"/>
            <ac:spMk id="56" creationId="{E9D28607-B0D6-75A7-47F7-8DD5D3172490}"/>
          </ac:spMkLst>
        </pc:spChg>
        <pc:spChg chg="mod">
          <ac:chgData name="예은 김" userId="6526923f-0c52-4639-9dbd-0f483d8fd367" providerId="ADAL" clId="{064D6673-FBFC-4F6C-BAC6-84FD40424350}" dt="2023-11-08T07:07:02.910" v="126" actId="20577"/>
          <ac:spMkLst>
            <pc:docMk/>
            <pc:sldMk cId="2466279025" sldId="276"/>
            <ac:spMk id="61" creationId="{00EFB5C8-2104-7503-E991-9C789E7FE983}"/>
          </ac:spMkLst>
        </pc:spChg>
      </pc:sldChg>
    </pc:docChg>
  </pc:docChgLst>
  <pc:docChgLst>
    <pc:chgData name="이유림" userId="c4f7c10e-9591-4e08-8489-adf65147d8f2" providerId="ADAL" clId="{16376F6B-AD0C-4DF5-A41F-722EDFF57ACA}"/>
    <pc:docChg chg="undo custSel modSld">
      <pc:chgData name="이유림" userId="c4f7c10e-9591-4e08-8489-adf65147d8f2" providerId="ADAL" clId="{16376F6B-AD0C-4DF5-A41F-722EDFF57ACA}" dt="2025-09-12T02:45:34.645" v="3403" actId="6549"/>
      <pc:docMkLst>
        <pc:docMk/>
      </pc:docMkLst>
      <pc:sldChg chg="addSp delSp modSp mod">
        <pc:chgData name="이유림" userId="c4f7c10e-9591-4e08-8489-adf65147d8f2" providerId="ADAL" clId="{16376F6B-AD0C-4DF5-A41F-722EDFF57ACA}" dt="2025-09-12T02:45:34.645" v="3403" actId="6549"/>
        <pc:sldMkLst>
          <pc:docMk/>
          <pc:sldMk cId="2141349456" sldId="280"/>
        </pc:sldMkLst>
        <pc:spChg chg="mod">
          <ac:chgData name="이유림" userId="c4f7c10e-9591-4e08-8489-adf65147d8f2" providerId="ADAL" clId="{16376F6B-AD0C-4DF5-A41F-722EDFF57ACA}" dt="2025-09-10T02:13:45.537" v="15" actId="20577"/>
          <ac:spMkLst>
            <pc:docMk/>
            <pc:sldMk cId="2141349456" sldId="280"/>
            <ac:spMk id="5" creationId="{82305561-9C83-4AF0-BE74-852E6825B240}"/>
          </ac:spMkLst>
        </pc:spChg>
        <pc:spChg chg="mod">
          <ac:chgData name="이유림" userId="c4f7c10e-9591-4e08-8489-adf65147d8f2" providerId="ADAL" clId="{16376F6B-AD0C-4DF5-A41F-722EDFF57ACA}" dt="2025-09-12T02:45:34.645" v="3403" actId="6549"/>
          <ac:spMkLst>
            <pc:docMk/>
            <pc:sldMk cId="2141349456" sldId="280"/>
            <ac:spMk id="6" creationId="{39022780-88C1-85B1-7A31-AA9DBCE62E9E}"/>
          </ac:spMkLst>
        </pc:spChg>
        <pc:spChg chg="mod">
          <ac:chgData name="이유림" userId="c4f7c10e-9591-4e08-8489-adf65147d8f2" providerId="ADAL" clId="{16376F6B-AD0C-4DF5-A41F-722EDFF57ACA}" dt="2025-09-10T02:13:58.901" v="17"/>
          <ac:spMkLst>
            <pc:docMk/>
            <pc:sldMk cId="2141349456" sldId="280"/>
            <ac:spMk id="9" creationId="{856CCBD1-0063-759B-3A6B-FAA655776F9D}"/>
          </ac:spMkLst>
        </pc:spChg>
        <pc:spChg chg="mod">
          <ac:chgData name="이유림" userId="c4f7c10e-9591-4e08-8489-adf65147d8f2" providerId="ADAL" clId="{16376F6B-AD0C-4DF5-A41F-722EDFF57ACA}" dt="2025-09-10T05:18:22.931" v="1630" actId="20577"/>
          <ac:spMkLst>
            <pc:docMk/>
            <pc:sldMk cId="2141349456" sldId="280"/>
            <ac:spMk id="61" creationId="{0B731606-7070-50D7-2C59-5718DBA857CB}"/>
          </ac:spMkLst>
        </pc:spChg>
        <pc:spChg chg="mod">
          <ac:chgData name="이유림" userId="c4f7c10e-9591-4e08-8489-adf65147d8f2" providerId="ADAL" clId="{16376F6B-AD0C-4DF5-A41F-722EDFF57ACA}" dt="2025-09-10T02:13:58.901" v="17"/>
          <ac:spMkLst>
            <pc:docMk/>
            <pc:sldMk cId="2141349456" sldId="280"/>
            <ac:spMk id="67" creationId="{36E42A3E-605B-DAA4-909A-66850C641BDB}"/>
          </ac:spMkLst>
        </pc:spChg>
        <pc:spChg chg="mod">
          <ac:chgData name="이유림" userId="c4f7c10e-9591-4e08-8489-adf65147d8f2" providerId="ADAL" clId="{16376F6B-AD0C-4DF5-A41F-722EDFF57ACA}" dt="2025-09-10T02:14:20.817" v="23" actId="6549"/>
          <ac:spMkLst>
            <pc:docMk/>
            <pc:sldMk cId="2141349456" sldId="280"/>
            <ac:spMk id="71" creationId="{5863319B-2DD0-D6C4-A975-D14639DEC84D}"/>
          </ac:spMkLst>
        </pc:spChg>
        <pc:grpChg chg="add mod">
          <ac:chgData name="이유림" userId="c4f7c10e-9591-4e08-8489-adf65147d8f2" providerId="ADAL" clId="{16376F6B-AD0C-4DF5-A41F-722EDFF57ACA}" dt="2025-09-10T02:13:58.901" v="17"/>
          <ac:grpSpMkLst>
            <pc:docMk/>
            <pc:sldMk cId="2141349456" sldId="280"/>
            <ac:grpSpMk id="4" creationId="{47FCE98E-B901-8558-1E9C-2F9DD4D08683}"/>
          </ac:grpSpMkLst>
        </pc:grpChg>
        <pc:grpChg chg="del">
          <ac:chgData name="이유림" userId="c4f7c10e-9591-4e08-8489-adf65147d8f2" providerId="ADAL" clId="{16376F6B-AD0C-4DF5-A41F-722EDFF57ACA}" dt="2025-09-10T02:13:58.453" v="16" actId="478"/>
          <ac:grpSpMkLst>
            <pc:docMk/>
            <pc:sldMk cId="2141349456" sldId="280"/>
            <ac:grpSpMk id="10" creationId="{35C1BAB0-8A4F-56D9-CC6E-C22A0578F0F4}"/>
          </ac:grpSpMkLst>
        </pc:grpChg>
        <pc:grpChg chg="mod">
          <ac:chgData name="이유림" userId="c4f7c10e-9591-4e08-8489-adf65147d8f2" providerId="ADAL" clId="{16376F6B-AD0C-4DF5-A41F-722EDFF57ACA}" dt="2025-09-10T02:13:58.901" v="17"/>
          <ac:grpSpMkLst>
            <pc:docMk/>
            <pc:sldMk cId="2141349456" sldId="280"/>
            <ac:grpSpMk id="12" creationId="{C9E0DD56-A60B-9773-A01F-DF1BB48054B6}"/>
          </ac:grpSpMkLst>
        </pc:grpChg>
        <pc:grpChg chg="del">
          <ac:chgData name="이유림" userId="c4f7c10e-9591-4e08-8489-adf65147d8f2" providerId="ADAL" clId="{16376F6B-AD0C-4DF5-A41F-722EDFF57ACA}" dt="2025-09-10T02:13:58.453" v="16" actId="478"/>
          <ac:grpSpMkLst>
            <pc:docMk/>
            <pc:sldMk cId="2141349456" sldId="280"/>
            <ac:grpSpMk id="46" creationId="{6C008C02-9126-935E-2539-E788AC5C83A9}"/>
          </ac:grpSpMkLst>
        </pc:grpChg>
        <pc:grpChg chg="add mod">
          <ac:chgData name="이유림" userId="c4f7c10e-9591-4e08-8489-adf65147d8f2" providerId="ADAL" clId="{16376F6B-AD0C-4DF5-A41F-722EDFF57ACA}" dt="2025-09-10T02:13:58.901" v="17"/>
          <ac:grpSpMkLst>
            <pc:docMk/>
            <pc:sldMk cId="2141349456" sldId="280"/>
            <ac:grpSpMk id="58" creationId="{60337439-296B-BEDE-9129-A39B2F9B45B1}"/>
          </ac:grpSpMkLst>
        </pc:grpChg>
        <pc:grpChg chg="mod">
          <ac:chgData name="이유림" userId="c4f7c10e-9591-4e08-8489-adf65147d8f2" providerId="ADAL" clId="{16376F6B-AD0C-4DF5-A41F-722EDFF57ACA}" dt="2025-09-10T02:13:58.901" v="17"/>
          <ac:grpSpMkLst>
            <pc:docMk/>
            <pc:sldMk cId="2141349456" sldId="280"/>
            <ac:grpSpMk id="59" creationId="{5F6E16CB-6597-461C-B00F-E6677C28F6B4}"/>
          </ac:grpSpMkLst>
        </pc:grpChg>
        <pc:grpChg chg="mod">
          <ac:chgData name="이유림" userId="c4f7c10e-9591-4e08-8489-adf65147d8f2" providerId="ADAL" clId="{16376F6B-AD0C-4DF5-A41F-722EDFF57ACA}" dt="2025-09-10T02:14:06.114" v="20" actId="164"/>
          <ac:grpSpMkLst>
            <pc:docMk/>
            <pc:sldMk cId="2141349456" sldId="280"/>
            <ac:grpSpMk id="62" creationId="{60B2A956-938C-D274-B006-6568900F12B0}"/>
          </ac:grpSpMkLst>
        </pc:grpChg>
        <pc:grpChg chg="mod">
          <ac:chgData name="이유림" userId="c4f7c10e-9591-4e08-8489-adf65147d8f2" providerId="ADAL" clId="{16376F6B-AD0C-4DF5-A41F-722EDFF57ACA}" dt="2025-09-10T02:14:11.377" v="22" actId="1076"/>
          <ac:grpSpMkLst>
            <pc:docMk/>
            <pc:sldMk cId="2141349456" sldId="280"/>
            <ac:grpSpMk id="68" creationId="{31DC1260-B1A6-19F9-2AEF-DA3AB1DFA5AB}"/>
          </ac:grpSpMkLst>
        </pc:grpChg>
        <pc:grpChg chg="add mod">
          <ac:chgData name="이유림" userId="c4f7c10e-9591-4e08-8489-adf65147d8f2" providerId="ADAL" clId="{16376F6B-AD0C-4DF5-A41F-722EDFF57ACA}" dt="2025-09-10T02:14:08.602" v="21" actId="1076"/>
          <ac:grpSpMkLst>
            <pc:docMk/>
            <pc:sldMk cId="2141349456" sldId="280"/>
            <ac:grpSpMk id="73" creationId="{CD079E4F-F884-8057-11FF-13296146D55A}"/>
          </ac:grpSpMkLst>
        </pc:grpChg>
        <pc:picChg chg="mod">
          <ac:chgData name="이유림" userId="c4f7c10e-9591-4e08-8489-adf65147d8f2" providerId="ADAL" clId="{16376F6B-AD0C-4DF5-A41F-722EDFF57ACA}" dt="2025-09-10T02:13:58.901" v="17"/>
          <ac:picMkLst>
            <pc:docMk/>
            <pc:sldMk cId="2141349456" sldId="280"/>
            <ac:picMk id="14" creationId="{22B317FF-C886-A57C-9F61-14B8276460B7}"/>
          </ac:picMkLst>
        </pc:picChg>
        <pc:picChg chg="mod">
          <ac:chgData name="이유림" userId="c4f7c10e-9591-4e08-8489-adf65147d8f2" providerId="ADAL" clId="{16376F6B-AD0C-4DF5-A41F-722EDFF57ACA}" dt="2025-09-10T02:13:58.901" v="17"/>
          <ac:picMkLst>
            <pc:docMk/>
            <pc:sldMk cId="2141349456" sldId="280"/>
            <ac:picMk id="15" creationId="{4610DD35-6787-59AA-69E3-9A8839E6CF58}"/>
          </ac:picMkLst>
        </pc:picChg>
        <pc:picChg chg="mod">
          <ac:chgData name="이유림" userId="c4f7c10e-9591-4e08-8489-adf65147d8f2" providerId="ADAL" clId="{16376F6B-AD0C-4DF5-A41F-722EDFF57ACA}" dt="2025-09-10T02:13:58.901" v="17"/>
          <ac:picMkLst>
            <pc:docMk/>
            <pc:sldMk cId="2141349456" sldId="280"/>
            <ac:picMk id="16" creationId="{3CE969EC-22E5-5B3A-BB54-1A42F43D9D00}"/>
          </ac:picMkLst>
        </pc:picChg>
        <pc:picChg chg="mod">
          <ac:chgData name="이유림" userId="c4f7c10e-9591-4e08-8489-adf65147d8f2" providerId="ADAL" clId="{16376F6B-AD0C-4DF5-A41F-722EDFF57ACA}" dt="2025-09-10T02:13:58.901" v="17"/>
          <ac:picMkLst>
            <pc:docMk/>
            <pc:sldMk cId="2141349456" sldId="280"/>
            <ac:picMk id="17" creationId="{E2CAD30F-5499-B843-3B67-38DA862C4351}"/>
          </ac:picMkLst>
        </pc:picChg>
        <pc:picChg chg="mod">
          <ac:chgData name="이유림" userId="c4f7c10e-9591-4e08-8489-adf65147d8f2" providerId="ADAL" clId="{16376F6B-AD0C-4DF5-A41F-722EDFF57ACA}" dt="2025-09-10T02:13:58.901" v="17"/>
          <ac:picMkLst>
            <pc:docMk/>
            <pc:sldMk cId="2141349456" sldId="280"/>
            <ac:picMk id="18" creationId="{8D0DAE65-94A9-14D9-564D-4EA08143B4B9}"/>
          </ac:picMkLst>
        </pc:picChg>
        <pc:picChg chg="mod">
          <ac:chgData name="이유림" userId="c4f7c10e-9591-4e08-8489-adf65147d8f2" providerId="ADAL" clId="{16376F6B-AD0C-4DF5-A41F-722EDFF57ACA}" dt="2025-09-10T02:13:58.901" v="17"/>
          <ac:picMkLst>
            <pc:docMk/>
            <pc:sldMk cId="2141349456" sldId="280"/>
            <ac:picMk id="19" creationId="{1B5A80BE-1E89-4955-3E72-8949A3853EEC}"/>
          </ac:picMkLst>
        </pc:picChg>
        <pc:picChg chg="mod">
          <ac:chgData name="이유림" userId="c4f7c10e-9591-4e08-8489-adf65147d8f2" providerId="ADAL" clId="{16376F6B-AD0C-4DF5-A41F-722EDFF57ACA}" dt="2025-09-10T02:13:58.901" v="17"/>
          <ac:picMkLst>
            <pc:docMk/>
            <pc:sldMk cId="2141349456" sldId="280"/>
            <ac:picMk id="20" creationId="{9EDD46C4-6FDF-22EE-6632-C877C3C62490}"/>
          </ac:picMkLst>
        </pc:picChg>
        <pc:picChg chg="mod">
          <ac:chgData name="이유림" userId="c4f7c10e-9591-4e08-8489-adf65147d8f2" providerId="ADAL" clId="{16376F6B-AD0C-4DF5-A41F-722EDFF57ACA}" dt="2025-09-10T02:13:58.901" v="17"/>
          <ac:picMkLst>
            <pc:docMk/>
            <pc:sldMk cId="2141349456" sldId="280"/>
            <ac:picMk id="21" creationId="{63A629DE-30B7-D4D3-EF96-54F4D3F565EB}"/>
          </ac:picMkLst>
        </pc:picChg>
        <pc:picChg chg="mod">
          <ac:chgData name="이유림" userId="c4f7c10e-9591-4e08-8489-adf65147d8f2" providerId="ADAL" clId="{16376F6B-AD0C-4DF5-A41F-722EDFF57ACA}" dt="2025-09-10T02:13:58.901" v="17"/>
          <ac:picMkLst>
            <pc:docMk/>
            <pc:sldMk cId="2141349456" sldId="280"/>
            <ac:picMk id="22" creationId="{F3FE297B-F8AC-702A-1662-EA83D4E74FC0}"/>
          </ac:picMkLst>
        </pc:picChg>
        <pc:picChg chg="mod">
          <ac:chgData name="이유림" userId="c4f7c10e-9591-4e08-8489-adf65147d8f2" providerId="ADAL" clId="{16376F6B-AD0C-4DF5-A41F-722EDFF57ACA}" dt="2025-09-10T02:13:58.901" v="17"/>
          <ac:picMkLst>
            <pc:docMk/>
            <pc:sldMk cId="2141349456" sldId="280"/>
            <ac:picMk id="23" creationId="{568D5655-E1A0-8477-554B-5245C2BDF0EC}"/>
          </ac:picMkLst>
        </pc:picChg>
        <pc:picChg chg="mod">
          <ac:chgData name="이유림" userId="c4f7c10e-9591-4e08-8489-adf65147d8f2" providerId="ADAL" clId="{16376F6B-AD0C-4DF5-A41F-722EDFF57ACA}" dt="2025-09-10T02:13:58.901" v="17"/>
          <ac:picMkLst>
            <pc:docMk/>
            <pc:sldMk cId="2141349456" sldId="280"/>
            <ac:picMk id="24" creationId="{0EC227B5-1164-CE7E-A5B2-D37D3C728E53}"/>
          </ac:picMkLst>
        </pc:picChg>
        <pc:picChg chg="mod">
          <ac:chgData name="이유림" userId="c4f7c10e-9591-4e08-8489-adf65147d8f2" providerId="ADAL" clId="{16376F6B-AD0C-4DF5-A41F-722EDFF57ACA}" dt="2025-09-10T02:13:58.901" v="17"/>
          <ac:picMkLst>
            <pc:docMk/>
            <pc:sldMk cId="2141349456" sldId="280"/>
            <ac:picMk id="25" creationId="{13F2976C-D9F2-F501-F5B3-138CE162DCFE}"/>
          </ac:picMkLst>
        </pc:picChg>
        <pc:picChg chg="mod">
          <ac:chgData name="이유림" userId="c4f7c10e-9591-4e08-8489-adf65147d8f2" providerId="ADAL" clId="{16376F6B-AD0C-4DF5-A41F-722EDFF57ACA}" dt="2025-09-10T02:13:58.901" v="17"/>
          <ac:picMkLst>
            <pc:docMk/>
            <pc:sldMk cId="2141349456" sldId="280"/>
            <ac:picMk id="26" creationId="{47064A17-0882-00CE-2FFC-76F879349E5A}"/>
          </ac:picMkLst>
        </pc:picChg>
        <pc:picChg chg="mod">
          <ac:chgData name="이유림" userId="c4f7c10e-9591-4e08-8489-adf65147d8f2" providerId="ADAL" clId="{16376F6B-AD0C-4DF5-A41F-722EDFF57ACA}" dt="2025-09-10T02:13:58.901" v="17"/>
          <ac:picMkLst>
            <pc:docMk/>
            <pc:sldMk cId="2141349456" sldId="280"/>
            <ac:picMk id="27" creationId="{1509BA6C-444E-3807-023C-2243E9B8C7E5}"/>
          </ac:picMkLst>
        </pc:picChg>
        <pc:picChg chg="mod">
          <ac:chgData name="이유림" userId="c4f7c10e-9591-4e08-8489-adf65147d8f2" providerId="ADAL" clId="{16376F6B-AD0C-4DF5-A41F-722EDFF57ACA}" dt="2025-09-10T02:13:58.901" v="17"/>
          <ac:picMkLst>
            <pc:docMk/>
            <pc:sldMk cId="2141349456" sldId="280"/>
            <ac:picMk id="55" creationId="{6989F453-7721-25E9-73E3-E7E09858DB3C}"/>
          </ac:picMkLst>
        </pc:picChg>
        <pc:picChg chg="mod">
          <ac:chgData name="이유림" userId="c4f7c10e-9591-4e08-8489-adf65147d8f2" providerId="ADAL" clId="{16376F6B-AD0C-4DF5-A41F-722EDFF57ACA}" dt="2025-09-10T02:13:58.901" v="17"/>
          <ac:picMkLst>
            <pc:docMk/>
            <pc:sldMk cId="2141349456" sldId="280"/>
            <ac:picMk id="57" creationId="{A8F91F59-0277-1202-2B6B-6BF19DFF06FA}"/>
          </ac:picMkLst>
        </pc:picChg>
        <pc:picChg chg="mod">
          <ac:chgData name="이유림" userId="c4f7c10e-9591-4e08-8489-adf65147d8f2" providerId="ADAL" clId="{16376F6B-AD0C-4DF5-A41F-722EDFF57ACA}" dt="2025-09-10T02:13:58.901" v="17"/>
          <ac:picMkLst>
            <pc:docMk/>
            <pc:sldMk cId="2141349456" sldId="280"/>
            <ac:picMk id="60" creationId="{DA1660B6-F1E5-7D80-2A50-06AD793DE4E2}"/>
          </ac:picMkLst>
        </pc:picChg>
        <pc:picChg chg="mod">
          <ac:chgData name="이유림" userId="c4f7c10e-9591-4e08-8489-adf65147d8f2" providerId="ADAL" clId="{16376F6B-AD0C-4DF5-A41F-722EDFF57ACA}" dt="2025-09-10T02:13:58.901" v="17"/>
          <ac:picMkLst>
            <pc:docMk/>
            <pc:sldMk cId="2141349456" sldId="280"/>
            <ac:picMk id="70" creationId="{842528B9-4D36-FC97-E76C-1316BC3F490E}"/>
          </ac:picMkLst>
        </pc:picChg>
        <pc:picChg chg="mod">
          <ac:chgData name="이유림" userId="c4f7c10e-9591-4e08-8489-adf65147d8f2" providerId="ADAL" clId="{16376F6B-AD0C-4DF5-A41F-722EDFF57ACA}" dt="2025-09-10T02:13:58.901" v="17"/>
          <ac:picMkLst>
            <pc:docMk/>
            <pc:sldMk cId="2141349456" sldId="280"/>
            <ac:picMk id="72" creationId="{51950260-54CD-A4B2-1566-3B66598600B1}"/>
          </ac:picMkLst>
        </pc:picChg>
        <pc:cxnChg chg="mod">
          <ac:chgData name="이유림" userId="c4f7c10e-9591-4e08-8489-adf65147d8f2" providerId="ADAL" clId="{16376F6B-AD0C-4DF5-A41F-722EDFF57ACA}" dt="2025-09-10T02:13:58.901" v="17"/>
          <ac:cxnSpMkLst>
            <pc:docMk/>
            <pc:sldMk cId="2141349456" sldId="280"/>
            <ac:cxnSpMk id="13" creationId="{7D5D657B-E636-AA76-5255-06D62A94A063}"/>
          </ac:cxnSpMkLst>
        </pc:cxnChg>
        <pc:cxnChg chg="mod">
          <ac:chgData name="이유림" userId="c4f7c10e-9591-4e08-8489-adf65147d8f2" providerId="ADAL" clId="{16376F6B-AD0C-4DF5-A41F-722EDFF57ACA}" dt="2025-09-10T02:13:58.453" v="16" actId="478"/>
          <ac:cxnSpMkLst>
            <pc:docMk/>
            <pc:sldMk cId="2141349456" sldId="280"/>
            <ac:cxnSpMk id="54" creationId="{3CC6D02F-6F7C-AFA0-A813-0B9E81CCA13F}"/>
          </ac:cxnSpMkLst>
        </pc:cxnChg>
        <pc:cxnChg chg="mod">
          <ac:chgData name="이유림" userId="c4f7c10e-9591-4e08-8489-adf65147d8f2" providerId="ADAL" clId="{16376F6B-AD0C-4DF5-A41F-722EDFF57ACA}" dt="2025-09-10T02:13:58.901" v="17"/>
          <ac:cxnSpMkLst>
            <pc:docMk/>
            <pc:sldMk cId="2141349456" sldId="280"/>
            <ac:cxnSpMk id="69" creationId="{5E69841F-835D-330E-DEF3-305305573651}"/>
          </ac:cxnSpMkLst>
        </pc:cxnChg>
      </pc:sldChg>
      <pc:sldChg chg="modSp mod">
        <pc:chgData name="이유림" userId="c4f7c10e-9591-4e08-8489-adf65147d8f2" providerId="ADAL" clId="{16376F6B-AD0C-4DF5-A41F-722EDFF57ACA}" dt="2025-09-11T06:27:31.778" v="3393"/>
        <pc:sldMkLst>
          <pc:docMk/>
          <pc:sldMk cId="4070630398" sldId="281"/>
        </pc:sldMkLst>
        <pc:spChg chg="mod">
          <ac:chgData name="이유림" userId="c4f7c10e-9591-4e08-8489-adf65147d8f2" providerId="ADAL" clId="{16376F6B-AD0C-4DF5-A41F-722EDFF57ACA}" dt="2025-09-10T02:13:36.699" v="8" actId="20577"/>
          <ac:spMkLst>
            <pc:docMk/>
            <pc:sldMk cId="4070630398" sldId="281"/>
            <ac:spMk id="6" creationId="{15141728-A305-8742-8C53-C14A4823EEFE}"/>
          </ac:spMkLst>
        </pc:spChg>
        <pc:spChg chg="mod">
          <ac:chgData name="이유림" userId="c4f7c10e-9591-4e08-8489-adf65147d8f2" providerId="ADAL" clId="{16376F6B-AD0C-4DF5-A41F-722EDFF57ACA}" dt="2025-09-10T02:26:13.287" v="78" actId="20577"/>
          <ac:spMkLst>
            <pc:docMk/>
            <pc:sldMk cId="4070630398" sldId="281"/>
            <ac:spMk id="15" creationId="{DD2BA9D1-889D-AEF8-BB7E-B25BCFC35209}"/>
          </ac:spMkLst>
        </pc:spChg>
        <pc:spChg chg="mod">
          <ac:chgData name="이유림" userId="c4f7c10e-9591-4e08-8489-adf65147d8f2" providerId="ADAL" clId="{16376F6B-AD0C-4DF5-A41F-722EDFF57ACA}" dt="2025-09-11T06:27:31.778" v="3393"/>
          <ac:spMkLst>
            <pc:docMk/>
            <pc:sldMk cId="4070630398" sldId="281"/>
            <ac:spMk id="17" creationId="{9B0C1535-B1E4-B210-1974-EDF1CE6AEC14}"/>
          </ac:spMkLst>
        </pc:spChg>
        <pc:spChg chg="mod">
          <ac:chgData name="이유림" userId="c4f7c10e-9591-4e08-8489-adf65147d8f2" providerId="ADAL" clId="{16376F6B-AD0C-4DF5-A41F-722EDFF57ACA}" dt="2025-09-10T03:10:44.811" v="775" actId="20577"/>
          <ac:spMkLst>
            <pc:docMk/>
            <pc:sldMk cId="4070630398" sldId="281"/>
            <ac:spMk id="24" creationId="{62920AD4-7942-1BED-4284-E22921A7F674}"/>
          </ac:spMkLst>
        </pc:spChg>
        <pc:spChg chg="mod">
          <ac:chgData name="이유림" userId="c4f7c10e-9591-4e08-8489-adf65147d8f2" providerId="ADAL" clId="{16376F6B-AD0C-4DF5-A41F-722EDFF57ACA}" dt="2025-09-10T03:10:29.347" v="765" actId="20577"/>
          <ac:spMkLst>
            <pc:docMk/>
            <pc:sldMk cId="4070630398" sldId="281"/>
            <ac:spMk id="25" creationId="{4E9CF9F7-D515-77C5-FE55-D74A3A50A30A}"/>
          </ac:spMkLst>
        </pc:spChg>
        <pc:spChg chg="mod">
          <ac:chgData name="이유림" userId="c4f7c10e-9591-4e08-8489-adf65147d8f2" providerId="ADAL" clId="{16376F6B-AD0C-4DF5-A41F-722EDFF57ACA}" dt="2025-09-10T03:10:41.858" v="772" actId="20577"/>
          <ac:spMkLst>
            <pc:docMk/>
            <pc:sldMk cId="4070630398" sldId="281"/>
            <ac:spMk id="26" creationId="{4926C1AC-7839-732B-9B96-3C3A1D6AFE60}"/>
          </ac:spMkLst>
        </pc:spChg>
        <pc:spChg chg="mod">
          <ac:chgData name="이유림" userId="c4f7c10e-9591-4e08-8489-adf65147d8f2" providerId="ADAL" clId="{16376F6B-AD0C-4DF5-A41F-722EDFF57ACA}" dt="2025-09-11T06:26:07.804" v="3392" actId="20577"/>
          <ac:spMkLst>
            <pc:docMk/>
            <pc:sldMk cId="4070630398" sldId="281"/>
            <ac:spMk id="27" creationId="{38EA2831-285C-F0AC-DB24-1E5C5F100C23}"/>
          </ac:spMkLst>
        </pc:spChg>
        <pc:spChg chg="mod">
          <ac:chgData name="이유림" userId="c4f7c10e-9591-4e08-8489-adf65147d8f2" providerId="ADAL" clId="{16376F6B-AD0C-4DF5-A41F-722EDFF57ACA}" dt="2025-09-10T02:58:54.386" v="455" actId="20577"/>
          <ac:spMkLst>
            <pc:docMk/>
            <pc:sldMk cId="4070630398" sldId="281"/>
            <ac:spMk id="28" creationId="{13CD4AEA-CEE2-B2A9-0415-EAAAA9F0B440}"/>
          </ac:spMkLst>
        </pc:spChg>
        <pc:spChg chg="mod">
          <ac:chgData name="이유림" userId="c4f7c10e-9591-4e08-8489-adf65147d8f2" providerId="ADAL" clId="{16376F6B-AD0C-4DF5-A41F-722EDFF57ACA}" dt="2025-09-10T03:01:01.705" v="560" actId="20577"/>
          <ac:spMkLst>
            <pc:docMk/>
            <pc:sldMk cId="4070630398" sldId="281"/>
            <ac:spMk id="29" creationId="{FC97D07A-6DEB-CA92-08AD-67FA8DFF0F08}"/>
          </ac:spMkLst>
        </pc:spChg>
        <pc:spChg chg="mod">
          <ac:chgData name="이유림" userId="c4f7c10e-9591-4e08-8489-adf65147d8f2" providerId="ADAL" clId="{16376F6B-AD0C-4DF5-A41F-722EDFF57ACA}" dt="2025-09-10T02:56:46.588" v="384" actId="20577"/>
          <ac:spMkLst>
            <pc:docMk/>
            <pc:sldMk cId="4070630398" sldId="281"/>
            <ac:spMk id="31" creationId="{6F2A1BD8-B677-9F0A-0B8C-8392A2C05CEE}"/>
          </ac:spMkLst>
        </pc:spChg>
        <pc:spChg chg="mod">
          <ac:chgData name="이유림" userId="c4f7c10e-9591-4e08-8489-adf65147d8f2" providerId="ADAL" clId="{16376F6B-AD0C-4DF5-A41F-722EDFF57ACA}" dt="2025-09-10T02:46:09.425" v="258" actId="313"/>
          <ac:spMkLst>
            <pc:docMk/>
            <pc:sldMk cId="4070630398" sldId="281"/>
            <ac:spMk id="33" creationId="{5CB8F92A-C939-8121-292A-79D60AE11AC9}"/>
          </ac:spMkLst>
        </pc:spChg>
        <pc:spChg chg="mod">
          <ac:chgData name="이유림" userId="c4f7c10e-9591-4e08-8489-adf65147d8f2" providerId="ADAL" clId="{16376F6B-AD0C-4DF5-A41F-722EDFF57ACA}" dt="2025-09-10T03:13:20.476" v="825" actId="20577"/>
          <ac:spMkLst>
            <pc:docMk/>
            <pc:sldMk cId="4070630398" sldId="281"/>
            <ac:spMk id="41" creationId="{CF59AD6E-4677-0047-41F2-2CE029064BA7}"/>
          </ac:spMkLst>
        </pc:spChg>
        <pc:spChg chg="mod">
          <ac:chgData name="이유림" userId="c4f7c10e-9591-4e08-8489-adf65147d8f2" providerId="ADAL" clId="{16376F6B-AD0C-4DF5-A41F-722EDFF57ACA}" dt="2025-09-10T03:13:01.494" v="806" actId="20577"/>
          <ac:spMkLst>
            <pc:docMk/>
            <pc:sldMk cId="4070630398" sldId="281"/>
            <ac:spMk id="43" creationId="{6FDED833-9209-F168-81E2-8F75D3E6AC0B}"/>
          </ac:spMkLst>
        </pc:spChg>
        <pc:spChg chg="mod">
          <ac:chgData name="이유림" userId="c4f7c10e-9591-4e08-8489-adf65147d8f2" providerId="ADAL" clId="{16376F6B-AD0C-4DF5-A41F-722EDFF57ACA}" dt="2025-09-10T03:11:25.075" v="795" actId="20577"/>
          <ac:spMkLst>
            <pc:docMk/>
            <pc:sldMk cId="4070630398" sldId="281"/>
            <ac:spMk id="46" creationId="{7DA334C2-E384-CB47-2C11-DD1D0A0EE62A}"/>
          </ac:spMkLst>
        </pc:spChg>
        <pc:spChg chg="mod">
          <ac:chgData name="이유림" userId="c4f7c10e-9591-4e08-8489-adf65147d8f2" providerId="ADAL" clId="{16376F6B-AD0C-4DF5-A41F-722EDFF57ACA}" dt="2025-09-10T02:36:07.382" v="174" actId="313"/>
          <ac:spMkLst>
            <pc:docMk/>
            <pc:sldMk cId="4070630398" sldId="281"/>
            <ac:spMk id="136" creationId="{B4D65861-9355-82C7-901E-B4B1C92724AB}"/>
          </ac:spMkLst>
        </pc:spChg>
        <pc:spChg chg="mod">
          <ac:chgData name="이유림" userId="c4f7c10e-9591-4e08-8489-adf65147d8f2" providerId="ADAL" clId="{16376F6B-AD0C-4DF5-A41F-722EDFF57ACA}" dt="2025-09-11T03:58:59.323" v="3361" actId="20577"/>
          <ac:spMkLst>
            <pc:docMk/>
            <pc:sldMk cId="4070630398" sldId="281"/>
            <ac:spMk id="138" creationId="{B2D2F8CE-754C-105D-0DB2-A42A8979DD3C}"/>
          </ac:spMkLst>
        </pc:spChg>
      </pc:sldChg>
    </pc:docChg>
  </pc:docChgLst>
  <pc:docChgLst>
    <pc:chgData name="김예은" userId="6526923f-0c52-4639-9dbd-0f483d8fd367" providerId="ADAL" clId="{481311AC-9094-4AD5-AA7E-33B27B52CBD9}"/>
    <pc:docChg chg="modSld">
      <pc:chgData name="김예은" userId="6526923f-0c52-4639-9dbd-0f483d8fd367" providerId="ADAL" clId="{481311AC-9094-4AD5-AA7E-33B27B52CBD9}" dt="2021-08-04T09:03:27.960" v="254" actId="20577"/>
      <pc:docMkLst>
        <pc:docMk/>
      </pc:docMkLst>
      <pc:sldChg chg="modSp mod">
        <pc:chgData name="김예은" userId="6526923f-0c52-4639-9dbd-0f483d8fd367" providerId="ADAL" clId="{481311AC-9094-4AD5-AA7E-33B27B52CBD9}" dt="2021-08-04T09:03:27.960" v="254" actId="20577"/>
        <pc:sldMkLst>
          <pc:docMk/>
          <pc:sldMk cId="1676419962" sldId="273"/>
        </pc:sldMkLst>
        <pc:spChg chg="mod">
          <ac:chgData name="김예은" userId="6526923f-0c52-4639-9dbd-0f483d8fd367" providerId="ADAL" clId="{481311AC-9094-4AD5-AA7E-33B27B52CBD9}" dt="2021-08-04T08:59:52.251" v="176" actId="5793"/>
          <ac:spMkLst>
            <pc:docMk/>
            <pc:sldMk cId="1676419962" sldId="273"/>
            <ac:spMk id="197" creationId="{EDCA529E-42A8-4550-884C-5EB953005A69}"/>
          </ac:spMkLst>
        </pc:spChg>
        <pc:spChg chg="mod">
          <ac:chgData name="김예은" userId="6526923f-0c52-4639-9dbd-0f483d8fd367" providerId="ADAL" clId="{481311AC-9094-4AD5-AA7E-33B27B52CBD9}" dt="2021-08-04T09:03:27.960" v="254" actId="20577"/>
          <ac:spMkLst>
            <pc:docMk/>
            <pc:sldMk cId="1676419962" sldId="273"/>
            <ac:spMk id="199" creationId="{AD59FAB1-0E50-41D2-A1B6-DAA44C0A6B7C}"/>
          </ac:spMkLst>
        </pc:spChg>
      </pc:sldChg>
    </pc:docChg>
  </pc:docChgLst>
  <pc:docChgLst>
    <pc:chgData name="김예은" userId="6526923f-0c52-4639-9dbd-0f483d8fd367" providerId="ADAL" clId="{FA555732-FE22-42BF-8809-FF87982A6A9E}"/>
    <pc:docChg chg="undo custSel modSld">
      <pc:chgData name="김예은" userId="6526923f-0c52-4639-9dbd-0f483d8fd367" providerId="ADAL" clId="{FA555732-FE22-42BF-8809-FF87982A6A9E}" dt="2021-02-04T09:20:03.485" v="1284" actId="20577"/>
      <pc:docMkLst>
        <pc:docMk/>
      </pc:docMkLst>
      <pc:sldChg chg="modSp mod">
        <pc:chgData name="김예은" userId="6526923f-0c52-4639-9dbd-0f483d8fd367" providerId="ADAL" clId="{FA555732-FE22-42BF-8809-FF87982A6A9E}" dt="2021-02-04T09:09:30.209" v="575" actId="20577"/>
        <pc:sldMkLst>
          <pc:docMk/>
          <pc:sldMk cId="3894148367" sldId="268"/>
        </pc:sldMkLst>
        <pc:spChg chg="mod">
          <ac:chgData name="김예은" userId="6526923f-0c52-4639-9dbd-0f483d8fd367" providerId="ADAL" clId="{FA555732-FE22-42BF-8809-FF87982A6A9E}" dt="2021-02-04T08:59:44.105" v="136" actId="20577"/>
          <ac:spMkLst>
            <pc:docMk/>
            <pc:sldMk cId="3894148367" sldId="268"/>
            <ac:spMk id="86" creationId="{2FB208A2-5040-435C-9D5C-77A79580CD48}"/>
          </ac:spMkLst>
        </pc:spChg>
        <pc:spChg chg="mod">
          <ac:chgData name="김예은" userId="6526923f-0c52-4639-9dbd-0f483d8fd367" providerId="ADAL" clId="{FA555732-FE22-42BF-8809-FF87982A6A9E}" dt="2021-02-04T08:59:05.533" v="84" actId="404"/>
          <ac:spMkLst>
            <pc:docMk/>
            <pc:sldMk cId="3894148367" sldId="268"/>
            <ac:spMk id="88" creationId="{B9AF96FD-7095-4EA1-8FE3-8952A9F2407D}"/>
          </ac:spMkLst>
        </pc:spChg>
        <pc:spChg chg="mod">
          <ac:chgData name="김예은" userId="6526923f-0c52-4639-9dbd-0f483d8fd367" providerId="ADAL" clId="{FA555732-FE22-42BF-8809-FF87982A6A9E}" dt="2021-02-04T09:09:30.209" v="575" actId="20577"/>
          <ac:spMkLst>
            <pc:docMk/>
            <pc:sldMk cId="3894148367" sldId="268"/>
            <ac:spMk id="96" creationId="{9486AA31-488D-48FD-9DA0-2E250C7EC552}"/>
          </ac:spMkLst>
        </pc:spChg>
        <pc:spChg chg="mod">
          <ac:chgData name="김예은" userId="6526923f-0c52-4639-9dbd-0f483d8fd367" providerId="ADAL" clId="{FA555732-FE22-42BF-8809-FF87982A6A9E}" dt="2021-02-04T09:02:27.401" v="285" actId="20577"/>
          <ac:spMkLst>
            <pc:docMk/>
            <pc:sldMk cId="3894148367" sldId="268"/>
            <ac:spMk id="100" creationId="{412F53A5-E27C-4754-80D5-0162C06C89D6}"/>
          </ac:spMkLst>
        </pc:spChg>
        <pc:spChg chg="mod">
          <ac:chgData name="김예은" userId="6526923f-0c52-4639-9dbd-0f483d8fd367" providerId="ADAL" clId="{FA555732-FE22-42BF-8809-FF87982A6A9E}" dt="2021-02-04T09:07:50.233" v="551" actId="20577"/>
          <ac:spMkLst>
            <pc:docMk/>
            <pc:sldMk cId="3894148367" sldId="268"/>
            <ac:spMk id="105" creationId="{7257E63F-74EE-4808-AE09-6ADC95118B7E}"/>
          </ac:spMkLst>
        </pc:spChg>
        <pc:spChg chg="mod">
          <ac:chgData name="김예은" userId="6526923f-0c52-4639-9dbd-0f483d8fd367" providerId="ADAL" clId="{FA555732-FE22-42BF-8809-FF87982A6A9E}" dt="2021-02-04T09:08:07.921" v="570" actId="20577"/>
          <ac:spMkLst>
            <pc:docMk/>
            <pc:sldMk cId="3894148367" sldId="268"/>
            <ac:spMk id="106" creationId="{3D87A129-D4DD-4D9F-B441-A63EA86B086F}"/>
          </ac:spMkLst>
        </pc:spChg>
        <pc:spChg chg="mod">
          <ac:chgData name="김예은" userId="6526923f-0c52-4639-9dbd-0f483d8fd367" providerId="ADAL" clId="{FA555732-FE22-42BF-8809-FF87982A6A9E}" dt="2021-02-04T09:07:30.225" v="521" actId="20577"/>
          <ac:spMkLst>
            <pc:docMk/>
            <pc:sldMk cId="3894148367" sldId="268"/>
            <ac:spMk id="108" creationId="{2208B16F-A57D-477B-B768-FE216F691CBA}"/>
          </ac:spMkLst>
        </pc:spChg>
        <pc:spChg chg="mod">
          <ac:chgData name="김예은" userId="6526923f-0c52-4639-9dbd-0f483d8fd367" providerId="ADAL" clId="{FA555732-FE22-42BF-8809-FF87982A6A9E}" dt="2021-02-04T09:03:08.553" v="364" actId="20577"/>
          <ac:spMkLst>
            <pc:docMk/>
            <pc:sldMk cId="3894148367" sldId="268"/>
            <ac:spMk id="109" creationId="{5A782F20-1206-4D59-882D-A453E290214D}"/>
          </ac:spMkLst>
        </pc:spChg>
        <pc:spChg chg="mod">
          <ac:chgData name="김예은" userId="6526923f-0c52-4639-9dbd-0f483d8fd367" providerId="ADAL" clId="{FA555732-FE22-42BF-8809-FF87982A6A9E}" dt="2021-02-04T09:03:41.753" v="366" actId="14100"/>
          <ac:spMkLst>
            <pc:docMk/>
            <pc:sldMk cId="3894148367" sldId="268"/>
            <ac:spMk id="110" creationId="{ACCA02C7-54D5-480F-B920-77B2A2C11171}"/>
          </ac:spMkLst>
        </pc:spChg>
        <pc:spChg chg="mod">
          <ac:chgData name="김예은" userId="6526923f-0c52-4639-9dbd-0f483d8fd367" providerId="ADAL" clId="{FA555732-FE22-42BF-8809-FF87982A6A9E}" dt="2021-02-04T07:51:59.501" v="1" actId="113"/>
          <ac:spMkLst>
            <pc:docMk/>
            <pc:sldMk cId="3894148367" sldId="268"/>
            <ac:spMk id="114" creationId="{9D73037A-339E-407D-9048-EC577AFA503F}"/>
          </ac:spMkLst>
        </pc:spChg>
        <pc:grpChg chg="mod">
          <ac:chgData name="김예은" userId="6526923f-0c52-4639-9dbd-0f483d8fd367" providerId="ADAL" clId="{FA555732-FE22-42BF-8809-FF87982A6A9E}" dt="2021-02-04T09:03:40.114" v="365" actId="14100"/>
          <ac:grpSpMkLst>
            <pc:docMk/>
            <pc:sldMk cId="3894148367" sldId="268"/>
            <ac:grpSpMk id="102" creationId="{7A7D7332-2891-4A87-8618-B9137A02D766}"/>
          </ac:grpSpMkLst>
        </pc:grpChg>
      </pc:sldChg>
      <pc:sldChg chg="modSp mod">
        <pc:chgData name="김예은" userId="6526923f-0c52-4639-9dbd-0f483d8fd367" providerId="ADAL" clId="{FA555732-FE22-42BF-8809-FF87982A6A9E}" dt="2021-02-04T09:20:03.485" v="1284" actId="20577"/>
        <pc:sldMkLst>
          <pc:docMk/>
          <pc:sldMk cId="2782649627" sldId="272"/>
        </pc:sldMkLst>
        <pc:spChg chg="mod">
          <ac:chgData name="김예은" userId="6526923f-0c52-4639-9dbd-0f483d8fd367" providerId="ADAL" clId="{FA555732-FE22-42BF-8809-FF87982A6A9E}" dt="2021-02-04T09:20:03.485" v="1284" actId="20577"/>
          <ac:spMkLst>
            <pc:docMk/>
            <pc:sldMk cId="2782649627" sldId="272"/>
            <ac:spMk id="45" creationId="{AC9F5174-8B2C-4F80-B74D-4DBE7ABD9C0C}"/>
          </ac:spMkLst>
        </pc:spChg>
        <pc:spChg chg="mod">
          <ac:chgData name="김예은" userId="6526923f-0c52-4639-9dbd-0f483d8fd367" providerId="ADAL" clId="{FA555732-FE22-42BF-8809-FF87982A6A9E}" dt="2021-02-04T09:09:51.994" v="577" actId="21"/>
          <ac:spMkLst>
            <pc:docMk/>
            <pc:sldMk cId="2782649627" sldId="272"/>
            <ac:spMk id="47" creationId="{88EA251D-5E13-4FB9-9685-BD1BADFB19A6}"/>
          </ac:spMkLst>
        </pc:spChg>
      </pc:sldChg>
    </pc:docChg>
  </pc:docChgLst>
  <pc:docChgLst>
    <pc:chgData name="김예은" userId="6526923f-0c52-4639-9dbd-0f483d8fd367" providerId="ADAL" clId="{26FF4F01-67EB-40EC-ADFA-F95293066E75}"/>
    <pc:docChg chg="undo custSel modSld">
      <pc:chgData name="김예은" userId="6526923f-0c52-4639-9dbd-0f483d8fd367" providerId="ADAL" clId="{26FF4F01-67EB-40EC-ADFA-F95293066E75}" dt="2023-12-04T08:10:11.089" v="382" actId="20577"/>
      <pc:docMkLst>
        <pc:docMk/>
      </pc:docMkLst>
      <pc:sldChg chg="modSp mod">
        <pc:chgData name="김예은" userId="6526923f-0c52-4639-9dbd-0f483d8fd367" providerId="ADAL" clId="{26FF4F01-67EB-40EC-ADFA-F95293066E75}" dt="2023-12-04T08:10:11.089" v="382" actId="20577"/>
        <pc:sldMkLst>
          <pc:docMk/>
          <pc:sldMk cId="2782649627" sldId="272"/>
        </pc:sldMkLst>
        <pc:spChg chg="mod">
          <ac:chgData name="김예은" userId="6526923f-0c52-4639-9dbd-0f483d8fd367" providerId="ADAL" clId="{26FF4F01-67EB-40EC-ADFA-F95293066E75}" dt="2023-12-04T08:09:11.840" v="341" actId="20577"/>
          <ac:spMkLst>
            <pc:docMk/>
            <pc:sldMk cId="2782649627" sldId="272"/>
            <ac:spMk id="68" creationId="{CBD40B4C-52A5-E9F0-844B-36A548C349CC}"/>
          </ac:spMkLst>
        </pc:spChg>
        <pc:spChg chg="mod">
          <ac:chgData name="김예은" userId="6526923f-0c52-4639-9dbd-0f483d8fd367" providerId="ADAL" clId="{26FF4F01-67EB-40EC-ADFA-F95293066E75}" dt="2023-12-04T08:10:11.089" v="382" actId="20577"/>
          <ac:spMkLst>
            <pc:docMk/>
            <pc:sldMk cId="2782649627" sldId="272"/>
            <ac:spMk id="89" creationId="{46A5A29E-5832-0BEB-ACE4-F033347B5977}"/>
          </ac:spMkLst>
        </pc:spChg>
      </pc:sldChg>
      <pc:sldChg chg="modSp mod">
        <pc:chgData name="김예은" userId="6526923f-0c52-4639-9dbd-0f483d8fd367" providerId="ADAL" clId="{26FF4F01-67EB-40EC-ADFA-F95293066E75}" dt="2023-12-04T08:05:11.046" v="284" actId="20577"/>
        <pc:sldMkLst>
          <pc:docMk/>
          <pc:sldMk cId="2466279025" sldId="276"/>
        </pc:sldMkLst>
        <pc:spChg chg="mod">
          <ac:chgData name="김예은" userId="6526923f-0c52-4639-9dbd-0f483d8fd367" providerId="ADAL" clId="{26FF4F01-67EB-40EC-ADFA-F95293066E75}" dt="2023-12-04T07:40:52.460" v="74" actId="20577"/>
          <ac:spMkLst>
            <pc:docMk/>
            <pc:sldMk cId="2466279025" sldId="276"/>
            <ac:spMk id="50" creationId="{EB7D61D9-3C96-5D9A-41EF-E60C8B2AADC2}"/>
          </ac:spMkLst>
        </pc:spChg>
        <pc:spChg chg="mod">
          <ac:chgData name="김예은" userId="6526923f-0c52-4639-9dbd-0f483d8fd367" providerId="ADAL" clId="{26FF4F01-67EB-40EC-ADFA-F95293066E75}" dt="2023-12-04T08:05:11.046" v="284" actId="20577"/>
          <ac:spMkLst>
            <pc:docMk/>
            <pc:sldMk cId="2466279025" sldId="276"/>
            <ac:spMk id="52" creationId="{7D8793DD-5632-37CB-DEFC-F8377686BF83}"/>
          </ac:spMkLst>
        </pc:spChg>
        <pc:spChg chg="mod">
          <ac:chgData name="김예은" userId="6526923f-0c52-4639-9dbd-0f483d8fd367" providerId="ADAL" clId="{26FF4F01-67EB-40EC-ADFA-F95293066E75}" dt="2023-12-04T07:59:08.806" v="252" actId="20577"/>
          <ac:spMkLst>
            <pc:docMk/>
            <pc:sldMk cId="2466279025" sldId="276"/>
            <ac:spMk id="63" creationId="{3D2ABEC0-FE94-A18C-5739-A185A38F80B4}"/>
          </ac:spMkLst>
        </pc:spChg>
        <pc:spChg chg="mod">
          <ac:chgData name="김예은" userId="6526923f-0c52-4639-9dbd-0f483d8fd367" providerId="ADAL" clId="{26FF4F01-67EB-40EC-ADFA-F95293066E75}" dt="2023-12-04T08:01:22.478" v="253" actId="20577"/>
          <ac:spMkLst>
            <pc:docMk/>
            <pc:sldMk cId="2466279025" sldId="276"/>
            <ac:spMk id="176" creationId="{BD1BC246-BA7D-3AD7-9AA1-F5C69D1B2C48}"/>
          </ac:spMkLst>
        </pc:spChg>
      </pc:sldChg>
    </pc:docChg>
  </pc:docChgLst>
  <pc:docChgLst>
    <pc:chgData name="유승철" userId="9584054c-e08f-4935-bde6-b53c2dd0dfbc" providerId="ADAL" clId="{CCEF798A-2EF3-48E1-8E15-E335AA1769B9}"/>
    <pc:docChg chg="custSel modSld">
      <pc:chgData name="유승철" userId="9584054c-e08f-4935-bde6-b53c2dd0dfbc" providerId="ADAL" clId="{CCEF798A-2EF3-48E1-8E15-E335AA1769B9}" dt="2022-06-02T07:26:28.086" v="103" actId="20577"/>
      <pc:docMkLst>
        <pc:docMk/>
      </pc:docMkLst>
      <pc:sldChg chg="modSp mod">
        <pc:chgData name="유승철" userId="9584054c-e08f-4935-bde6-b53c2dd0dfbc" providerId="ADAL" clId="{CCEF798A-2EF3-48E1-8E15-E335AA1769B9}" dt="2022-06-02T07:26:28.086" v="103" actId="20577"/>
        <pc:sldMkLst>
          <pc:docMk/>
          <pc:sldMk cId="2466279025" sldId="276"/>
        </pc:sldMkLst>
        <pc:spChg chg="mod">
          <ac:chgData name="유승철" userId="9584054c-e08f-4935-bde6-b53c2dd0dfbc" providerId="ADAL" clId="{CCEF798A-2EF3-48E1-8E15-E335AA1769B9}" dt="2022-06-02T07:26:28.086" v="103" actId="20577"/>
          <ac:spMkLst>
            <pc:docMk/>
            <pc:sldMk cId="2466279025" sldId="276"/>
            <ac:spMk id="113" creationId="{753130E7-0351-2A00-B06C-90BD547323AA}"/>
          </ac:spMkLst>
        </pc:spChg>
        <pc:spChg chg="mod">
          <ac:chgData name="유승철" userId="9584054c-e08f-4935-bde6-b53c2dd0dfbc" providerId="ADAL" clId="{CCEF798A-2EF3-48E1-8E15-E335AA1769B9}" dt="2022-06-02T07:21:33.199" v="29" actId="20577"/>
          <ac:spMkLst>
            <pc:docMk/>
            <pc:sldMk cId="2466279025" sldId="276"/>
            <ac:spMk id="123" creationId="{6B612028-15B8-793C-4BDE-D794BBB28331}"/>
          </ac:spMkLst>
        </pc:spChg>
        <pc:spChg chg="mod">
          <ac:chgData name="유승철" userId="9584054c-e08f-4935-bde6-b53c2dd0dfbc" providerId="ADAL" clId="{CCEF798A-2EF3-48E1-8E15-E335AA1769B9}" dt="2022-06-02T07:23:23.632" v="63" actId="20577"/>
          <ac:spMkLst>
            <pc:docMk/>
            <pc:sldMk cId="2466279025" sldId="276"/>
            <ac:spMk id="125" creationId="{660657B5-9A52-4E96-6F5F-31FA2250C947}"/>
          </ac:spMkLst>
        </pc:spChg>
        <pc:grpChg chg="mod">
          <ac:chgData name="유승철" userId="9584054c-e08f-4935-bde6-b53c2dd0dfbc" providerId="ADAL" clId="{CCEF798A-2EF3-48E1-8E15-E335AA1769B9}" dt="2022-06-02T07:21:03.742" v="4" actId="465"/>
          <ac:grpSpMkLst>
            <pc:docMk/>
            <pc:sldMk cId="2466279025" sldId="276"/>
            <ac:grpSpMk id="115" creationId="{C8033C70-FC41-E101-42D5-270DA836C088}"/>
          </ac:grpSpMkLst>
        </pc:grpChg>
      </pc:sldChg>
    </pc:docChg>
  </pc:docChgLst>
  <pc:docChgLst>
    <pc:chgData name="이유림" userId="c4f7c10e-9591-4e08-8489-adf65147d8f2" providerId="ADAL" clId="{E331A0BC-2B15-450A-AC93-F3130FCBF45A}"/>
    <pc:docChg chg="undo custSel modSld">
      <pc:chgData name="이유림" userId="c4f7c10e-9591-4e08-8489-adf65147d8f2" providerId="ADAL" clId="{E331A0BC-2B15-450A-AC93-F3130FCBF45A}" dt="2025-12-11T03:27:56.909" v="977" actId="115"/>
      <pc:docMkLst>
        <pc:docMk/>
      </pc:docMkLst>
      <pc:sldChg chg="addSp delSp modSp mod">
        <pc:chgData name="이유림" userId="c4f7c10e-9591-4e08-8489-adf65147d8f2" providerId="ADAL" clId="{E331A0BC-2B15-450A-AC93-F3130FCBF45A}" dt="2025-12-11T03:27:56.909" v="977" actId="115"/>
        <pc:sldMkLst>
          <pc:docMk/>
          <pc:sldMk cId="2141349456" sldId="280"/>
        </pc:sldMkLst>
        <pc:spChg chg="mod">
          <ac:chgData name="이유림" userId="c4f7c10e-9591-4e08-8489-adf65147d8f2" providerId="ADAL" clId="{E331A0BC-2B15-450A-AC93-F3130FCBF45A}" dt="2025-12-08T06:07:10.346" v="26"/>
          <ac:spMkLst>
            <pc:docMk/>
            <pc:sldMk cId="2141349456" sldId="280"/>
            <ac:spMk id="5" creationId="{82305561-9C83-4AF0-BE74-852E6825B240}"/>
          </ac:spMkLst>
        </pc:spChg>
        <pc:spChg chg="mod">
          <ac:chgData name="이유림" userId="c4f7c10e-9591-4e08-8489-adf65147d8f2" providerId="ADAL" clId="{E331A0BC-2B15-450A-AC93-F3130FCBF45A}" dt="2025-12-11T03:27:56.909" v="977" actId="115"/>
          <ac:spMkLst>
            <pc:docMk/>
            <pc:sldMk cId="2141349456" sldId="280"/>
            <ac:spMk id="11" creationId="{39BFF879-2353-AE3C-CBE5-AAC10E621DBF}"/>
          </ac:spMkLst>
        </pc:spChg>
        <pc:spChg chg="mod">
          <ac:chgData name="이유림" userId="c4f7c10e-9591-4e08-8489-adf65147d8f2" providerId="ADAL" clId="{E331A0BC-2B15-450A-AC93-F3130FCBF45A}" dt="2025-12-08T06:09:35.979" v="28"/>
          <ac:spMkLst>
            <pc:docMk/>
            <pc:sldMk cId="2141349456" sldId="280"/>
            <ac:spMk id="28" creationId="{C8A156F2-08B2-6B17-AA78-99D19F14769B}"/>
          </ac:spMkLst>
        </pc:spChg>
        <pc:spChg chg="mod">
          <ac:chgData name="이유림" userId="c4f7c10e-9591-4e08-8489-adf65147d8f2" providerId="ADAL" clId="{E331A0BC-2B15-450A-AC93-F3130FCBF45A}" dt="2025-12-09T01:55:46.023" v="89" actId="6549"/>
          <ac:spMkLst>
            <pc:docMk/>
            <pc:sldMk cId="2141349456" sldId="280"/>
            <ac:spMk id="47" creationId="{156D6A1B-8787-5575-AF9C-57074BA85E02}"/>
          </ac:spMkLst>
        </pc:spChg>
        <pc:spChg chg="mod">
          <ac:chgData name="이유림" userId="c4f7c10e-9591-4e08-8489-adf65147d8f2" providerId="ADAL" clId="{E331A0BC-2B15-450A-AC93-F3130FCBF45A}" dt="2025-12-08T06:09:35.979" v="28"/>
          <ac:spMkLst>
            <pc:docMk/>
            <pc:sldMk cId="2141349456" sldId="280"/>
            <ac:spMk id="49" creationId="{406CD831-C934-1EFD-6EEF-8434E970C973}"/>
          </ac:spMkLst>
        </pc:spChg>
        <pc:spChg chg="mod">
          <ac:chgData name="이유림" userId="c4f7c10e-9591-4e08-8489-adf65147d8f2" providerId="ADAL" clId="{E331A0BC-2B15-450A-AC93-F3130FCBF45A}" dt="2025-12-09T01:55:53.615" v="90" actId="6549"/>
          <ac:spMkLst>
            <pc:docMk/>
            <pc:sldMk cId="2141349456" sldId="280"/>
            <ac:spMk id="71" creationId="{5863319B-2DD0-D6C4-A975-D14639DEC84D}"/>
          </ac:spMkLst>
        </pc:spChg>
        <pc:grpChg chg="del">
          <ac:chgData name="이유림" userId="c4f7c10e-9591-4e08-8489-adf65147d8f2" providerId="ADAL" clId="{E331A0BC-2B15-450A-AC93-F3130FCBF45A}" dt="2025-12-08T06:09:35.625" v="27" actId="478"/>
          <ac:grpSpMkLst>
            <pc:docMk/>
            <pc:sldMk cId="2141349456" sldId="280"/>
            <ac:grpSpMk id="4" creationId="{8029C3D9-AFEA-2250-83CC-F7AF8F60A4D5}"/>
          </ac:grpSpMkLst>
        </pc:grpChg>
        <pc:grpChg chg="add mod">
          <ac:chgData name="이유림" userId="c4f7c10e-9591-4e08-8489-adf65147d8f2" providerId="ADAL" clId="{E331A0BC-2B15-450A-AC93-F3130FCBF45A}" dt="2025-12-08T06:09:35.979" v="28"/>
          <ac:grpSpMkLst>
            <pc:docMk/>
            <pc:sldMk cId="2141349456" sldId="280"/>
            <ac:grpSpMk id="10" creationId="{8FD79558-94A1-99DD-F6C2-D3A81614FC17}"/>
          </ac:grpSpMkLst>
        </pc:grpChg>
        <pc:grpChg chg="mod">
          <ac:chgData name="이유림" userId="c4f7c10e-9591-4e08-8489-adf65147d8f2" providerId="ADAL" clId="{E331A0BC-2B15-450A-AC93-F3130FCBF45A}" dt="2025-12-08T06:09:35.979" v="28"/>
          <ac:grpSpMkLst>
            <pc:docMk/>
            <pc:sldMk cId="2141349456" sldId="280"/>
            <ac:grpSpMk id="29" creationId="{B08CB6C1-5DC0-E851-E448-CC81CAA1DA57}"/>
          </ac:grpSpMkLst>
        </pc:grpChg>
        <pc:grpChg chg="add mod">
          <ac:chgData name="이유림" userId="c4f7c10e-9591-4e08-8489-adf65147d8f2" providerId="ADAL" clId="{E331A0BC-2B15-450A-AC93-F3130FCBF45A}" dt="2025-12-08T06:09:35.979" v="28"/>
          <ac:grpSpMkLst>
            <pc:docMk/>
            <pc:sldMk cId="2141349456" sldId="280"/>
            <ac:grpSpMk id="46" creationId="{8F2DCBA4-90B2-66E7-082C-9BF2BDB1A1F4}"/>
          </ac:grpSpMkLst>
        </pc:grpChg>
        <pc:grpChg chg="del">
          <ac:chgData name="이유림" userId="c4f7c10e-9591-4e08-8489-adf65147d8f2" providerId="ADAL" clId="{E331A0BC-2B15-450A-AC93-F3130FCBF45A}" dt="2025-12-08T06:09:35.625" v="27" actId="478"/>
          <ac:grpSpMkLst>
            <pc:docMk/>
            <pc:sldMk cId="2141349456" sldId="280"/>
            <ac:grpSpMk id="55" creationId="{32F8A65D-A657-5D09-998D-FF35CD4F9FB8}"/>
          </ac:grpSpMkLst>
        </pc:grpChg>
        <pc:picChg chg="mod">
          <ac:chgData name="이유림" userId="c4f7c10e-9591-4e08-8489-adf65147d8f2" providerId="ADAL" clId="{E331A0BC-2B15-450A-AC93-F3130FCBF45A}" dt="2025-12-08T06:09:35.979" v="28"/>
          <ac:picMkLst>
            <pc:docMk/>
            <pc:sldMk cId="2141349456" sldId="280"/>
            <ac:picMk id="31" creationId="{F9828F79-607A-2973-FDD6-FB8C681E5A43}"/>
          </ac:picMkLst>
        </pc:picChg>
        <pc:picChg chg="mod">
          <ac:chgData name="이유림" userId="c4f7c10e-9591-4e08-8489-adf65147d8f2" providerId="ADAL" clId="{E331A0BC-2B15-450A-AC93-F3130FCBF45A}" dt="2025-12-08T06:09:35.979" v="28"/>
          <ac:picMkLst>
            <pc:docMk/>
            <pc:sldMk cId="2141349456" sldId="280"/>
            <ac:picMk id="32" creationId="{2F2ADF52-0E9B-F98A-A68C-0A5023C57A93}"/>
          </ac:picMkLst>
        </pc:picChg>
        <pc:picChg chg="mod">
          <ac:chgData name="이유림" userId="c4f7c10e-9591-4e08-8489-adf65147d8f2" providerId="ADAL" clId="{E331A0BC-2B15-450A-AC93-F3130FCBF45A}" dt="2025-12-08T06:09:35.979" v="28"/>
          <ac:picMkLst>
            <pc:docMk/>
            <pc:sldMk cId="2141349456" sldId="280"/>
            <ac:picMk id="33" creationId="{351F5C21-E688-5664-37C4-9B1E78E120C5}"/>
          </ac:picMkLst>
        </pc:picChg>
        <pc:picChg chg="mod">
          <ac:chgData name="이유림" userId="c4f7c10e-9591-4e08-8489-adf65147d8f2" providerId="ADAL" clId="{E331A0BC-2B15-450A-AC93-F3130FCBF45A}" dt="2025-12-08T06:09:35.979" v="28"/>
          <ac:picMkLst>
            <pc:docMk/>
            <pc:sldMk cId="2141349456" sldId="280"/>
            <ac:picMk id="34" creationId="{0471690E-D3A5-0395-BF81-EFC0CD4F1C3C}"/>
          </ac:picMkLst>
        </pc:picChg>
        <pc:picChg chg="mod">
          <ac:chgData name="이유림" userId="c4f7c10e-9591-4e08-8489-adf65147d8f2" providerId="ADAL" clId="{E331A0BC-2B15-450A-AC93-F3130FCBF45A}" dt="2025-12-08T06:09:35.979" v="28"/>
          <ac:picMkLst>
            <pc:docMk/>
            <pc:sldMk cId="2141349456" sldId="280"/>
            <ac:picMk id="35" creationId="{E5EEAC12-D8F6-62FA-DFB6-9E903B299E43}"/>
          </ac:picMkLst>
        </pc:picChg>
        <pc:picChg chg="mod">
          <ac:chgData name="이유림" userId="c4f7c10e-9591-4e08-8489-adf65147d8f2" providerId="ADAL" clId="{E331A0BC-2B15-450A-AC93-F3130FCBF45A}" dt="2025-12-08T06:09:35.979" v="28"/>
          <ac:picMkLst>
            <pc:docMk/>
            <pc:sldMk cId="2141349456" sldId="280"/>
            <ac:picMk id="36" creationId="{EBE2E6DA-C110-1096-8C90-639AA84ECE1D}"/>
          </ac:picMkLst>
        </pc:picChg>
        <pc:picChg chg="mod">
          <ac:chgData name="이유림" userId="c4f7c10e-9591-4e08-8489-adf65147d8f2" providerId="ADAL" clId="{E331A0BC-2B15-450A-AC93-F3130FCBF45A}" dt="2025-12-08T06:09:35.979" v="28"/>
          <ac:picMkLst>
            <pc:docMk/>
            <pc:sldMk cId="2141349456" sldId="280"/>
            <ac:picMk id="37" creationId="{CCAC6B20-0D4E-CFB3-836E-D9EB7271AD93}"/>
          </ac:picMkLst>
        </pc:picChg>
        <pc:picChg chg="mod">
          <ac:chgData name="이유림" userId="c4f7c10e-9591-4e08-8489-adf65147d8f2" providerId="ADAL" clId="{E331A0BC-2B15-450A-AC93-F3130FCBF45A}" dt="2025-12-08T06:09:35.979" v="28"/>
          <ac:picMkLst>
            <pc:docMk/>
            <pc:sldMk cId="2141349456" sldId="280"/>
            <ac:picMk id="38" creationId="{3CBB935E-9356-9D16-80C6-00A2D92F45EC}"/>
          </ac:picMkLst>
        </pc:picChg>
        <pc:picChg chg="mod">
          <ac:chgData name="이유림" userId="c4f7c10e-9591-4e08-8489-adf65147d8f2" providerId="ADAL" clId="{E331A0BC-2B15-450A-AC93-F3130FCBF45A}" dt="2025-12-08T06:09:35.979" v="28"/>
          <ac:picMkLst>
            <pc:docMk/>
            <pc:sldMk cId="2141349456" sldId="280"/>
            <ac:picMk id="39" creationId="{1057A632-8104-0215-7213-5D25EBAED817}"/>
          </ac:picMkLst>
        </pc:picChg>
        <pc:picChg chg="mod">
          <ac:chgData name="이유림" userId="c4f7c10e-9591-4e08-8489-adf65147d8f2" providerId="ADAL" clId="{E331A0BC-2B15-450A-AC93-F3130FCBF45A}" dt="2025-12-08T06:09:35.979" v="28"/>
          <ac:picMkLst>
            <pc:docMk/>
            <pc:sldMk cId="2141349456" sldId="280"/>
            <ac:picMk id="40" creationId="{0A5F75F2-6711-49CF-D94F-D3C1F28B3CD0}"/>
          </ac:picMkLst>
        </pc:picChg>
        <pc:picChg chg="mod">
          <ac:chgData name="이유림" userId="c4f7c10e-9591-4e08-8489-adf65147d8f2" providerId="ADAL" clId="{E331A0BC-2B15-450A-AC93-F3130FCBF45A}" dt="2025-12-08T06:09:35.979" v="28"/>
          <ac:picMkLst>
            <pc:docMk/>
            <pc:sldMk cId="2141349456" sldId="280"/>
            <ac:picMk id="41" creationId="{6BC59597-E347-B16D-0483-6EE6A7A80C5E}"/>
          </ac:picMkLst>
        </pc:picChg>
        <pc:picChg chg="mod">
          <ac:chgData name="이유림" userId="c4f7c10e-9591-4e08-8489-adf65147d8f2" providerId="ADAL" clId="{E331A0BC-2B15-450A-AC93-F3130FCBF45A}" dt="2025-12-08T06:09:35.979" v="28"/>
          <ac:picMkLst>
            <pc:docMk/>
            <pc:sldMk cId="2141349456" sldId="280"/>
            <ac:picMk id="42" creationId="{4E905012-43B5-6A7F-C52D-0F749A6E1D6E}"/>
          </ac:picMkLst>
        </pc:picChg>
        <pc:picChg chg="mod">
          <ac:chgData name="이유림" userId="c4f7c10e-9591-4e08-8489-adf65147d8f2" providerId="ADAL" clId="{E331A0BC-2B15-450A-AC93-F3130FCBF45A}" dt="2025-12-08T06:09:35.979" v="28"/>
          <ac:picMkLst>
            <pc:docMk/>
            <pc:sldMk cId="2141349456" sldId="280"/>
            <ac:picMk id="43" creationId="{C4978EC0-7AF0-112D-A17C-514D5F526980}"/>
          </ac:picMkLst>
        </pc:picChg>
        <pc:picChg chg="mod">
          <ac:chgData name="이유림" userId="c4f7c10e-9591-4e08-8489-adf65147d8f2" providerId="ADAL" clId="{E331A0BC-2B15-450A-AC93-F3130FCBF45A}" dt="2025-12-08T06:09:35.979" v="28"/>
          <ac:picMkLst>
            <pc:docMk/>
            <pc:sldMk cId="2141349456" sldId="280"/>
            <ac:picMk id="44" creationId="{4D937C9D-3D33-8237-5B0D-03D63970D785}"/>
          </ac:picMkLst>
        </pc:picChg>
        <pc:picChg chg="mod">
          <ac:chgData name="이유림" userId="c4f7c10e-9591-4e08-8489-adf65147d8f2" providerId="ADAL" clId="{E331A0BC-2B15-450A-AC93-F3130FCBF45A}" dt="2025-12-08T06:09:35.979" v="28"/>
          <ac:picMkLst>
            <pc:docMk/>
            <pc:sldMk cId="2141349456" sldId="280"/>
            <ac:picMk id="52" creationId="{8A172412-1114-8646-0E5A-7FF277F9FE20}"/>
          </ac:picMkLst>
        </pc:picChg>
        <pc:picChg chg="mod">
          <ac:chgData name="이유림" userId="c4f7c10e-9591-4e08-8489-adf65147d8f2" providerId="ADAL" clId="{E331A0BC-2B15-450A-AC93-F3130FCBF45A}" dt="2025-12-08T06:09:35.979" v="28"/>
          <ac:picMkLst>
            <pc:docMk/>
            <pc:sldMk cId="2141349456" sldId="280"/>
            <ac:picMk id="54" creationId="{6445BBBE-9100-CAE0-BC86-536CBE20F18A}"/>
          </ac:picMkLst>
        </pc:picChg>
        <pc:cxnChg chg="mod">
          <ac:chgData name="이유림" userId="c4f7c10e-9591-4e08-8489-adf65147d8f2" providerId="ADAL" clId="{E331A0BC-2B15-450A-AC93-F3130FCBF45A}" dt="2025-12-08T06:09:35.979" v="28"/>
          <ac:cxnSpMkLst>
            <pc:docMk/>
            <pc:sldMk cId="2141349456" sldId="280"/>
            <ac:cxnSpMk id="30" creationId="{A637EFE7-7CF2-1899-D197-86FC81A60A70}"/>
          </ac:cxnSpMkLst>
        </pc:cxnChg>
        <pc:cxnChg chg="mod">
          <ac:chgData name="이유림" userId="c4f7c10e-9591-4e08-8489-adf65147d8f2" providerId="ADAL" clId="{E331A0BC-2B15-450A-AC93-F3130FCBF45A}" dt="2025-12-08T06:09:35.979" v="28"/>
          <ac:cxnSpMkLst>
            <pc:docMk/>
            <pc:sldMk cId="2141349456" sldId="280"/>
            <ac:cxnSpMk id="51" creationId="{E1C72BC3-E71B-3613-4B0C-F3437E80C83F}"/>
          </ac:cxnSpMkLst>
        </pc:cxnChg>
        <pc:cxnChg chg="mod">
          <ac:chgData name="이유림" userId="c4f7c10e-9591-4e08-8489-adf65147d8f2" providerId="ADAL" clId="{E331A0BC-2B15-450A-AC93-F3130FCBF45A}" dt="2025-12-08T06:09:35.625" v="27" actId="478"/>
          <ac:cxnSpMkLst>
            <pc:docMk/>
            <pc:sldMk cId="2141349456" sldId="280"/>
            <ac:cxnSpMk id="61" creationId="{517A28BA-0AEF-7108-D4B7-41DB7CF1ED25}"/>
          </ac:cxnSpMkLst>
        </pc:cxnChg>
      </pc:sldChg>
      <pc:sldChg chg="modSp mod">
        <pc:chgData name="이유림" userId="c4f7c10e-9591-4e08-8489-adf65147d8f2" providerId="ADAL" clId="{E331A0BC-2B15-450A-AC93-F3130FCBF45A}" dt="2025-12-11T02:14:44.728" v="976"/>
        <pc:sldMkLst>
          <pc:docMk/>
          <pc:sldMk cId="4070630398" sldId="281"/>
        </pc:sldMkLst>
        <pc:spChg chg="mod">
          <ac:chgData name="이유림" userId="c4f7c10e-9591-4e08-8489-adf65147d8f2" providerId="ADAL" clId="{E331A0BC-2B15-450A-AC93-F3130FCBF45A}" dt="2025-12-08T06:05:39.969" v="18"/>
          <ac:spMkLst>
            <pc:docMk/>
            <pc:sldMk cId="4070630398" sldId="281"/>
            <ac:spMk id="6" creationId="{15141728-A305-8742-8C53-C14A4823EEFE}"/>
          </ac:spMkLst>
        </pc:spChg>
        <pc:spChg chg="mod">
          <ac:chgData name="이유림" userId="c4f7c10e-9591-4e08-8489-adf65147d8f2" providerId="ADAL" clId="{E331A0BC-2B15-450A-AC93-F3130FCBF45A}" dt="2025-12-10T01:20:01.674" v="110"/>
          <ac:spMkLst>
            <pc:docMk/>
            <pc:sldMk cId="4070630398" sldId="281"/>
            <ac:spMk id="15" creationId="{DD2BA9D1-889D-AEF8-BB7E-B25BCFC35209}"/>
          </ac:spMkLst>
        </pc:spChg>
        <pc:spChg chg="mod">
          <ac:chgData name="이유림" userId="c4f7c10e-9591-4e08-8489-adf65147d8f2" providerId="ADAL" clId="{E331A0BC-2B15-450A-AC93-F3130FCBF45A}" dt="2025-12-11T01:13:19.074" v="972" actId="20577"/>
          <ac:spMkLst>
            <pc:docMk/>
            <pc:sldMk cId="4070630398" sldId="281"/>
            <ac:spMk id="17" creationId="{9B0C1535-B1E4-B210-1974-EDF1CE6AEC14}"/>
          </ac:spMkLst>
        </pc:spChg>
        <pc:spChg chg="mod">
          <ac:chgData name="이유림" userId="c4f7c10e-9591-4e08-8489-adf65147d8f2" providerId="ADAL" clId="{E331A0BC-2B15-450A-AC93-F3130FCBF45A}" dt="2025-12-10T03:06:54.385" v="763"/>
          <ac:spMkLst>
            <pc:docMk/>
            <pc:sldMk cId="4070630398" sldId="281"/>
            <ac:spMk id="24" creationId="{62920AD4-7942-1BED-4284-E22921A7F674}"/>
          </ac:spMkLst>
        </pc:spChg>
        <pc:spChg chg="mod">
          <ac:chgData name="이유림" userId="c4f7c10e-9591-4e08-8489-adf65147d8f2" providerId="ADAL" clId="{E331A0BC-2B15-450A-AC93-F3130FCBF45A}" dt="2025-12-10T03:07:05.591" v="808"/>
          <ac:spMkLst>
            <pc:docMk/>
            <pc:sldMk cId="4070630398" sldId="281"/>
            <ac:spMk id="25" creationId="{4E9CF9F7-D515-77C5-FE55-D74A3A50A30A}"/>
          </ac:spMkLst>
        </pc:spChg>
        <pc:spChg chg="mod">
          <ac:chgData name="이유림" userId="c4f7c10e-9591-4e08-8489-adf65147d8f2" providerId="ADAL" clId="{E331A0BC-2B15-450A-AC93-F3130FCBF45A}" dt="2025-12-10T02:59:51.207" v="516" actId="20577"/>
          <ac:spMkLst>
            <pc:docMk/>
            <pc:sldMk cId="4070630398" sldId="281"/>
            <ac:spMk id="26" creationId="{4926C1AC-7839-732B-9B96-3C3A1D6AFE60}"/>
          </ac:spMkLst>
        </pc:spChg>
        <pc:spChg chg="mod">
          <ac:chgData name="이유림" userId="c4f7c10e-9591-4e08-8489-adf65147d8f2" providerId="ADAL" clId="{E331A0BC-2B15-450A-AC93-F3130FCBF45A}" dt="2025-12-10T03:05:58.802" v="731"/>
          <ac:spMkLst>
            <pc:docMk/>
            <pc:sldMk cId="4070630398" sldId="281"/>
            <ac:spMk id="27" creationId="{38EA2831-285C-F0AC-DB24-1E5C5F100C23}"/>
          </ac:spMkLst>
        </pc:spChg>
        <pc:spChg chg="mod">
          <ac:chgData name="이유림" userId="c4f7c10e-9591-4e08-8489-adf65147d8f2" providerId="ADAL" clId="{E331A0BC-2B15-450A-AC93-F3130FCBF45A}" dt="2025-12-10T02:59:44.287" v="514"/>
          <ac:spMkLst>
            <pc:docMk/>
            <pc:sldMk cId="4070630398" sldId="281"/>
            <ac:spMk id="28" creationId="{13CD4AEA-CEE2-B2A9-0415-EAAAA9F0B440}"/>
          </ac:spMkLst>
        </pc:spChg>
        <pc:spChg chg="mod">
          <ac:chgData name="이유림" userId="c4f7c10e-9591-4e08-8489-adf65147d8f2" providerId="ADAL" clId="{E331A0BC-2B15-450A-AC93-F3130FCBF45A}" dt="2025-12-10T03:01:56.723" v="626"/>
          <ac:spMkLst>
            <pc:docMk/>
            <pc:sldMk cId="4070630398" sldId="281"/>
            <ac:spMk id="29" creationId="{FC97D07A-6DEB-CA92-08AD-67FA8DFF0F08}"/>
          </ac:spMkLst>
        </pc:spChg>
        <pc:spChg chg="mod">
          <ac:chgData name="이유림" userId="c4f7c10e-9591-4e08-8489-adf65147d8f2" providerId="ADAL" clId="{E331A0BC-2B15-450A-AC93-F3130FCBF45A}" dt="2025-12-10T01:42:01.051" v="461"/>
          <ac:spMkLst>
            <pc:docMk/>
            <pc:sldMk cId="4070630398" sldId="281"/>
            <ac:spMk id="31" creationId="{6F2A1BD8-B677-9F0A-0B8C-8392A2C05CEE}"/>
          </ac:spMkLst>
        </pc:spChg>
        <pc:spChg chg="mod">
          <ac:chgData name="이유림" userId="c4f7c10e-9591-4e08-8489-adf65147d8f2" providerId="ADAL" clId="{E331A0BC-2B15-450A-AC93-F3130FCBF45A}" dt="2025-12-10T01:39:20.230" v="390"/>
          <ac:spMkLst>
            <pc:docMk/>
            <pc:sldMk cId="4070630398" sldId="281"/>
            <ac:spMk id="33" creationId="{5CB8F92A-C939-8121-292A-79D60AE11AC9}"/>
          </ac:spMkLst>
        </pc:spChg>
        <pc:spChg chg="mod">
          <ac:chgData name="이유림" userId="c4f7c10e-9591-4e08-8489-adf65147d8f2" providerId="ADAL" clId="{E331A0BC-2B15-450A-AC93-F3130FCBF45A}" dt="2025-12-11T02:14:44.728" v="976"/>
          <ac:spMkLst>
            <pc:docMk/>
            <pc:sldMk cId="4070630398" sldId="281"/>
            <ac:spMk id="43" creationId="{6FDED833-9209-F168-81E2-8F75D3E6AC0B}"/>
          </ac:spMkLst>
        </pc:spChg>
        <pc:spChg chg="mod">
          <ac:chgData name="이유림" userId="c4f7c10e-9591-4e08-8489-adf65147d8f2" providerId="ADAL" clId="{E331A0BC-2B15-450A-AC93-F3130FCBF45A}" dt="2025-12-10T03:11:36.422" v="907" actId="6549"/>
          <ac:spMkLst>
            <pc:docMk/>
            <pc:sldMk cId="4070630398" sldId="281"/>
            <ac:spMk id="44" creationId="{72EE6F18-228A-11A7-901A-8C112B5F30E8}"/>
          </ac:spMkLst>
        </pc:spChg>
        <pc:spChg chg="mod">
          <ac:chgData name="이유림" userId="c4f7c10e-9591-4e08-8489-adf65147d8f2" providerId="ADAL" clId="{E331A0BC-2B15-450A-AC93-F3130FCBF45A}" dt="2025-12-10T03:10:40.102" v="818"/>
          <ac:spMkLst>
            <pc:docMk/>
            <pc:sldMk cId="4070630398" sldId="281"/>
            <ac:spMk id="46" creationId="{7DA334C2-E384-CB47-2C11-DD1D0A0EE62A}"/>
          </ac:spMkLst>
        </pc:spChg>
        <pc:spChg chg="mod">
          <ac:chgData name="이유림" userId="c4f7c10e-9591-4e08-8489-adf65147d8f2" providerId="ADAL" clId="{E331A0BC-2B15-450A-AC93-F3130FCBF45A}" dt="2025-12-10T01:33:40.382" v="193"/>
          <ac:spMkLst>
            <pc:docMk/>
            <pc:sldMk cId="4070630398" sldId="281"/>
            <ac:spMk id="136" creationId="{B4D65861-9355-82C7-901E-B4B1C92724AB}"/>
          </ac:spMkLst>
        </pc:spChg>
        <pc:spChg chg="mod">
          <ac:chgData name="이유림" userId="c4f7c10e-9591-4e08-8489-adf65147d8f2" providerId="ADAL" clId="{E331A0BC-2B15-450A-AC93-F3130FCBF45A}" dt="2025-12-10T01:34:02.003" v="241"/>
          <ac:spMkLst>
            <pc:docMk/>
            <pc:sldMk cId="4070630398" sldId="281"/>
            <ac:spMk id="138" creationId="{B2D2F8CE-754C-105D-0DB2-A42A8979DD3C}"/>
          </ac:spMkLst>
        </pc:spChg>
        <pc:grpChg chg="mod">
          <ac:chgData name="이유림" userId="c4f7c10e-9591-4e08-8489-adf65147d8f2" providerId="ADAL" clId="{E331A0BC-2B15-450A-AC93-F3130FCBF45A}" dt="2025-12-10T05:55:41.528" v="930" actId="1076"/>
          <ac:grpSpMkLst>
            <pc:docMk/>
            <pc:sldMk cId="4070630398" sldId="281"/>
            <ac:grpSpMk id="19" creationId="{3F8E5028-D3C3-4193-170E-FA92714BB681}"/>
          </ac:grpSpMkLst>
        </pc:grpChg>
        <pc:grpChg chg="mod">
          <ac:chgData name="이유림" userId="c4f7c10e-9591-4e08-8489-adf65147d8f2" providerId="ADAL" clId="{E331A0BC-2B15-450A-AC93-F3130FCBF45A}" dt="2025-12-10T05:55:36.663" v="929" actId="1076"/>
          <ac:grpSpMkLst>
            <pc:docMk/>
            <pc:sldMk cId="4070630398" sldId="281"/>
            <ac:grpSpMk id="54" creationId="{32EDFE4A-85BF-BD08-B38E-20CD1ABB09F3}"/>
          </ac:grpSpMkLst>
        </pc:grpChg>
      </pc:sldChg>
    </pc:docChg>
  </pc:docChgLst>
  <pc:docChgLst>
    <pc:chgData name="예은 김" userId="6526923f-0c52-4639-9dbd-0f483d8fd367" providerId="ADAL" clId="{F0BB34F9-1175-4450-9782-5EACFF65471A}"/>
    <pc:docChg chg="undo redo custSel modSld">
      <pc:chgData name="예은 김" userId="6526923f-0c52-4639-9dbd-0f483d8fd367" providerId="ADAL" clId="{F0BB34F9-1175-4450-9782-5EACFF65471A}" dt="2025-10-16T05:36:47.708" v="494" actId="20577"/>
      <pc:docMkLst>
        <pc:docMk/>
      </pc:docMkLst>
      <pc:sldChg chg="modSp mod">
        <pc:chgData name="예은 김" userId="6526923f-0c52-4639-9dbd-0f483d8fd367" providerId="ADAL" clId="{F0BB34F9-1175-4450-9782-5EACFF65471A}" dt="2025-10-16T05:33:42.413" v="469" actId="20577"/>
        <pc:sldMkLst>
          <pc:docMk/>
          <pc:sldMk cId="2141349456" sldId="280"/>
        </pc:sldMkLst>
        <pc:spChg chg="mod">
          <ac:chgData name="예은 김" userId="6526923f-0c52-4639-9dbd-0f483d8fd367" providerId="ADAL" clId="{F0BB34F9-1175-4450-9782-5EACFF65471A}" dt="2025-10-16T05:33:42.413" v="469" actId="20577"/>
          <ac:spMkLst>
            <pc:docMk/>
            <pc:sldMk cId="2141349456" sldId="280"/>
            <ac:spMk id="11" creationId="{3ADEF31E-22F1-293C-FC9A-5B489DA45644}"/>
          </ac:spMkLst>
        </pc:spChg>
      </pc:sldChg>
      <pc:sldChg chg="modSp mod">
        <pc:chgData name="예은 김" userId="6526923f-0c52-4639-9dbd-0f483d8fd367" providerId="ADAL" clId="{F0BB34F9-1175-4450-9782-5EACFF65471A}" dt="2025-10-16T05:36:47.708" v="494" actId="20577"/>
        <pc:sldMkLst>
          <pc:docMk/>
          <pc:sldMk cId="4070630398" sldId="281"/>
        </pc:sldMkLst>
        <pc:spChg chg="mod">
          <ac:chgData name="예은 김" userId="6526923f-0c52-4639-9dbd-0f483d8fd367" providerId="ADAL" clId="{F0BB34F9-1175-4450-9782-5EACFF65471A}" dt="2025-10-16T05:35:24.940" v="483" actId="20577"/>
          <ac:spMkLst>
            <pc:docMk/>
            <pc:sldMk cId="4070630398" sldId="281"/>
            <ac:spMk id="15" creationId="{DD2BA9D1-889D-AEF8-BB7E-B25BCFC35209}"/>
          </ac:spMkLst>
        </pc:spChg>
        <pc:spChg chg="mod">
          <ac:chgData name="예은 김" userId="6526923f-0c52-4639-9dbd-0f483d8fd367" providerId="ADAL" clId="{F0BB34F9-1175-4450-9782-5EACFF65471A}" dt="2025-10-16T05:36:47.708" v="494" actId="20577"/>
          <ac:spMkLst>
            <pc:docMk/>
            <pc:sldMk cId="4070630398" sldId="281"/>
            <ac:spMk id="17" creationId="{9B0C1535-B1E4-B210-1974-EDF1CE6AEC14}"/>
          </ac:spMkLst>
        </pc:spChg>
        <pc:spChg chg="mod">
          <ac:chgData name="예은 김" userId="6526923f-0c52-4639-9dbd-0f483d8fd367" providerId="ADAL" clId="{F0BB34F9-1175-4450-9782-5EACFF65471A}" dt="2025-10-16T03:30:55.574" v="308" actId="20577"/>
          <ac:spMkLst>
            <pc:docMk/>
            <pc:sldMk cId="4070630398" sldId="281"/>
            <ac:spMk id="26" creationId="{4926C1AC-7839-732B-9B96-3C3A1D6AFE60}"/>
          </ac:spMkLst>
        </pc:spChg>
        <pc:spChg chg="mod">
          <ac:chgData name="예은 김" userId="6526923f-0c52-4639-9dbd-0f483d8fd367" providerId="ADAL" clId="{F0BB34F9-1175-4450-9782-5EACFF65471A}" dt="2025-10-16T05:14:01.823" v="325" actId="20577"/>
          <ac:spMkLst>
            <pc:docMk/>
            <pc:sldMk cId="4070630398" sldId="281"/>
            <ac:spMk id="27" creationId="{38EA2831-285C-F0AC-DB24-1E5C5F100C23}"/>
          </ac:spMkLst>
        </pc:spChg>
        <pc:spChg chg="mod">
          <ac:chgData name="예은 김" userId="6526923f-0c52-4639-9dbd-0f483d8fd367" providerId="ADAL" clId="{F0BB34F9-1175-4450-9782-5EACFF65471A}" dt="2025-10-16T03:31:15.578" v="310" actId="20577"/>
          <ac:spMkLst>
            <pc:docMk/>
            <pc:sldMk cId="4070630398" sldId="281"/>
            <ac:spMk id="29" creationId="{FC97D07A-6DEB-CA92-08AD-67FA8DFF0F08}"/>
          </ac:spMkLst>
        </pc:spChg>
        <pc:spChg chg="mod">
          <ac:chgData name="예은 김" userId="6526923f-0c52-4639-9dbd-0f483d8fd367" providerId="ADAL" clId="{F0BB34F9-1175-4450-9782-5EACFF65471A}" dt="2025-10-16T05:09:01.241" v="323" actId="20577"/>
          <ac:spMkLst>
            <pc:docMk/>
            <pc:sldMk cId="4070630398" sldId="281"/>
            <ac:spMk id="31" creationId="{6F2A1BD8-B677-9F0A-0B8C-8392A2C05CEE}"/>
          </ac:spMkLst>
        </pc:spChg>
        <pc:spChg chg="mod">
          <ac:chgData name="예은 김" userId="6526923f-0c52-4639-9dbd-0f483d8fd367" providerId="ADAL" clId="{F0BB34F9-1175-4450-9782-5EACFF65471A}" dt="2025-10-16T05:21:14.623" v="404" actId="313"/>
          <ac:spMkLst>
            <pc:docMk/>
            <pc:sldMk cId="4070630398" sldId="281"/>
            <ac:spMk id="33" creationId="{5CB8F92A-C939-8121-292A-79D60AE11AC9}"/>
          </ac:spMkLst>
        </pc:spChg>
        <pc:spChg chg="mod">
          <ac:chgData name="예은 김" userId="6526923f-0c52-4639-9dbd-0f483d8fd367" providerId="ADAL" clId="{F0BB34F9-1175-4450-9782-5EACFF65471A}" dt="2025-10-16T05:20:01.325" v="366" actId="20577"/>
          <ac:spMkLst>
            <pc:docMk/>
            <pc:sldMk cId="4070630398" sldId="281"/>
            <ac:spMk id="41" creationId="{CF59AD6E-4677-0047-41F2-2CE029064BA7}"/>
          </ac:spMkLst>
        </pc:spChg>
        <pc:spChg chg="mod">
          <ac:chgData name="예은 김" userId="6526923f-0c52-4639-9dbd-0f483d8fd367" providerId="ADAL" clId="{F0BB34F9-1175-4450-9782-5EACFF65471A}" dt="2025-10-16T03:33:49.706" v="314" actId="20577"/>
          <ac:spMkLst>
            <pc:docMk/>
            <pc:sldMk cId="4070630398" sldId="281"/>
            <ac:spMk id="43" creationId="{6FDED833-9209-F168-81E2-8F75D3E6AC0B}"/>
          </ac:spMkLst>
        </pc:spChg>
        <pc:spChg chg="mod">
          <ac:chgData name="예은 김" userId="6526923f-0c52-4639-9dbd-0f483d8fd367" providerId="ADAL" clId="{F0BB34F9-1175-4450-9782-5EACFF65471A}" dt="2025-10-16T05:20:45.132" v="401" actId="20577"/>
          <ac:spMkLst>
            <pc:docMk/>
            <pc:sldMk cId="4070630398" sldId="281"/>
            <ac:spMk id="44" creationId="{72EE6F18-228A-11A7-901A-8C112B5F30E8}"/>
          </ac:spMkLst>
        </pc:spChg>
        <pc:spChg chg="mod">
          <ac:chgData name="예은 김" userId="6526923f-0c52-4639-9dbd-0f483d8fd367" providerId="ADAL" clId="{F0BB34F9-1175-4450-9782-5EACFF65471A}" dt="2025-10-16T05:18:38.047" v="334" actId="20577"/>
          <ac:spMkLst>
            <pc:docMk/>
            <pc:sldMk cId="4070630398" sldId="281"/>
            <ac:spMk id="46" creationId="{7DA334C2-E384-CB47-2C11-DD1D0A0EE62A}"/>
          </ac:spMkLst>
        </pc:spChg>
        <pc:spChg chg="mod">
          <ac:chgData name="예은 김" userId="6526923f-0c52-4639-9dbd-0f483d8fd367" providerId="ADAL" clId="{F0BB34F9-1175-4450-9782-5EACFF65471A}" dt="2025-10-16T02:50:56.632" v="75" actId="20577"/>
          <ac:spMkLst>
            <pc:docMk/>
            <pc:sldMk cId="4070630398" sldId="281"/>
            <ac:spMk id="136" creationId="{B4D65861-9355-82C7-901E-B4B1C92724AB}"/>
          </ac:spMkLst>
        </pc:spChg>
        <pc:spChg chg="mod">
          <ac:chgData name="예은 김" userId="6526923f-0c52-4639-9dbd-0f483d8fd367" providerId="ADAL" clId="{F0BB34F9-1175-4450-9782-5EACFF65471A}" dt="2025-10-16T03:29:28.463" v="307" actId="20577"/>
          <ac:spMkLst>
            <pc:docMk/>
            <pc:sldMk cId="4070630398" sldId="281"/>
            <ac:spMk id="138" creationId="{B2D2F8CE-754C-105D-0DB2-A42A8979DD3C}"/>
          </ac:spMkLst>
        </pc:spChg>
      </pc:sldChg>
    </pc:docChg>
  </pc:docChgLst>
  <pc:docChgLst>
    <pc:chgData name="김예은" userId="6526923f-0c52-4639-9dbd-0f483d8fd367" providerId="ADAL" clId="{DC7A3756-56D9-4E03-8541-80091F0908B3}"/>
    <pc:docChg chg="undo custSel modSld">
      <pc:chgData name="김예은" userId="6526923f-0c52-4639-9dbd-0f483d8fd367" providerId="ADAL" clId="{DC7A3756-56D9-4E03-8541-80091F0908B3}" dt="2023-10-05T05:49:42.487" v="561" actId="20577"/>
      <pc:docMkLst>
        <pc:docMk/>
      </pc:docMkLst>
      <pc:sldChg chg="modSp mod">
        <pc:chgData name="김예은" userId="6526923f-0c52-4639-9dbd-0f483d8fd367" providerId="ADAL" clId="{DC7A3756-56D9-4E03-8541-80091F0908B3}" dt="2023-10-05T05:47:30.424" v="558" actId="20577"/>
        <pc:sldMkLst>
          <pc:docMk/>
          <pc:sldMk cId="2782649627" sldId="272"/>
        </pc:sldMkLst>
        <pc:spChg chg="mod">
          <ac:chgData name="김예은" userId="6526923f-0c52-4639-9dbd-0f483d8fd367" providerId="ADAL" clId="{DC7A3756-56D9-4E03-8541-80091F0908B3}" dt="2023-10-05T05:46:51.038" v="546" actId="20577"/>
          <ac:spMkLst>
            <pc:docMk/>
            <pc:sldMk cId="2782649627" sldId="272"/>
            <ac:spMk id="35" creationId="{6A704420-4B76-E6F5-4F81-BCC24CF8621E}"/>
          </ac:spMkLst>
        </pc:spChg>
        <pc:spChg chg="mod">
          <ac:chgData name="김예은" userId="6526923f-0c52-4639-9dbd-0f483d8fd367" providerId="ADAL" clId="{DC7A3756-56D9-4E03-8541-80091F0908B3}" dt="2023-10-05T05:47:30.424" v="558" actId="20577"/>
          <ac:spMkLst>
            <pc:docMk/>
            <pc:sldMk cId="2782649627" sldId="272"/>
            <ac:spMk id="57" creationId="{54EBFD06-73AB-F405-9AEE-B7E5316D4675}"/>
          </ac:spMkLst>
        </pc:spChg>
      </pc:sldChg>
      <pc:sldChg chg="modSp mod">
        <pc:chgData name="김예은" userId="6526923f-0c52-4639-9dbd-0f483d8fd367" providerId="ADAL" clId="{DC7A3756-56D9-4E03-8541-80091F0908B3}" dt="2023-10-05T05:49:42.487" v="561" actId="20577"/>
        <pc:sldMkLst>
          <pc:docMk/>
          <pc:sldMk cId="2466279025" sldId="276"/>
        </pc:sldMkLst>
        <pc:spChg chg="mod">
          <ac:chgData name="김예은" userId="6526923f-0c52-4639-9dbd-0f483d8fd367" providerId="ADAL" clId="{DC7A3756-56D9-4E03-8541-80091F0908B3}" dt="2023-10-05T05:29:52.252" v="102" actId="20577"/>
          <ac:spMkLst>
            <pc:docMk/>
            <pc:sldMk cId="2466279025" sldId="276"/>
            <ac:spMk id="50" creationId="{EB7D61D9-3C96-5D9A-41EF-E60C8B2AADC2}"/>
          </ac:spMkLst>
        </pc:spChg>
        <pc:spChg chg="mod">
          <ac:chgData name="김예은" userId="6526923f-0c52-4639-9dbd-0f483d8fd367" providerId="ADAL" clId="{DC7A3756-56D9-4E03-8541-80091F0908B3}" dt="2023-10-05T05:30:16.646" v="138" actId="20577"/>
          <ac:spMkLst>
            <pc:docMk/>
            <pc:sldMk cId="2466279025" sldId="276"/>
            <ac:spMk id="52" creationId="{7D8793DD-5632-37CB-DEFC-F8377686BF83}"/>
          </ac:spMkLst>
        </pc:spChg>
        <pc:spChg chg="mod">
          <ac:chgData name="김예은" userId="6526923f-0c52-4639-9dbd-0f483d8fd367" providerId="ADAL" clId="{DC7A3756-56D9-4E03-8541-80091F0908B3}" dt="2023-10-05T05:37:56.378" v="359" actId="20577"/>
          <ac:spMkLst>
            <pc:docMk/>
            <pc:sldMk cId="2466279025" sldId="276"/>
            <ac:spMk id="56" creationId="{E9D28607-B0D6-75A7-47F7-8DD5D3172490}"/>
          </ac:spMkLst>
        </pc:spChg>
        <pc:spChg chg="mod">
          <ac:chgData name="김예은" userId="6526923f-0c52-4639-9dbd-0f483d8fd367" providerId="ADAL" clId="{DC7A3756-56D9-4E03-8541-80091F0908B3}" dt="2023-10-05T05:40:16.584" v="409" actId="20577"/>
          <ac:spMkLst>
            <pc:docMk/>
            <pc:sldMk cId="2466279025" sldId="276"/>
            <ac:spMk id="62" creationId="{466C8CC7-48DF-07C9-EB44-354C9684A266}"/>
          </ac:spMkLst>
        </pc:spChg>
        <pc:spChg chg="mod">
          <ac:chgData name="김예은" userId="6526923f-0c52-4639-9dbd-0f483d8fd367" providerId="ADAL" clId="{DC7A3756-56D9-4E03-8541-80091F0908B3}" dt="2023-10-05T05:40:19.344" v="413" actId="20577"/>
          <ac:spMkLst>
            <pc:docMk/>
            <pc:sldMk cId="2466279025" sldId="276"/>
            <ac:spMk id="63" creationId="{3D2ABEC0-FE94-A18C-5739-A185A38F80B4}"/>
          </ac:spMkLst>
        </pc:spChg>
        <pc:spChg chg="mod">
          <ac:chgData name="김예은" userId="6526923f-0c52-4639-9dbd-0f483d8fd367" providerId="ADAL" clId="{DC7A3756-56D9-4E03-8541-80091F0908B3}" dt="2023-10-05T05:40:11.530" v="405" actId="20577"/>
          <ac:spMkLst>
            <pc:docMk/>
            <pc:sldMk cId="2466279025" sldId="276"/>
            <ac:spMk id="132" creationId="{F30228F8-1758-35D1-B384-D47731624E75}"/>
          </ac:spMkLst>
        </pc:spChg>
        <pc:spChg chg="mod">
          <ac:chgData name="김예은" userId="6526923f-0c52-4639-9dbd-0f483d8fd367" providerId="ADAL" clId="{DC7A3756-56D9-4E03-8541-80091F0908B3}" dt="2023-10-05T05:35:17.706" v="211" actId="20577"/>
          <ac:spMkLst>
            <pc:docMk/>
            <pc:sldMk cId="2466279025" sldId="276"/>
            <ac:spMk id="175" creationId="{F0B5C5AF-2CC6-DFB4-28E5-8AEED4ED5327}"/>
          </ac:spMkLst>
        </pc:spChg>
        <pc:spChg chg="mod">
          <ac:chgData name="김예은" userId="6526923f-0c52-4639-9dbd-0f483d8fd367" providerId="ADAL" clId="{DC7A3756-56D9-4E03-8541-80091F0908B3}" dt="2023-10-05T05:49:42.487" v="561" actId="20577"/>
          <ac:spMkLst>
            <pc:docMk/>
            <pc:sldMk cId="2466279025" sldId="276"/>
            <ac:spMk id="176" creationId="{BD1BC246-BA7D-3AD7-9AA1-F5C69D1B2C48}"/>
          </ac:spMkLst>
        </pc:spChg>
      </pc:sldChg>
    </pc:docChg>
  </pc:docChgLst>
  <pc:docChgLst>
    <pc:chgData name="이유림" userId="c4f7c10e-9591-4e08-8489-adf65147d8f2" providerId="ADAL" clId="{930649B4-7F8C-47B2-9D96-0ABC59EB6192}"/>
    <pc:docChg chg="undo redo custSel modSld">
      <pc:chgData name="이유림" userId="c4f7c10e-9591-4e08-8489-adf65147d8f2" providerId="ADAL" clId="{930649B4-7F8C-47B2-9D96-0ABC59EB6192}" dt="2024-06-13T05:32:08.932" v="1601" actId="465"/>
      <pc:docMkLst>
        <pc:docMk/>
      </pc:docMkLst>
      <pc:sldChg chg="addSp delSp modSp mod">
        <pc:chgData name="이유림" userId="c4f7c10e-9591-4e08-8489-adf65147d8f2" providerId="ADAL" clId="{930649B4-7F8C-47B2-9D96-0ABC59EB6192}" dt="2024-06-12T01:20:56.995" v="1591" actId="6549"/>
        <pc:sldMkLst>
          <pc:docMk/>
          <pc:sldMk cId="2782649627" sldId="272"/>
        </pc:sldMkLst>
        <pc:spChg chg="mod">
          <ac:chgData name="이유림" userId="c4f7c10e-9591-4e08-8489-adf65147d8f2" providerId="ADAL" clId="{930649B4-7F8C-47B2-9D96-0ABC59EB6192}" dt="2024-06-11T05:46:32.544" v="91" actId="1076"/>
          <ac:spMkLst>
            <pc:docMk/>
            <pc:sldMk cId="2782649627" sldId="272"/>
            <ac:spMk id="4" creationId="{02C3A0E4-B38E-0663-C122-BC2FBBA8A0D9}"/>
          </ac:spMkLst>
        </pc:spChg>
        <pc:spChg chg="mod">
          <ac:chgData name="이유림" userId="c4f7c10e-9591-4e08-8489-adf65147d8f2" providerId="ADAL" clId="{930649B4-7F8C-47B2-9D96-0ABC59EB6192}" dt="2024-06-11T06:45:12.656" v="727" actId="20577"/>
          <ac:spMkLst>
            <pc:docMk/>
            <pc:sldMk cId="2782649627" sldId="272"/>
            <ac:spMk id="5" creationId="{82305561-9C83-4AF0-BE74-852E6825B240}"/>
          </ac:spMkLst>
        </pc:spChg>
        <pc:spChg chg="mod">
          <ac:chgData name="이유림" userId="c4f7c10e-9591-4e08-8489-adf65147d8f2" providerId="ADAL" clId="{930649B4-7F8C-47B2-9D96-0ABC59EB6192}" dt="2024-06-11T05:40:40.212" v="0"/>
          <ac:spMkLst>
            <pc:docMk/>
            <pc:sldMk cId="2782649627" sldId="272"/>
            <ac:spMk id="12" creationId="{625EF96F-6D7D-3A37-A135-4F92C423562D}"/>
          </ac:spMkLst>
        </pc:spChg>
        <pc:spChg chg="mod">
          <ac:chgData name="이유림" userId="c4f7c10e-9591-4e08-8489-adf65147d8f2" providerId="ADAL" clId="{930649B4-7F8C-47B2-9D96-0ABC59EB6192}" dt="2024-06-12T01:20:56.995" v="1591" actId="6549"/>
          <ac:spMkLst>
            <pc:docMk/>
            <pc:sldMk cId="2782649627" sldId="272"/>
            <ac:spMk id="22" creationId="{08E94353-4D54-31EB-C869-FECC865ACB1A}"/>
          </ac:spMkLst>
        </pc:spChg>
        <pc:spChg chg="mod">
          <ac:chgData name="이유림" userId="c4f7c10e-9591-4e08-8489-adf65147d8f2" providerId="ADAL" clId="{930649B4-7F8C-47B2-9D96-0ABC59EB6192}" dt="2024-06-11T05:46:51.449" v="93" actId="1076"/>
          <ac:spMkLst>
            <pc:docMk/>
            <pc:sldMk cId="2782649627" sldId="272"/>
            <ac:spMk id="56" creationId="{7EC2D2DE-AA31-EF33-FB09-A0CB633BD24C}"/>
          </ac:spMkLst>
        </pc:spChg>
        <pc:spChg chg="mod">
          <ac:chgData name="이유림" userId="c4f7c10e-9591-4e08-8489-adf65147d8f2" providerId="ADAL" clId="{930649B4-7F8C-47B2-9D96-0ABC59EB6192}" dt="2024-06-11T06:49:11.552" v="745" actId="20577"/>
          <ac:spMkLst>
            <pc:docMk/>
            <pc:sldMk cId="2782649627" sldId="272"/>
            <ac:spMk id="67" creationId="{13A197EA-0A01-1C5E-2E93-2BD7066AEF3F}"/>
          </ac:spMkLst>
        </pc:spChg>
        <pc:grpChg chg="mod">
          <ac:chgData name="이유림" userId="c4f7c10e-9591-4e08-8489-adf65147d8f2" providerId="ADAL" clId="{930649B4-7F8C-47B2-9D96-0ABC59EB6192}" dt="2024-06-11T05:46:51.449" v="93" actId="1076"/>
          <ac:grpSpMkLst>
            <pc:docMk/>
            <pc:sldMk cId="2782649627" sldId="272"/>
            <ac:grpSpMk id="62" creationId="{60B2A956-938C-D274-B006-6568900F12B0}"/>
          </ac:grpSpMkLst>
        </pc:grpChg>
        <pc:picChg chg="del">
          <ac:chgData name="이유림" userId="c4f7c10e-9591-4e08-8489-adf65147d8f2" providerId="ADAL" clId="{930649B4-7F8C-47B2-9D96-0ABC59EB6192}" dt="2024-06-11T05:40:52.601" v="1" actId="478"/>
          <ac:picMkLst>
            <pc:docMk/>
            <pc:sldMk cId="2782649627" sldId="272"/>
            <ac:picMk id="10" creationId="{126C05B8-BFDD-8D1F-8574-0A180B591532}"/>
          </ac:picMkLst>
        </pc:picChg>
        <pc:picChg chg="del">
          <ac:chgData name="이유림" userId="c4f7c10e-9591-4e08-8489-adf65147d8f2" providerId="ADAL" clId="{930649B4-7F8C-47B2-9D96-0ABC59EB6192}" dt="2024-06-11T05:40:52.601" v="1" actId="478"/>
          <ac:picMkLst>
            <pc:docMk/>
            <pc:sldMk cId="2782649627" sldId="272"/>
            <ac:picMk id="11" creationId="{49F4F5CB-5812-5F59-5F98-EFD98FE66E13}"/>
          </ac:picMkLst>
        </pc:picChg>
        <pc:picChg chg="del">
          <ac:chgData name="이유림" userId="c4f7c10e-9591-4e08-8489-adf65147d8f2" providerId="ADAL" clId="{930649B4-7F8C-47B2-9D96-0ABC59EB6192}" dt="2024-06-11T05:40:52.601" v="1" actId="478"/>
          <ac:picMkLst>
            <pc:docMk/>
            <pc:sldMk cId="2782649627" sldId="272"/>
            <ac:picMk id="14" creationId="{E4C751C4-23CD-BEBE-B862-14AA83DF2E69}"/>
          </ac:picMkLst>
        </pc:picChg>
        <pc:picChg chg="del">
          <ac:chgData name="이유림" userId="c4f7c10e-9591-4e08-8489-adf65147d8f2" providerId="ADAL" clId="{930649B4-7F8C-47B2-9D96-0ABC59EB6192}" dt="2024-06-11T05:40:52.601" v="1" actId="478"/>
          <ac:picMkLst>
            <pc:docMk/>
            <pc:sldMk cId="2782649627" sldId="272"/>
            <ac:picMk id="15" creationId="{7EA2E5FA-63EA-3990-D2D3-A072AF5BE6A8}"/>
          </ac:picMkLst>
        </pc:picChg>
        <pc:picChg chg="add mod">
          <ac:chgData name="이유림" userId="c4f7c10e-9591-4e08-8489-adf65147d8f2" providerId="ADAL" clId="{930649B4-7F8C-47B2-9D96-0ABC59EB6192}" dt="2024-06-11T05:46:32.544" v="91" actId="1076"/>
          <ac:picMkLst>
            <pc:docMk/>
            <pc:sldMk cId="2782649627" sldId="272"/>
            <ac:picMk id="16" creationId="{D46F6AB2-D76E-BB8F-8F7A-5482719E8494}"/>
          </ac:picMkLst>
        </pc:picChg>
        <pc:picChg chg="add mod">
          <ac:chgData name="이유림" userId="c4f7c10e-9591-4e08-8489-adf65147d8f2" providerId="ADAL" clId="{930649B4-7F8C-47B2-9D96-0ABC59EB6192}" dt="2024-06-11T05:46:32.544" v="91" actId="1076"/>
          <ac:picMkLst>
            <pc:docMk/>
            <pc:sldMk cId="2782649627" sldId="272"/>
            <ac:picMk id="17" creationId="{4684236E-5FD1-E4D8-F69D-CB4D5EE2A8DB}"/>
          </ac:picMkLst>
        </pc:picChg>
        <pc:picChg chg="del">
          <ac:chgData name="이유림" userId="c4f7c10e-9591-4e08-8489-adf65147d8f2" providerId="ADAL" clId="{930649B4-7F8C-47B2-9D96-0ABC59EB6192}" dt="2024-06-11T05:40:52.601" v="1" actId="478"/>
          <ac:picMkLst>
            <pc:docMk/>
            <pc:sldMk cId="2782649627" sldId="272"/>
            <ac:picMk id="19" creationId="{C9AB8654-B4F1-ACB2-8008-54D29E1B2F77}"/>
          </ac:picMkLst>
        </pc:picChg>
        <pc:picChg chg="del">
          <ac:chgData name="이유림" userId="c4f7c10e-9591-4e08-8489-adf65147d8f2" providerId="ADAL" clId="{930649B4-7F8C-47B2-9D96-0ABC59EB6192}" dt="2024-06-11T05:40:52.601" v="1" actId="478"/>
          <ac:picMkLst>
            <pc:docMk/>
            <pc:sldMk cId="2782649627" sldId="272"/>
            <ac:picMk id="20" creationId="{824F5ECE-BA3D-3E3B-1259-CBEC0416989E}"/>
          </ac:picMkLst>
        </pc:picChg>
        <pc:picChg chg="add mod">
          <ac:chgData name="이유림" userId="c4f7c10e-9591-4e08-8489-adf65147d8f2" providerId="ADAL" clId="{930649B4-7F8C-47B2-9D96-0ABC59EB6192}" dt="2024-06-11T05:40:53.049" v="2"/>
          <ac:picMkLst>
            <pc:docMk/>
            <pc:sldMk cId="2782649627" sldId="272"/>
            <ac:picMk id="21" creationId="{6C4730A5-417A-BB5B-4754-75C9EE597CF9}"/>
          </ac:picMkLst>
        </pc:picChg>
        <pc:picChg chg="add mod">
          <ac:chgData name="이유림" userId="c4f7c10e-9591-4e08-8489-adf65147d8f2" providerId="ADAL" clId="{930649B4-7F8C-47B2-9D96-0ABC59EB6192}" dt="2024-06-11T05:40:53.049" v="2"/>
          <ac:picMkLst>
            <pc:docMk/>
            <pc:sldMk cId="2782649627" sldId="272"/>
            <ac:picMk id="23" creationId="{67B75358-10C1-9606-B0A9-F0D13C6F2E6C}"/>
          </ac:picMkLst>
        </pc:picChg>
        <pc:picChg chg="del">
          <ac:chgData name="이유림" userId="c4f7c10e-9591-4e08-8489-adf65147d8f2" providerId="ADAL" clId="{930649B4-7F8C-47B2-9D96-0ABC59EB6192}" dt="2024-06-11T05:40:52.601" v="1" actId="478"/>
          <ac:picMkLst>
            <pc:docMk/>
            <pc:sldMk cId="2782649627" sldId="272"/>
            <ac:picMk id="24" creationId="{D1B5CAAA-DADC-02E0-CB92-5C8247F36C57}"/>
          </ac:picMkLst>
        </pc:picChg>
        <pc:picChg chg="add mod">
          <ac:chgData name="이유림" userId="c4f7c10e-9591-4e08-8489-adf65147d8f2" providerId="ADAL" clId="{930649B4-7F8C-47B2-9D96-0ABC59EB6192}" dt="2024-06-11T05:40:53.049" v="2"/>
          <ac:picMkLst>
            <pc:docMk/>
            <pc:sldMk cId="2782649627" sldId="272"/>
            <ac:picMk id="25" creationId="{BBE89424-DF9F-6AC6-EC10-8AD9187EBB59}"/>
          </ac:picMkLst>
        </pc:picChg>
        <pc:picChg chg="add mod">
          <ac:chgData name="이유림" userId="c4f7c10e-9591-4e08-8489-adf65147d8f2" providerId="ADAL" clId="{930649B4-7F8C-47B2-9D96-0ABC59EB6192}" dt="2024-06-11T05:40:53.049" v="2"/>
          <ac:picMkLst>
            <pc:docMk/>
            <pc:sldMk cId="2782649627" sldId="272"/>
            <ac:picMk id="26" creationId="{AC0197A8-0F66-1775-C4E5-7D30AC03476F}"/>
          </ac:picMkLst>
        </pc:picChg>
        <pc:picChg chg="add mod">
          <ac:chgData name="이유림" userId="c4f7c10e-9591-4e08-8489-adf65147d8f2" providerId="ADAL" clId="{930649B4-7F8C-47B2-9D96-0ABC59EB6192}" dt="2024-06-11T05:40:53.049" v="2"/>
          <ac:picMkLst>
            <pc:docMk/>
            <pc:sldMk cId="2782649627" sldId="272"/>
            <ac:picMk id="27" creationId="{AEB9E879-B4A8-C1A5-3CD3-050016DCE20B}"/>
          </ac:picMkLst>
        </pc:picChg>
        <pc:picChg chg="del">
          <ac:chgData name="이유림" userId="c4f7c10e-9591-4e08-8489-adf65147d8f2" providerId="ADAL" clId="{930649B4-7F8C-47B2-9D96-0ABC59EB6192}" dt="2024-06-11T05:40:52.601" v="1" actId="478"/>
          <ac:picMkLst>
            <pc:docMk/>
            <pc:sldMk cId="2782649627" sldId="272"/>
            <ac:picMk id="28" creationId="{F81F457E-FEB4-E9CD-2DB8-D468098F8C88}"/>
          </ac:picMkLst>
        </pc:picChg>
        <pc:picChg chg="add mod">
          <ac:chgData name="이유림" userId="c4f7c10e-9591-4e08-8489-adf65147d8f2" providerId="ADAL" clId="{930649B4-7F8C-47B2-9D96-0ABC59EB6192}" dt="2024-06-11T05:40:53.049" v="2"/>
          <ac:picMkLst>
            <pc:docMk/>
            <pc:sldMk cId="2782649627" sldId="272"/>
            <ac:picMk id="29" creationId="{BEED3F9D-7583-24A6-48EA-E5925B5C86FD}"/>
          </ac:picMkLst>
        </pc:picChg>
        <pc:picChg chg="add mod">
          <ac:chgData name="이유림" userId="c4f7c10e-9591-4e08-8489-adf65147d8f2" providerId="ADAL" clId="{930649B4-7F8C-47B2-9D96-0ABC59EB6192}" dt="2024-06-11T05:40:53.049" v="2"/>
          <ac:picMkLst>
            <pc:docMk/>
            <pc:sldMk cId="2782649627" sldId="272"/>
            <ac:picMk id="30" creationId="{EEA8DE1A-BBE2-6C21-A962-A5B1CE597404}"/>
          </ac:picMkLst>
        </pc:picChg>
        <pc:picChg chg="add mod">
          <ac:chgData name="이유림" userId="c4f7c10e-9591-4e08-8489-adf65147d8f2" providerId="ADAL" clId="{930649B4-7F8C-47B2-9D96-0ABC59EB6192}" dt="2024-06-11T05:40:53.049" v="2"/>
          <ac:picMkLst>
            <pc:docMk/>
            <pc:sldMk cId="2782649627" sldId="272"/>
            <ac:picMk id="31" creationId="{DCFBDAD7-C893-6CCB-8100-72CF550295C0}"/>
          </ac:picMkLst>
        </pc:picChg>
        <pc:picChg chg="add mod">
          <ac:chgData name="이유림" userId="c4f7c10e-9591-4e08-8489-adf65147d8f2" providerId="ADAL" clId="{930649B4-7F8C-47B2-9D96-0ABC59EB6192}" dt="2024-06-11T05:40:53.049" v="2"/>
          <ac:picMkLst>
            <pc:docMk/>
            <pc:sldMk cId="2782649627" sldId="272"/>
            <ac:picMk id="32" creationId="{D81A90BB-5ABC-8EB0-8396-13450A7D70F3}"/>
          </ac:picMkLst>
        </pc:picChg>
        <pc:picChg chg="del">
          <ac:chgData name="이유림" userId="c4f7c10e-9591-4e08-8489-adf65147d8f2" providerId="ADAL" clId="{930649B4-7F8C-47B2-9D96-0ABC59EB6192}" dt="2024-06-11T05:40:52.601" v="1" actId="478"/>
          <ac:picMkLst>
            <pc:docMk/>
            <pc:sldMk cId="2782649627" sldId="272"/>
            <ac:picMk id="33" creationId="{76EC9CA0-68B6-E0C3-E44E-FF402EE01E1C}"/>
          </ac:picMkLst>
        </pc:picChg>
        <pc:picChg chg="del">
          <ac:chgData name="이유림" userId="c4f7c10e-9591-4e08-8489-adf65147d8f2" providerId="ADAL" clId="{930649B4-7F8C-47B2-9D96-0ABC59EB6192}" dt="2024-06-11T05:40:52.601" v="1" actId="478"/>
          <ac:picMkLst>
            <pc:docMk/>
            <pc:sldMk cId="2782649627" sldId="272"/>
            <ac:picMk id="34" creationId="{12393656-4788-AD20-CB34-8D8D5D578EDC}"/>
          </ac:picMkLst>
        </pc:picChg>
        <pc:picChg chg="del">
          <ac:chgData name="이유림" userId="c4f7c10e-9591-4e08-8489-adf65147d8f2" providerId="ADAL" clId="{930649B4-7F8C-47B2-9D96-0ABC59EB6192}" dt="2024-06-11T05:40:52.601" v="1" actId="478"/>
          <ac:picMkLst>
            <pc:docMk/>
            <pc:sldMk cId="2782649627" sldId="272"/>
            <ac:picMk id="35" creationId="{6EE9E4FF-76A0-2093-E7BB-92BBB39F5E1B}"/>
          </ac:picMkLst>
        </pc:picChg>
        <pc:picChg chg="add mod">
          <ac:chgData name="이유림" userId="c4f7c10e-9591-4e08-8489-adf65147d8f2" providerId="ADAL" clId="{930649B4-7F8C-47B2-9D96-0ABC59EB6192}" dt="2024-06-11T05:40:53.049" v="2"/>
          <ac:picMkLst>
            <pc:docMk/>
            <pc:sldMk cId="2782649627" sldId="272"/>
            <ac:picMk id="36" creationId="{E538CAE7-1DAB-8181-C869-2B4E05DE5FF1}"/>
          </ac:picMkLst>
        </pc:picChg>
        <pc:picChg chg="del">
          <ac:chgData name="이유림" userId="c4f7c10e-9591-4e08-8489-adf65147d8f2" providerId="ADAL" clId="{930649B4-7F8C-47B2-9D96-0ABC59EB6192}" dt="2024-06-11T05:40:52.601" v="1" actId="478"/>
          <ac:picMkLst>
            <pc:docMk/>
            <pc:sldMk cId="2782649627" sldId="272"/>
            <ac:picMk id="37" creationId="{640195CB-4692-1F0C-FF24-739069240504}"/>
          </ac:picMkLst>
        </pc:picChg>
        <pc:picChg chg="add mod">
          <ac:chgData name="이유림" userId="c4f7c10e-9591-4e08-8489-adf65147d8f2" providerId="ADAL" clId="{930649B4-7F8C-47B2-9D96-0ABC59EB6192}" dt="2024-06-11T05:40:53.049" v="2"/>
          <ac:picMkLst>
            <pc:docMk/>
            <pc:sldMk cId="2782649627" sldId="272"/>
            <ac:picMk id="38" creationId="{711485D7-F957-57BB-4E7F-DB6BE917A8FD}"/>
          </ac:picMkLst>
        </pc:picChg>
        <pc:picChg chg="del">
          <ac:chgData name="이유림" userId="c4f7c10e-9591-4e08-8489-adf65147d8f2" providerId="ADAL" clId="{930649B4-7F8C-47B2-9D96-0ABC59EB6192}" dt="2024-06-11T05:40:52.601" v="1" actId="478"/>
          <ac:picMkLst>
            <pc:docMk/>
            <pc:sldMk cId="2782649627" sldId="272"/>
            <ac:picMk id="39" creationId="{566312C1-6B1D-CC31-799B-81558A2D5905}"/>
          </ac:picMkLst>
        </pc:picChg>
        <pc:picChg chg="add mod">
          <ac:chgData name="이유림" userId="c4f7c10e-9591-4e08-8489-adf65147d8f2" providerId="ADAL" clId="{930649B4-7F8C-47B2-9D96-0ABC59EB6192}" dt="2024-06-11T05:40:53.049" v="2"/>
          <ac:picMkLst>
            <pc:docMk/>
            <pc:sldMk cId="2782649627" sldId="272"/>
            <ac:picMk id="40" creationId="{194A3946-4F2E-EE9D-86C2-A8A0D714B6DC}"/>
          </ac:picMkLst>
        </pc:picChg>
        <pc:picChg chg="add mod">
          <ac:chgData name="이유림" userId="c4f7c10e-9591-4e08-8489-adf65147d8f2" providerId="ADAL" clId="{930649B4-7F8C-47B2-9D96-0ABC59EB6192}" dt="2024-06-11T05:40:53.049" v="2"/>
          <ac:picMkLst>
            <pc:docMk/>
            <pc:sldMk cId="2782649627" sldId="272"/>
            <ac:picMk id="41" creationId="{9243BB48-A7DF-C61C-4863-5AA1B98DD8F2}"/>
          </ac:picMkLst>
        </pc:picChg>
        <pc:picChg chg="add mod">
          <ac:chgData name="이유림" userId="c4f7c10e-9591-4e08-8489-adf65147d8f2" providerId="ADAL" clId="{930649B4-7F8C-47B2-9D96-0ABC59EB6192}" dt="2024-06-11T05:46:32.544" v="91" actId="1076"/>
          <ac:picMkLst>
            <pc:docMk/>
            <pc:sldMk cId="2782649627" sldId="272"/>
            <ac:picMk id="42" creationId="{33CA794D-F5BC-C51D-C76B-6B4E49B4D07D}"/>
          </ac:picMkLst>
        </pc:picChg>
        <pc:picChg chg="add mod">
          <ac:chgData name="이유림" userId="c4f7c10e-9591-4e08-8489-adf65147d8f2" providerId="ADAL" clId="{930649B4-7F8C-47B2-9D96-0ABC59EB6192}" dt="2024-06-11T05:40:53.049" v="2"/>
          <ac:picMkLst>
            <pc:docMk/>
            <pc:sldMk cId="2782649627" sldId="272"/>
            <ac:picMk id="43" creationId="{F65ED337-A486-E421-9E8E-2184552B4823}"/>
          </ac:picMkLst>
        </pc:picChg>
        <pc:picChg chg="add mod">
          <ac:chgData name="이유림" userId="c4f7c10e-9591-4e08-8489-adf65147d8f2" providerId="ADAL" clId="{930649B4-7F8C-47B2-9D96-0ABC59EB6192}" dt="2024-06-11T05:40:53.049" v="2"/>
          <ac:picMkLst>
            <pc:docMk/>
            <pc:sldMk cId="2782649627" sldId="272"/>
            <ac:picMk id="44" creationId="{60C9785F-998A-12E3-F951-EF1AD5B1D264}"/>
          </ac:picMkLst>
        </pc:picChg>
        <pc:picChg chg="add mod">
          <ac:chgData name="이유림" userId="c4f7c10e-9591-4e08-8489-adf65147d8f2" providerId="ADAL" clId="{930649B4-7F8C-47B2-9D96-0ABC59EB6192}" dt="2024-06-11T05:40:53.049" v="2"/>
          <ac:picMkLst>
            <pc:docMk/>
            <pc:sldMk cId="2782649627" sldId="272"/>
            <ac:picMk id="46" creationId="{004B64A8-ED05-A0B2-FD79-D733B3C253F0}"/>
          </ac:picMkLst>
        </pc:picChg>
        <pc:picChg chg="add mod">
          <ac:chgData name="이유림" userId="c4f7c10e-9591-4e08-8489-adf65147d8f2" providerId="ADAL" clId="{930649B4-7F8C-47B2-9D96-0ABC59EB6192}" dt="2024-06-11T05:40:53.049" v="2"/>
          <ac:picMkLst>
            <pc:docMk/>
            <pc:sldMk cId="2782649627" sldId="272"/>
            <ac:picMk id="47" creationId="{91904D70-850C-A09A-34FB-7EA04B8A97E8}"/>
          </ac:picMkLst>
        </pc:picChg>
        <pc:picChg chg="del">
          <ac:chgData name="이유림" userId="c4f7c10e-9591-4e08-8489-adf65147d8f2" providerId="ADAL" clId="{930649B4-7F8C-47B2-9D96-0ABC59EB6192}" dt="2024-06-11T05:40:52.601" v="1" actId="478"/>
          <ac:picMkLst>
            <pc:docMk/>
            <pc:sldMk cId="2782649627" sldId="272"/>
            <ac:picMk id="49" creationId="{31E93594-8261-8A92-BA1E-7D62945D01C2}"/>
          </ac:picMkLst>
        </pc:picChg>
        <pc:picChg chg="del">
          <ac:chgData name="이유림" userId="c4f7c10e-9591-4e08-8489-adf65147d8f2" providerId="ADAL" clId="{930649B4-7F8C-47B2-9D96-0ABC59EB6192}" dt="2024-06-11T05:40:52.601" v="1" actId="478"/>
          <ac:picMkLst>
            <pc:docMk/>
            <pc:sldMk cId="2782649627" sldId="272"/>
            <ac:picMk id="51" creationId="{6CF3E009-BF10-A038-E883-382D3255AD56}"/>
          </ac:picMkLst>
        </pc:picChg>
        <pc:picChg chg="del">
          <ac:chgData name="이유림" userId="c4f7c10e-9591-4e08-8489-adf65147d8f2" providerId="ADAL" clId="{930649B4-7F8C-47B2-9D96-0ABC59EB6192}" dt="2024-06-11T05:40:52.601" v="1" actId="478"/>
          <ac:picMkLst>
            <pc:docMk/>
            <pc:sldMk cId="2782649627" sldId="272"/>
            <ac:picMk id="52" creationId="{6A4A9BF0-B5A1-D4C6-2371-6754BC25CC3D}"/>
          </ac:picMkLst>
        </pc:picChg>
        <pc:picChg chg="del">
          <ac:chgData name="이유림" userId="c4f7c10e-9591-4e08-8489-adf65147d8f2" providerId="ADAL" clId="{930649B4-7F8C-47B2-9D96-0ABC59EB6192}" dt="2024-06-11T05:40:52.601" v="1" actId="478"/>
          <ac:picMkLst>
            <pc:docMk/>
            <pc:sldMk cId="2782649627" sldId="272"/>
            <ac:picMk id="54" creationId="{1462E3A6-0C1F-E634-E527-0505EFC683BC}"/>
          </ac:picMkLst>
        </pc:picChg>
        <pc:picChg chg="del">
          <ac:chgData name="이유림" userId="c4f7c10e-9591-4e08-8489-adf65147d8f2" providerId="ADAL" clId="{930649B4-7F8C-47B2-9D96-0ABC59EB6192}" dt="2024-06-11T05:40:52.601" v="1" actId="478"/>
          <ac:picMkLst>
            <pc:docMk/>
            <pc:sldMk cId="2782649627" sldId="272"/>
            <ac:picMk id="55" creationId="{96B3017E-F887-A902-9FEA-627544257FAC}"/>
          </ac:picMkLst>
        </pc:picChg>
        <pc:picChg chg="add mod">
          <ac:chgData name="이유림" userId="c4f7c10e-9591-4e08-8489-adf65147d8f2" providerId="ADAL" clId="{930649B4-7F8C-47B2-9D96-0ABC59EB6192}" dt="2024-06-11T05:46:32.544" v="91" actId="1076"/>
          <ac:picMkLst>
            <pc:docMk/>
            <pc:sldMk cId="2782649627" sldId="272"/>
            <ac:picMk id="57" creationId="{CD69A164-0027-3D0F-BA5C-01B9A7B5499F}"/>
          </ac:picMkLst>
        </pc:picChg>
        <pc:cxnChg chg="del">
          <ac:chgData name="이유림" userId="c4f7c10e-9591-4e08-8489-adf65147d8f2" providerId="ADAL" clId="{930649B4-7F8C-47B2-9D96-0ABC59EB6192}" dt="2024-06-11T05:40:52.601" v="1" actId="478"/>
          <ac:cxnSpMkLst>
            <pc:docMk/>
            <pc:sldMk cId="2782649627" sldId="272"/>
            <ac:cxnSpMk id="6" creationId="{356A5D00-F28E-E7E2-45DA-0DCA1E183C82}"/>
          </ac:cxnSpMkLst>
        </pc:cxnChg>
        <pc:cxnChg chg="add mod">
          <ac:chgData name="이유림" userId="c4f7c10e-9591-4e08-8489-adf65147d8f2" providerId="ADAL" clId="{930649B4-7F8C-47B2-9D96-0ABC59EB6192}" dt="2024-06-11T05:46:32.544" v="91" actId="1076"/>
          <ac:cxnSpMkLst>
            <pc:docMk/>
            <pc:sldMk cId="2782649627" sldId="272"/>
            <ac:cxnSpMk id="9" creationId="{6CB48E60-EEBB-19EA-4AD8-2B571172C8C2}"/>
          </ac:cxnSpMkLst>
        </pc:cxnChg>
        <pc:cxnChg chg="del">
          <ac:chgData name="이유림" userId="c4f7c10e-9591-4e08-8489-adf65147d8f2" providerId="ADAL" clId="{930649B4-7F8C-47B2-9D96-0ABC59EB6192}" dt="2024-06-11T05:40:52.601" v="1" actId="478"/>
          <ac:cxnSpMkLst>
            <pc:docMk/>
            <pc:sldMk cId="2782649627" sldId="272"/>
            <ac:cxnSpMk id="13" creationId="{93D2F980-4F31-B9ED-5F51-12426D10423D}"/>
          </ac:cxnSpMkLst>
        </pc:cxnChg>
        <pc:cxnChg chg="add mod">
          <ac:chgData name="이유림" userId="c4f7c10e-9591-4e08-8489-adf65147d8f2" providerId="ADAL" clId="{930649B4-7F8C-47B2-9D96-0ABC59EB6192}" dt="2024-06-12T01:20:07.598" v="1573" actId="14100"/>
          <ac:cxnSpMkLst>
            <pc:docMk/>
            <pc:sldMk cId="2782649627" sldId="272"/>
            <ac:cxnSpMk id="18" creationId="{5C2594C0-07F0-2CD1-7F2F-A67C672D5399}"/>
          </ac:cxnSpMkLst>
        </pc:cxnChg>
      </pc:sldChg>
      <pc:sldChg chg="modSp mod">
        <pc:chgData name="이유림" userId="c4f7c10e-9591-4e08-8489-adf65147d8f2" providerId="ADAL" clId="{930649B4-7F8C-47B2-9D96-0ABC59EB6192}" dt="2024-06-13T05:32:08.932" v="1601" actId="465"/>
        <pc:sldMkLst>
          <pc:docMk/>
          <pc:sldMk cId="2466279025" sldId="276"/>
        </pc:sldMkLst>
        <pc:spChg chg="mod">
          <ac:chgData name="이유림" userId="c4f7c10e-9591-4e08-8489-adf65147d8f2" providerId="ADAL" clId="{930649B4-7F8C-47B2-9D96-0ABC59EB6192}" dt="2024-06-11T06:45:04.569" v="723" actId="20577"/>
          <ac:spMkLst>
            <pc:docMk/>
            <pc:sldMk cId="2466279025" sldId="276"/>
            <ac:spMk id="6" creationId="{15141728-A305-8742-8C53-C14A4823EEFE}"/>
          </ac:spMkLst>
        </pc:spChg>
        <pc:spChg chg="mod">
          <ac:chgData name="이유림" userId="c4f7c10e-9591-4e08-8489-adf65147d8f2" providerId="ADAL" clId="{930649B4-7F8C-47B2-9D96-0ABC59EB6192}" dt="2024-06-11T05:55:16.195" v="128" actId="20577"/>
          <ac:spMkLst>
            <pc:docMk/>
            <pc:sldMk cId="2466279025" sldId="276"/>
            <ac:spMk id="50" creationId="{EB7D61D9-3C96-5D9A-41EF-E60C8B2AADC2}"/>
          </ac:spMkLst>
        </pc:spChg>
        <pc:spChg chg="mod">
          <ac:chgData name="이유림" userId="c4f7c10e-9591-4e08-8489-adf65147d8f2" providerId="ADAL" clId="{930649B4-7F8C-47B2-9D96-0ABC59EB6192}" dt="2024-06-13T05:32:02.133" v="1600" actId="6549"/>
          <ac:spMkLst>
            <pc:docMk/>
            <pc:sldMk cId="2466279025" sldId="276"/>
            <ac:spMk id="52" creationId="{7D8793DD-5632-37CB-DEFC-F8377686BF83}"/>
          </ac:spMkLst>
        </pc:spChg>
        <pc:spChg chg="mod">
          <ac:chgData name="이유림" userId="c4f7c10e-9591-4e08-8489-adf65147d8f2" providerId="ADAL" clId="{930649B4-7F8C-47B2-9D96-0ABC59EB6192}" dt="2024-06-12T01:12:03.874" v="1264" actId="20577"/>
          <ac:spMkLst>
            <pc:docMk/>
            <pc:sldMk cId="2466279025" sldId="276"/>
            <ac:spMk id="56" creationId="{E9D28607-B0D6-75A7-47F7-8DD5D3172490}"/>
          </ac:spMkLst>
        </pc:spChg>
        <pc:spChg chg="mod">
          <ac:chgData name="이유림" userId="c4f7c10e-9591-4e08-8489-adf65147d8f2" providerId="ADAL" clId="{930649B4-7F8C-47B2-9D96-0ABC59EB6192}" dt="2024-06-11T06:04:36.733" v="288" actId="1076"/>
          <ac:spMkLst>
            <pc:docMk/>
            <pc:sldMk cId="2466279025" sldId="276"/>
            <ac:spMk id="60" creationId="{27F4FD55-5E51-94D6-8961-C81AFF3EC6D0}"/>
          </ac:spMkLst>
        </pc:spChg>
        <pc:spChg chg="mod">
          <ac:chgData name="이유림" userId="c4f7c10e-9591-4e08-8489-adf65147d8f2" providerId="ADAL" clId="{930649B4-7F8C-47B2-9D96-0ABC59EB6192}" dt="2024-06-11T06:04:36.733" v="288" actId="1076"/>
          <ac:spMkLst>
            <pc:docMk/>
            <pc:sldMk cId="2466279025" sldId="276"/>
            <ac:spMk id="61" creationId="{00EFB5C8-2104-7503-E991-9C789E7FE983}"/>
          </ac:spMkLst>
        </pc:spChg>
        <pc:spChg chg="mod">
          <ac:chgData name="이유림" userId="c4f7c10e-9591-4e08-8489-adf65147d8f2" providerId="ADAL" clId="{930649B4-7F8C-47B2-9D96-0ABC59EB6192}" dt="2024-06-11T06:14:26.096" v="529" actId="1076"/>
          <ac:spMkLst>
            <pc:docMk/>
            <pc:sldMk cId="2466279025" sldId="276"/>
            <ac:spMk id="62" creationId="{466C8CC7-48DF-07C9-EB44-354C9684A266}"/>
          </ac:spMkLst>
        </pc:spChg>
        <pc:spChg chg="mod">
          <ac:chgData name="이유림" userId="c4f7c10e-9591-4e08-8489-adf65147d8f2" providerId="ADAL" clId="{930649B4-7F8C-47B2-9D96-0ABC59EB6192}" dt="2024-06-12T01:13:56.485" v="1353" actId="313"/>
          <ac:spMkLst>
            <pc:docMk/>
            <pc:sldMk cId="2466279025" sldId="276"/>
            <ac:spMk id="63" creationId="{3D2ABEC0-FE94-A18C-5739-A185A38F80B4}"/>
          </ac:spMkLst>
        </pc:spChg>
        <pc:spChg chg="mod">
          <ac:chgData name="이유림" userId="c4f7c10e-9591-4e08-8489-adf65147d8f2" providerId="ADAL" clId="{930649B4-7F8C-47B2-9D96-0ABC59EB6192}" dt="2024-06-12T01:12:55.802" v="1305" actId="20577"/>
          <ac:spMkLst>
            <pc:docMk/>
            <pc:sldMk cId="2466279025" sldId="276"/>
            <ac:spMk id="128" creationId="{874908EE-4D1F-DCA1-DAAB-4DF73D622422}"/>
          </ac:spMkLst>
        </pc:spChg>
        <pc:spChg chg="mod">
          <ac:chgData name="이유림" userId="c4f7c10e-9591-4e08-8489-adf65147d8f2" providerId="ADAL" clId="{930649B4-7F8C-47B2-9D96-0ABC59EB6192}" dt="2024-06-12T01:26:16.508" v="1599" actId="313"/>
          <ac:spMkLst>
            <pc:docMk/>
            <pc:sldMk cId="2466279025" sldId="276"/>
            <ac:spMk id="130" creationId="{EE4C7E90-DA52-1EF3-D8E6-BF09A54A2E18}"/>
          </ac:spMkLst>
        </pc:spChg>
        <pc:spChg chg="mod">
          <ac:chgData name="이유림" userId="c4f7c10e-9591-4e08-8489-adf65147d8f2" providerId="ADAL" clId="{930649B4-7F8C-47B2-9D96-0ABC59EB6192}" dt="2024-06-11T05:59:41.788" v="238" actId="20577"/>
          <ac:spMkLst>
            <pc:docMk/>
            <pc:sldMk cId="2466279025" sldId="276"/>
            <ac:spMk id="132" creationId="{F30228F8-1758-35D1-B384-D47731624E75}"/>
          </ac:spMkLst>
        </pc:spChg>
        <pc:spChg chg="mod">
          <ac:chgData name="이유림" userId="c4f7c10e-9591-4e08-8489-adf65147d8f2" providerId="ADAL" clId="{930649B4-7F8C-47B2-9D96-0ABC59EB6192}" dt="2024-06-12T01:14:07.922" v="1355" actId="6549"/>
          <ac:spMkLst>
            <pc:docMk/>
            <pc:sldMk cId="2466279025" sldId="276"/>
            <ac:spMk id="173" creationId="{0A1E09A7-076E-1743-BC0F-172F6CCD32CB}"/>
          </ac:spMkLst>
        </pc:spChg>
        <pc:spChg chg="mod">
          <ac:chgData name="이유림" userId="c4f7c10e-9591-4e08-8489-adf65147d8f2" providerId="ADAL" clId="{930649B4-7F8C-47B2-9D96-0ABC59EB6192}" dt="2024-06-11T06:15:50.565" v="585" actId="20577"/>
          <ac:spMkLst>
            <pc:docMk/>
            <pc:sldMk cId="2466279025" sldId="276"/>
            <ac:spMk id="174" creationId="{594865E3-3C50-FB48-8316-2CD3220D232E}"/>
          </ac:spMkLst>
        </pc:spChg>
        <pc:spChg chg="mod">
          <ac:chgData name="이유림" userId="c4f7c10e-9591-4e08-8489-adf65147d8f2" providerId="ADAL" clId="{930649B4-7F8C-47B2-9D96-0ABC59EB6192}" dt="2024-06-11T06:35:12.703" v="589" actId="6549"/>
          <ac:spMkLst>
            <pc:docMk/>
            <pc:sldMk cId="2466279025" sldId="276"/>
            <ac:spMk id="176" creationId="{BD1BC246-BA7D-3AD7-9AA1-F5C69D1B2C48}"/>
          </ac:spMkLst>
        </pc:spChg>
        <pc:spChg chg="mod">
          <ac:chgData name="이유림" userId="c4f7c10e-9591-4e08-8489-adf65147d8f2" providerId="ADAL" clId="{930649B4-7F8C-47B2-9D96-0ABC59EB6192}" dt="2024-06-12T01:14:03.387" v="1354" actId="6549"/>
          <ac:spMkLst>
            <pc:docMk/>
            <pc:sldMk cId="2466279025" sldId="276"/>
            <ac:spMk id="178" creationId="{44247B0E-BD32-3F4F-6353-7CD3B7209D74}"/>
          </ac:spMkLst>
        </pc:spChg>
        <pc:grpChg chg="mod">
          <ac:chgData name="이유림" userId="c4f7c10e-9591-4e08-8489-adf65147d8f2" providerId="ADAL" clId="{930649B4-7F8C-47B2-9D96-0ABC59EB6192}" dt="2024-06-13T05:32:08.932" v="1601" actId="465"/>
          <ac:grpSpMkLst>
            <pc:docMk/>
            <pc:sldMk cId="2466279025" sldId="276"/>
            <ac:grpSpMk id="2" creationId="{D8FCE8D8-BD55-75F1-6072-6E7B2129063E}"/>
          </ac:grpSpMkLst>
        </pc:grpChg>
      </pc:sldChg>
    </pc:docChg>
  </pc:docChgLst>
  <pc:docChgLst>
    <pc:chgData name="유승철" userId="9584054c-e08f-4935-bde6-b53c2dd0dfbc" providerId="ADAL" clId="{0C16A46F-7E54-4F5C-9077-C6EA1197FBB3}"/>
    <pc:docChg chg="undo custSel modSld">
      <pc:chgData name="유승철" userId="9584054c-e08f-4935-bde6-b53c2dd0dfbc" providerId="ADAL" clId="{0C16A46F-7E54-4F5C-9077-C6EA1197FBB3}" dt="2024-03-14T02:14:39.332" v="688" actId="207"/>
      <pc:docMkLst>
        <pc:docMk/>
      </pc:docMkLst>
      <pc:sldChg chg="addSp delSp modSp mod">
        <pc:chgData name="유승철" userId="9584054c-e08f-4935-bde6-b53c2dd0dfbc" providerId="ADAL" clId="{0C16A46F-7E54-4F5C-9077-C6EA1197FBB3}" dt="2024-03-14T02:14:39.332" v="688" actId="207"/>
        <pc:sldMkLst>
          <pc:docMk/>
          <pc:sldMk cId="2782649627" sldId="272"/>
        </pc:sldMkLst>
        <pc:spChg chg="mod">
          <ac:chgData name="유승철" userId="9584054c-e08f-4935-bde6-b53c2dd0dfbc" providerId="ADAL" clId="{0C16A46F-7E54-4F5C-9077-C6EA1197FBB3}" dt="2024-03-14T02:14:39.332" v="688" actId="207"/>
          <ac:spMkLst>
            <pc:docMk/>
            <pc:sldMk cId="2782649627" sldId="272"/>
            <ac:spMk id="13" creationId="{77BD7587-EE51-C62A-38E6-5F3901B35EEB}"/>
          </ac:spMkLst>
        </pc:spChg>
        <pc:spChg chg="add mod">
          <ac:chgData name="유승철" userId="9584054c-e08f-4935-bde6-b53c2dd0dfbc" providerId="ADAL" clId="{0C16A46F-7E54-4F5C-9077-C6EA1197FBB3}" dt="2024-03-14T02:09:26.574" v="582" actId="1076"/>
          <ac:spMkLst>
            <pc:docMk/>
            <pc:sldMk cId="2782649627" sldId="272"/>
            <ac:spMk id="25" creationId="{A48B82B3-450A-F9E7-BEEE-EFA39EAE37F6}"/>
          </ac:spMkLst>
        </pc:spChg>
        <pc:spChg chg="add mod">
          <ac:chgData name="유승철" userId="9584054c-e08f-4935-bde6-b53c2dd0dfbc" providerId="ADAL" clId="{0C16A46F-7E54-4F5C-9077-C6EA1197FBB3}" dt="2024-03-14T02:09:34.770" v="585" actId="1076"/>
          <ac:spMkLst>
            <pc:docMk/>
            <pc:sldMk cId="2782649627" sldId="272"/>
            <ac:spMk id="26" creationId="{F5F888DE-DA48-D72C-DC3A-4531FF8E30FB}"/>
          </ac:spMkLst>
        </pc:spChg>
        <pc:spChg chg="add mod">
          <ac:chgData name="유승철" userId="9584054c-e08f-4935-bde6-b53c2dd0dfbc" providerId="ADAL" clId="{0C16A46F-7E54-4F5C-9077-C6EA1197FBB3}" dt="2024-03-14T02:10:11.351" v="594" actId="14100"/>
          <ac:spMkLst>
            <pc:docMk/>
            <pc:sldMk cId="2782649627" sldId="272"/>
            <ac:spMk id="27" creationId="{7C96918A-463D-1A4D-4C56-F922F2474A9B}"/>
          </ac:spMkLst>
        </pc:spChg>
        <pc:spChg chg="add del mod">
          <ac:chgData name="유승철" userId="9584054c-e08f-4935-bde6-b53c2dd0dfbc" providerId="ADAL" clId="{0C16A46F-7E54-4F5C-9077-C6EA1197FBB3}" dt="2024-03-14T02:10:00.397" v="590" actId="478"/>
          <ac:spMkLst>
            <pc:docMk/>
            <pc:sldMk cId="2782649627" sldId="272"/>
            <ac:spMk id="28" creationId="{C7181037-25AD-9C23-C1E8-ADEB27750E5F}"/>
          </ac:spMkLst>
        </pc:spChg>
        <pc:spChg chg="add mod">
          <ac:chgData name="유승철" userId="9584054c-e08f-4935-bde6-b53c2dd0dfbc" providerId="ADAL" clId="{0C16A46F-7E54-4F5C-9077-C6EA1197FBB3}" dt="2024-03-14T02:10:30.779" v="664" actId="207"/>
          <ac:spMkLst>
            <pc:docMk/>
            <pc:sldMk cId="2782649627" sldId="272"/>
            <ac:spMk id="30" creationId="{4538FA8C-503D-7BF1-FB1B-A2F529773F40}"/>
          </ac:spMkLst>
        </pc:spChg>
      </pc:sldChg>
      <pc:sldChg chg="modSp mod">
        <pc:chgData name="유승철" userId="9584054c-e08f-4935-bde6-b53c2dd0dfbc" providerId="ADAL" clId="{0C16A46F-7E54-4F5C-9077-C6EA1197FBB3}" dt="2024-03-14T02:03:59.502" v="578" actId="207"/>
        <pc:sldMkLst>
          <pc:docMk/>
          <pc:sldMk cId="2466279025" sldId="276"/>
        </pc:sldMkLst>
        <pc:spChg chg="mod">
          <ac:chgData name="유승철" userId="9584054c-e08f-4935-bde6-b53c2dd0dfbc" providerId="ADAL" clId="{0C16A46F-7E54-4F5C-9077-C6EA1197FBB3}" dt="2024-03-14T01:33:50.004" v="9" actId="400"/>
          <ac:spMkLst>
            <pc:docMk/>
            <pc:sldMk cId="2466279025" sldId="276"/>
            <ac:spMk id="50" creationId="{EB7D61D9-3C96-5D9A-41EF-E60C8B2AADC2}"/>
          </ac:spMkLst>
        </pc:spChg>
        <pc:spChg chg="mod">
          <ac:chgData name="유승철" userId="9584054c-e08f-4935-bde6-b53c2dd0dfbc" providerId="ADAL" clId="{0C16A46F-7E54-4F5C-9077-C6EA1197FBB3}" dt="2024-03-14T02:03:59.502" v="578" actId="207"/>
          <ac:spMkLst>
            <pc:docMk/>
            <pc:sldMk cId="2466279025" sldId="276"/>
            <ac:spMk id="52" creationId="{7D8793DD-5632-37CB-DEFC-F8377686BF83}"/>
          </ac:spMkLst>
        </pc:spChg>
        <pc:spChg chg="mod">
          <ac:chgData name="유승철" userId="9584054c-e08f-4935-bde6-b53c2dd0dfbc" providerId="ADAL" clId="{0C16A46F-7E54-4F5C-9077-C6EA1197FBB3}" dt="2024-03-14T01:47:56.710" v="162" actId="20577"/>
          <ac:spMkLst>
            <pc:docMk/>
            <pc:sldMk cId="2466279025" sldId="276"/>
            <ac:spMk id="56" creationId="{E9D28607-B0D6-75A7-47F7-8DD5D3172490}"/>
          </ac:spMkLst>
        </pc:spChg>
        <pc:spChg chg="mod">
          <ac:chgData name="유승철" userId="9584054c-e08f-4935-bde6-b53c2dd0dfbc" providerId="ADAL" clId="{0C16A46F-7E54-4F5C-9077-C6EA1197FBB3}" dt="2024-03-14T01:40:05.201" v="62" actId="400"/>
          <ac:spMkLst>
            <pc:docMk/>
            <pc:sldMk cId="2466279025" sldId="276"/>
            <ac:spMk id="128" creationId="{874908EE-4D1F-DCA1-DAAB-4DF73D622422}"/>
          </ac:spMkLst>
        </pc:spChg>
        <pc:spChg chg="mod">
          <ac:chgData name="유승철" userId="9584054c-e08f-4935-bde6-b53c2dd0dfbc" providerId="ADAL" clId="{0C16A46F-7E54-4F5C-9077-C6EA1197FBB3}" dt="2024-03-14T01:38:49.045" v="45" actId="400"/>
          <ac:spMkLst>
            <pc:docMk/>
            <pc:sldMk cId="2466279025" sldId="276"/>
            <ac:spMk id="130" creationId="{EE4C7E90-DA52-1EF3-D8E6-BF09A54A2E18}"/>
          </ac:spMkLst>
        </pc:spChg>
        <pc:spChg chg="mod">
          <ac:chgData name="유승철" userId="9584054c-e08f-4935-bde6-b53c2dd0dfbc" providerId="ADAL" clId="{0C16A46F-7E54-4F5C-9077-C6EA1197FBB3}" dt="2024-03-14T01:58:23.580" v="466" actId="20577"/>
          <ac:spMkLst>
            <pc:docMk/>
            <pc:sldMk cId="2466279025" sldId="276"/>
            <ac:spMk id="132" creationId="{F30228F8-1758-35D1-B384-D47731624E75}"/>
          </ac:spMkLst>
        </pc:spChg>
        <pc:spChg chg="mod">
          <ac:chgData name="유승철" userId="9584054c-e08f-4935-bde6-b53c2dd0dfbc" providerId="ADAL" clId="{0C16A46F-7E54-4F5C-9077-C6EA1197FBB3}" dt="2024-03-14T01:35:34.593" v="27" actId="207"/>
          <ac:spMkLst>
            <pc:docMk/>
            <pc:sldMk cId="2466279025" sldId="276"/>
            <ac:spMk id="173" creationId="{0A1E09A7-076E-1743-BC0F-172F6CCD32CB}"/>
          </ac:spMkLst>
        </pc:spChg>
        <pc:spChg chg="mod">
          <ac:chgData name="유승철" userId="9584054c-e08f-4935-bde6-b53c2dd0dfbc" providerId="ADAL" clId="{0C16A46F-7E54-4F5C-9077-C6EA1197FBB3}" dt="2024-03-14T01:35:22.971" v="25" actId="400"/>
          <ac:spMkLst>
            <pc:docMk/>
            <pc:sldMk cId="2466279025" sldId="276"/>
            <ac:spMk id="174" creationId="{594865E3-3C50-FB48-8316-2CD3220D232E}"/>
          </ac:spMkLst>
        </pc:spChg>
        <pc:spChg chg="mod">
          <ac:chgData name="유승철" userId="9584054c-e08f-4935-bde6-b53c2dd0dfbc" providerId="ADAL" clId="{0C16A46F-7E54-4F5C-9077-C6EA1197FBB3}" dt="2024-03-14T01:36:08.590" v="29" actId="400"/>
          <ac:spMkLst>
            <pc:docMk/>
            <pc:sldMk cId="2466279025" sldId="276"/>
            <ac:spMk id="176" creationId="{BD1BC246-BA7D-3AD7-9AA1-F5C69D1B2C48}"/>
          </ac:spMkLst>
        </pc:spChg>
        <pc:spChg chg="mod">
          <ac:chgData name="유승철" userId="9584054c-e08f-4935-bde6-b53c2dd0dfbc" providerId="ADAL" clId="{0C16A46F-7E54-4F5C-9077-C6EA1197FBB3}" dt="2024-03-14T01:36:56.578" v="35" actId="207"/>
          <ac:spMkLst>
            <pc:docMk/>
            <pc:sldMk cId="2466279025" sldId="276"/>
            <ac:spMk id="178" creationId="{44247B0E-BD32-3F4F-6353-7CD3B7209D74}"/>
          </ac:spMkLst>
        </pc:spChg>
      </pc:sldChg>
    </pc:docChg>
  </pc:docChgLst>
  <pc:docChgLst>
    <pc:chgData name="김예은" userId="6526923f-0c52-4639-9dbd-0f483d8fd367" providerId="ADAL" clId="{B6FD8630-E36E-470E-9FE3-09165FB880C9}"/>
    <pc:docChg chg="undo custSel modSld">
      <pc:chgData name="김예은" userId="6526923f-0c52-4639-9dbd-0f483d8fd367" providerId="ADAL" clId="{B6FD8630-E36E-470E-9FE3-09165FB880C9}" dt="2021-06-03T03:32:29.341" v="1621" actId="20577"/>
      <pc:docMkLst>
        <pc:docMk/>
      </pc:docMkLst>
      <pc:sldChg chg="modSp mod">
        <pc:chgData name="김예은" userId="6526923f-0c52-4639-9dbd-0f483d8fd367" providerId="ADAL" clId="{B6FD8630-E36E-470E-9FE3-09165FB880C9}" dt="2021-06-03T03:26:06.677" v="1569" actId="20577"/>
        <pc:sldMkLst>
          <pc:docMk/>
          <pc:sldMk cId="3894148367" sldId="268"/>
        </pc:sldMkLst>
        <pc:spChg chg="mod">
          <ac:chgData name="김예은" userId="6526923f-0c52-4639-9dbd-0f483d8fd367" providerId="ADAL" clId="{B6FD8630-E36E-470E-9FE3-09165FB880C9}" dt="2021-06-03T01:31:36.441" v="354" actId="20577"/>
          <ac:spMkLst>
            <pc:docMk/>
            <pc:sldMk cId="3894148367" sldId="268"/>
            <ac:spMk id="175" creationId="{E97B37D9-370B-4A82-A7C0-65FA421C4C8D}"/>
          </ac:spMkLst>
        </pc:spChg>
        <pc:spChg chg="mod">
          <ac:chgData name="김예은" userId="6526923f-0c52-4639-9dbd-0f483d8fd367" providerId="ADAL" clId="{B6FD8630-E36E-470E-9FE3-09165FB880C9}" dt="2021-06-03T01:31:10.929" v="311" actId="20577"/>
          <ac:spMkLst>
            <pc:docMk/>
            <pc:sldMk cId="3894148367" sldId="268"/>
            <ac:spMk id="177" creationId="{BFB826C7-9D37-434B-9906-E0C760C57F08}"/>
          </ac:spMkLst>
        </pc:spChg>
        <pc:spChg chg="mod">
          <ac:chgData name="김예은" userId="6526923f-0c52-4639-9dbd-0f483d8fd367" providerId="ADAL" clId="{B6FD8630-E36E-470E-9FE3-09165FB880C9}" dt="2021-06-03T02:23:42.967" v="1011" actId="20577"/>
          <ac:spMkLst>
            <pc:docMk/>
            <pc:sldMk cId="3894148367" sldId="268"/>
            <ac:spMk id="185" creationId="{DF25B09E-A95B-4991-B9FE-034F47C0929B}"/>
          </ac:spMkLst>
        </pc:spChg>
        <pc:spChg chg="mod">
          <ac:chgData name="김예은" userId="6526923f-0c52-4639-9dbd-0f483d8fd367" providerId="ADAL" clId="{B6FD8630-E36E-470E-9FE3-09165FB880C9}" dt="2021-06-03T02:10:52.623" v="967" actId="20577"/>
          <ac:spMkLst>
            <pc:docMk/>
            <pc:sldMk cId="3894148367" sldId="268"/>
            <ac:spMk id="186" creationId="{2B56E69C-791A-4143-AFF4-4801768CEC94}"/>
          </ac:spMkLst>
        </pc:spChg>
        <pc:spChg chg="mod">
          <ac:chgData name="김예은" userId="6526923f-0c52-4639-9dbd-0f483d8fd367" providerId="ADAL" clId="{B6FD8630-E36E-470E-9FE3-09165FB880C9}" dt="2021-06-03T02:22:51.895" v="1008" actId="20577"/>
          <ac:spMkLst>
            <pc:docMk/>
            <pc:sldMk cId="3894148367" sldId="268"/>
            <ac:spMk id="187" creationId="{A87951E9-772D-4135-8C02-417D10D67892}"/>
          </ac:spMkLst>
        </pc:spChg>
        <pc:spChg chg="mod">
          <ac:chgData name="김예은" userId="6526923f-0c52-4639-9dbd-0f483d8fd367" providerId="ADAL" clId="{B6FD8630-E36E-470E-9FE3-09165FB880C9}" dt="2021-06-03T03:24:46.340" v="1532" actId="20577"/>
          <ac:spMkLst>
            <pc:docMk/>
            <pc:sldMk cId="3894148367" sldId="268"/>
            <ac:spMk id="189" creationId="{9FBB6D44-A576-40EB-B49B-401219C64C91}"/>
          </ac:spMkLst>
        </pc:spChg>
        <pc:spChg chg="mod">
          <ac:chgData name="김예은" userId="6526923f-0c52-4639-9dbd-0f483d8fd367" providerId="ADAL" clId="{B6FD8630-E36E-470E-9FE3-09165FB880C9}" dt="2021-06-03T02:10:43.064" v="958" actId="20577"/>
          <ac:spMkLst>
            <pc:docMk/>
            <pc:sldMk cId="3894148367" sldId="268"/>
            <ac:spMk id="191" creationId="{B56CFF55-5C12-4D37-BD95-E92FF24C75AE}"/>
          </ac:spMkLst>
        </pc:spChg>
        <pc:spChg chg="mod">
          <ac:chgData name="김예은" userId="6526923f-0c52-4639-9dbd-0f483d8fd367" providerId="ADAL" clId="{B6FD8630-E36E-470E-9FE3-09165FB880C9}" dt="2021-06-03T03:25:55.932" v="1560" actId="20577"/>
          <ac:spMkLst>
            <pc:docMk/>
            <pc:sldMk cId="3894148367" sldId="268"/>
            <ac:spMk id="200" creationId="{0F3BE537-C69A-49CF-AA1B-4DC11FB796E7}"/>
          </ac:spMkLst>
        </pc:spChg>
        <pc:spChg chg="mod">
          <ac:chgData name="김예은" userId="6526923f-0c52-4639-9dbd-0f483d8fd367" providerId="ADAL" clId="{B6FD8630-E36E-470E-9FE3-09165FB880C9}" dt="2021-06-03T03:26:06.677" v="1569" actId="20577"/>
          <ac:spMkLst>
            <pc:docMk/>
            <pc:sldMk cId="3894148367" sldId="268"/>
            <ac:spMk id="201" creationId="{64D20178-84F4-4DA1-8ACA-4AA6ACD9A1C8}"/>
          </ac:spMkLst>
        </pc:spChg>
        <pc:spChg chg="mod">
          <ac:chgData name="김예은" userId="6526923f-0c52-4639-9dbd-0f483d8fd367" providerId="ADAL" clId="{B6FD8630-E36E-470E-9FE3-09165FB880C9}" dt="2021-06-03T03:25:44.085" v="1550" actId="20577"/>
          <ac:spMkLst>
            <pc:docMk/>
            <pc:sldMk cId="3894148367" sldId="268"/>
            <ac:spMk id="202" creationId="{8B7188EF-6573-40D9-A49F-19A2B8F26BEB}"/>
          </ac:spMkLst>
        </pc:spChg>
        <pc:spChg chg="mod">
          <ac:chgData name="김예은" userId="6526923f-0c52-4639-9dbd-0f483d8fd367" providerId="ADAL" clId="{B6FD8630-E36E-470E-9FE3-09165FB880C9}" dt="2021-06-03T03:25:41.611" v="1538"/>
          <ac:spMkLst>
            <pc:docMk/>
            <pc:sldMk cId="3894148367" sldId="268"/>
            <ac:spMk id="203" creationId="{6AB0593B-B978-474E-B264-960B2902FE1B}"/>
          </ac:spMkLst>
        </pc:spChg>
        <pc:spChg chg="mod">
          <ac:chgData name="김예은" userId="6526923f-0c52-4639-9dbd-0f483d8fd367" providerId="ADAL" clId="{B6FD8630-E36E-470E-9FE3-09165FB880C9}" dt="2021-06-03T03:25:41.611" v="1538"/>
          <ac:spMkLst>
            <pc:docMk/>
            <pc:sldMk cId="3894148367" sldId="268"/>
            <ac:spMk id="204" creationId="{760BEEA3-430E-4CA3-B31D-E5DDE4A22641}"/>
          </ac:spMkLst>
        </pc:spChg>
        <pc:spChg chg="mod">
          <ac:chgData name="김예은" userId="6526923f-0c52-4639-9dbd-0f483d8fd367" providerId="ADAL" clId="{B6FD8630-E36E-470E-9FE3-09165FB880C9}" dt="2021-06-03T03:25:41.611" v="1538"/>
          <ac:spMkLst>
            <pc:docMk/>
            <pc:sldMk cId="3894148367" sldId="268"/>
            <ac:spMk id="205" creationId="{B4F214DF-60B5-4280-9618-AC24C15CFA3B}"/>
          </ac:spMkLst>
        </pc:spChg>
        <pc:spChg chg="mod">
          <ac:chgData name="김예은" userId="6526923f-0c52-4639-9dbd-0f483d8fd367" providerId="ADAL" clId="{B6FD8630-E36E-470E-9FE3-09165FB880C9}" dt="2021-06-03T01:56:36.833" v="756" actId="20577"/>
          <ac:spMkLst>
            <pc:docMk/>
            <pc:sldMk cId="3894148367" sldId="268"/>
            <ac:spMk id="210" creationId="{61DF822C-95CC-4EFD-9FDE-638C9743AC8A}"/>
          </ac:spMkLst>
        </pc:spChg>
        <pc:spChg chg="mod">
          <ac:chgData name="김예은" userId="6526923f-0c52-4639-9dbd-0f483d8fd367" providerId="ADAL" clId="{B6FD8630-E36E-470E-9FE3-09165FB880C9}" dt="2021-06-03T01:50:27.033" v="451" actId="20577"/>
          <ac:spMkLst>
            <pc:docMk/>
            <pc:sldMk cId="3894148367" sldId="268"/>
            <ac:spMk id="213" creationId="{B9BCDA59-142B-4D26-B5C9-865D21F2E1AF}"/>
          </ac:spMkLst>
        </pc:spChg>
        <pc:grpChg chg="mod">
          <ac:chgData name="김예은" userId="6526923f-0c52-4639-9dbd-0f483d8fd367" providerId="ADAL" clId="{B6FD8630-E36E-470E-9FE3-09165FB880C9}" dt="2021-06-03T03:25:41.611" v="1538"/>
          <ac:grpSpMkLst>
            <pc:docMk/>
            <pc:sldMk cId="3894148367" sldId="268"/>
            <ac:grpSpMk id="195" creationId="{7B036FE4-32BE-412C-960C-4EC9F2831083}"/>
          </ac:grpSpMkLst>
        </pc:grpChg>
        <pc:grpChg chg="mod">
          <ac:chgData name="김예은" userId="6526923f-0c52-4639-9dbd-0f483d8fd367" providerId="ADAL" clId="{B6FD8630-E36E-470E-9FE3-09165FB880C9}" dt="2021-06-03T03:25:41.611" v="1538"/>
          <ac:grpSpMkLst>
            <pc:docMk/>
            <pc:sldMk cId="3894148367" sldId="268"/>
            <ac:grpSpMk id="196" creationId="{03386CA4-03E7-488F-B8E7-2421BFAD889C}"/>
          </ac:grpSpMkLst>
        </pc:grpChg>
        <pc:grpChg chg="mod">
          <ac:chgData name="김예은" userId="6526923f-0c52-4639-9dbd-0f483d8fd367" providerId="ADAL" clId="{B6FD8630-E36E-470E-9FE3-09165FB880C9}" dt="2021-06-03T03:25:41.611" v="1538"/>
          <ac:grpSpMkLst>
            <pc:docMk/>
            <pc:sldMk cId="3894148367" sldId="268"/>
            <ac:grpSpMk id="197" creationId="{BBE73503-A66A-45C7-A34B-637A338BA0E6}"/>
          </ac:grpSpMkLst>
        </pc:grpChg>
        <pc:grpChg chg="mod">
          <ac:chgData name="김예은" userId="6526923f-0c52-4639-9dbd-0f483d8fd367" providerId="ADAL" clId="{B6FD8630-E36E-470E-9FE3-09165FB880C9}" dt="2021-06-03T03:25:41.611" v="1538"/>
          <ac:grpSpMkLst>
            <pc:docMk/>
            <pc:sldMk cId="3894148367" sldId="268"/>
            <ac:grpSpMk id="198" creationId="{9C4B369A-3C1A-4799-8D97-8EE69DBFE83A}"/>
          </ac:grpSpMkLst>
        </pc:grpChg>
        <pc:grpChg chg="mod">
          <ac:chgData name="김예은" userId="6526923f-0c52-4639-9dbd-0f483d8fd367" providerId="ADAL" clId="{B6FD8630-E36E-470E-9FE3-09165FB880C9}" dt="2021-06-03T03:25:41.611" v="1538"/>
          <ac:grpSpMkLst>
            <pc:docMk/>
            <pc:sldMk cId="3894148367" sldId="268"/>
            <ac:grpSpMk id="199" creationId="{539AC9C2-B858-49D6-8A7D-40032C003D1A}"/>
          </ac:grpSpMkLst>
        </pc:grpChg>
        <pc:picChg chg="mod">
          <ac:chgData name="김예은" userId="6526923f-0c52-4639-9dbd-0f483d8fd367" providerId="ADAL" clId="{B6FD8630-E36E-470E-9FE3-09165FB880C9}" dt="2021-06-03T03:25:41.611" v="1538"/>
          <ac:picMkLst>
            <pc:docMk/>
            <pc:sldMk cId="3894148367" sldId="268"/>
            <ac:picMk id="206" creationId="{034A4DA9-95AD-432A-AB11-9A2BB00D2F24}"/>
          </ac:picMkLst>
        </pc:picChg>
      </pc:sldChg>
      <pc:sldChg chg="modSp mod">
        <pc:chgData name="김예은" userId="6526923f-0c52-4639-9dbd-0f483d8fd367" providerId="ADAL" clId="{B6FD8630-E36E-470E-9FE3-09165FB880C9}" dt="2021-06-03T03:32:29.341" v="1621" actId="20577"/>
        <pc:sldMkLst>
          <pc:docMk/>
          <pc:sldMk cId="2782649627" sldId="272"/>
        </pc:sldMkLst>
        <pc:spChg chg="mod">
          <ac:chgData name="김예은" userId="6526923f-0c52-4639-9dbd-0f483d8fd367" providerId="ADAL" clId="{B6FD8630-E36E-470E-9FE3-09165FB880C9}" dt="2021-06-03T03:32:29.341" v="1621" actId="20577"/>
          <ac:spMkLst>
            <pc:docMk/>
            <pc:sldMk cId="2782649627" sldId="272"/>
            <ac:spMk id="97" creationId="{C702A471-044B-447A-9664-36BBD0811691}"/>
          </ac:spMkLst>
        </pc:spChg>
        <pc:spChg chg="mod">
          <ac:chgData name="김예은" userId="6526923f-0c52-4639-9dbd-0f483d8fd367" providerId="ADAL" clId="{B6FD8630-E36E-470E-9FE3-09165FB880C9}" dt="2021-06-03T02:50:14.549" v="1529" actId="20577"/>
          <ac:spMkLst>
            <pc:docMk/>
            <pc:sldMk cId="2782649627" sldId="272"/>
            <ac:spMk id="149" creationId="{42AC31B9-313D-458D-B855-51E3EA9771D1}"/>
          </ac:spMkLst>
        </pc:spChg>
      </pc:sldChg>
    </pc:docChg>
  </pc:docChgLst>
  <pc:docChgLst>
    <pc:chgData name="유승철" userId="9584054c-e08f-4935-bde6-b53c2dd0dfbc" providerId="ADAL" clId="{1BC48769-461B-4831-88D6-219D4AC04ABC}"/>
    <pc:docChg chg="undo custSel modSld">
      <pc:chgData name="유승철" userId="9584054c-e08f-4935-bde6-b53c2dd0dfbc" providerId="ADAL" clId="{1BC48769-461B-4831-88D6-219D4AC04ABC}" dt="2022-07-07T05:29:00.094" v="460" actId="20577"/>
      <pc:docMkLst>
        <pc:docMk/>
      </pc:docMkLst>
      <pc:sldChg chg="modSp mod">
        <pc:chgData name="유승철" userId="9584054c-e08f-4935-bde6-b53c2dd0dfbc" providerId="ADAL" clId="{1BC48769-461B-4831-88D6-219D4AC04ABC}" dt="2022-07-07T05:29:00.094" v="460" actId="20577"/>
        <pc:sldMkLst>
          <pc:docMk/>
          <pc:sldMk cId="2466279025" sldId="276"/>
        </pc:sldMkLst>
        <pc:spChg chg="mod">
          <ac:chgData name="유승철" userId="9584054c-e08f-4935-bde6-b53c2dd0dfbc" providerId="ADAL" clId="{1BC48769-461B-4831-88D6-219D4AC04ABC}" dt="2022-07-07T05:24:59.141" v="284" actId="20577"/>
          <ac:spMkLst>
            <pc:docMk/>
            <pc:sldMk cId="2466279025" sldId="276"/>
            <ac:spMk id="122" creationId="{39FCE55A-95C4-8B19-C9CF-C69E097FDCDE}"/>
          </ac:spMkLst>
        </pc:spChg>
        <pc:spChg chg="mod">
          <ac:chgData name="유승철" userId="9584054c-e08f-4935-bde6-b53c2dd0dfbc" providerId="ADAL" clId="{1BC48769-461B-4831-88D6-219D4AC04ABC}" dt="2022-07-07T05:29:00.094" v="460" actId="20577"/>
          <ac:spMkLst>
            <pc:docMk/>
            <pc:sldMk cId="2466279025" sldId="276"/>
            <ac:spMk id="124" creationId="{247334D1-318A-36C3-31B0-35072BB8B8FC}"/>
          </ac:spMkLst>
        </pc:spChg>
        <pc:spChg chg="mod">
          <ac:chgData name="유승철" userId="9584054c-e08f-4935-bde6-b53c2dd0dfbc" providerId="ADAL" clId="{1BC48769-461B-4831-88D6-219D4AC04ABC}" dt="2022-07-07T05:24:28.619" v="218" actId="20577"/>
          <ac:spMkLst>
            <pc:docMk/>
            <pc:sldMk cId="2466279025" sldId="276"/>
            <ac:spMk id="127" creationId="{E61DF555-0E6D-8ECB-0C8A-9D60C3F72825}"/>
          </ac:spMkLst>
        </pc:spChg>
        <pc:spChg chg="mod">
          <ac:chgData name="유승철" userId="9584054c-e08f-4935-bde6-b53c2dd0dfbc" providerId="ADAL" clId="{1BC48769-461B-4831-88D6-219D4AC04ABC}" dt="2022-07-07T05:24:02.742" v="157" actId="20577"/>
          <ac:spMkLst>
            <pc:docMk/>
            <pc:sldMk cId="2466279025" sldId="276"/>
            <ac:spMk id="130" creationId="{DBE3A232-77E1-9C69-5805-1FB1AC9A403C}"/>
          </ac:spMkLst>
        </pc:spChg>
      </pc:sldChg>
    </pc:docChg>
  </pc:docChgLst>
  <pc:docChgLst>
    <pc:chgData name="이유림" userId="c4f7c10e-9591-4e08-8489-adf65147d8f2" providerId="ADAL" clId="{70B67CBA-BCB1-4505-8F30-2277927DFAEC}"/>
    <pc:docChg chg="undo custSel modSld">
      <pc:chgData name="이유림" userId="c4f7c10e-9591-4e08-8489-adf65147d8f2" providerId="ADAL" clId="{70B67CBA-BCB1-4505-8F30-2277927DFAEC}" dt="2024-09-13T02:46:05.328" v="1756" actId="14100"/>
      <pc:docMkLst>
        <pc:docMk/>
      </pc:docMkLst>
      <pc:sldChg chg="addSp delSp modSp mod">
        <pc:chgData name="이유림" userId="c4f7c10e-9591-4e08-8489-adf65147d8f2" providerId="ADAL" clId="{70B67CBA-BCB1-4505-8F30-2277927DFAEC}" dt="2024-09-13T02:46:05.328" v="1756" actId="14100"/>
        <pc:sldMkLst>
          <pc:docMk/>
          <pc:sldMk cId="2782649627" sldId="272"/>
        </pc:sldMkLst>
        <pc:spChg chg="mod">
          <ac:chgData name="이유림" userId="c4f7c10e-9591-4e08-8489-adf65147d8f2" providerId="ADAL" clId="{70B67CBA-BCB1-4505-8F30-2277927DFAEC}" dt="2024-09-13T02:45:24.613" v="1751" actId="164"/>
          <ac:spMkLst>
            <pc:docMk/>
            <pc:sldMk cId="2782649627" sldId="272"/>
            <ac:spMk id="4" creationId="{02C3A0E4-B38E-0663-C122-BC2FBBA8A0D9}"/>
          </ac:spMkLst>
        </pc:spChg>
        <pc:spChg chg="mod">
          <ac:chgData name="이유림" userId="c4f7c10e-9591-4e08-8489-adf65147d8f2" providerId="ADAL" clId="{70B67CBA-BCB1-4505-8F30-2277927DFAEC}" dt="2024-09-06T01:49:24.034" v="16" actId="20577"/>
          <ac:spMkLst>
            <pc:docMk/>
            <pc:sldMk cId="2782649627" sldId="272"/>
            <ac:spMk id="5" creationId="{82305561-9C83-4AF0-BE74-852E6825B240}"/>
          </ac:spMkLst>
        </pc:spChg>
        <pc:spChg chg="mod">
          <ac:chgData name="이유림" userId="c4f7c10e-9591-4e08-8489-adf65147d8f2" providerId="ADAL" clId="{70B67CBA-BCB1-4505-8F30-2277927DFAEC}" dt="2024-09-13T02:32:14.849" v="1669"/>
          <ac:spMkLst>
            <pc:docMk/>
            <pc:sldMk cId="2782649627" sldId="272"/>
            <ac:spMk id="12" creationId="{625EF96F-6D7D-3A37-A135-4F92C423562D}"/>
          </ac:spMkLst>
        </pc:spChg>
        <pc:spChg chg="mod">
          <ac:chgData name="이유림" userId="c4f7c10e-9591-4e08-8489-adf65147d8f2" providerId="ADAL" clId="{70B67CBA-BCB1-4505-8F30-2277927DFAEC}" dt="2024-09-13T02:39:34.606" v="1748"/>
          <ac:spMkLst>
            <pc:docMk/>
            <pc:sldMk cId="2782649627" sldId="272"/>
            <ac:spMk id="22" creationId="{08E94353-4D54-31EB-C869-FECC865ACB1A}"/>
          </ac:spMkLst>
        </pc:spChg>
        <pc:spChg chg="mod">
          <ac:chgData name="이유림" userId="c4f7c10e-9591-4e08-8489-adf65147d8f2" providerId="ADAL" clId="{70B67CBA-BCB1-4505-8F30-2277927DFAEC}" dt="2024-09-09T03:42:46.012" v="194" actId="20577"/>
          <ac:spMkLst>
            <pc:docMk/>
            <pc:sldMk cId="2782649627" sldId="272"/>
            <ac:spMk id="56" creationId="{7EC2D2DE-AA31-EF33-FB09-A0CB633BD24C}"/>
          </ac:spMkLst>
        </pc:spChg>
        <pc:spChg chg="mod">
          <ac:chgData name="이유림" userId="c4f7c10e-9591-4e08-8489-adf65147d8f2" providerId="ADAL" clId="{70B67CBA-BCB1-4505-8F30-2277927DFAEC}" dt="2024-09-13T02:45:24.613" v="1751" actId="164"/>
          <ac:spMkLst>
            <pc:docMk/>
            <pc:sldMk cId="2782649627" sldId="272"/>
            <ac:spMk id="67" creationId="{13A197EA-0A01-1C5E-2E93-2BD7066AEF3F}"/>
          </ac:spMkLst>
        </pc:spChg>
        <pc:grpChg chg="add mod">
          <ac:chgData name="이유림" userId="c4f7c10e-9591-4e08-8489-adf65147d8f2" providerId="ADAL" clId="{70B67CBA-BCB1-4505-8F30-2277927DFAEC}" dt="2024-09-13T02:45:28.196" v="1752" actId="1076"/>
          <ac:grpSpMkLst>
            <pc:docMk/>
            <pc:sldMk cId="2782649627" sldId="272"/>
            <ac:grpSpMk id="31" creationId="{3689EA53-66C2-65FF-76C7-ED79415A0E88}"/>
          </ac:grpSpMkLst>
        </pc:grpChg>
        <pc:grpChg chg="mod">
          <ac:chgData name="이유림" userId="c4f7c10e-9591-4e08-8489-adf65147d8f2" providerId="ADAL" clId="{70B67CBA-BCB1-4505-8F30-2277927DFAEC}" dt="2024-09-09T03:38:30.808" v="111" actId="1076"/>
          <ac:grpSpMkLst>
            <pc:docMk/>
            <pc:sldMk cId="2782649627" sldId="272"/>
            <ac:grpSpMk id="62" creationId="{60B2A956-938C-D274-B006-6568900F12B0}"/>
          </ac:grpSpMkLst>
        </pc:grpChg>
        <pc:picChg chg="add mod">
          <ac:chgData name="이유림" userId="c4f7c10e-9591-4e08-8489-adf65147d8f2" providerId="ADAL" clId="{70B67CBA-BCB1-4505-8F30-2277927DFAEC}" dt="2024-09-13T02:45:24.613" v="1751" actId="164"/>
          <ac:picMkLst>
            <pc:docMk/>
            <pc:sldMk cId="2782649627" sldId="272"/>
            <ac:picMk id="6" creationId="{9E56E5E3-E756-987D-8DAF-CA9A67C48A8F}"/>
          </ac:picMkLst>
        </pc:picChg>
        <pc:picChg chg="add mod">
          <ac:chgData name="이유림" userId="c4f7c10e-9591-4e08-8489-adf65147d8f2" providerId="ADAL" clId="{70B67CBA-BCB1-4505-8F30-2277927DFAEC}" dt="2024-09-09T03:36:40.975" v="108"/>
          <ac:picMkLst>
            <pc:docMk/>
            <pc:sldMk cId="2782649627" sldId="272"/>
            <ac:picMk id="10" creationId="{B0CF8AF2-385D-FF3B-DFFD-9828B2C14D71}"/>
          </ac:picMkLst>
        </pc:picChg>
        <pc:picChg chg="add mod">
          <ac:chgData name="이유림" userId="c4f7c10e-9591-4e08-8489-adf65147d8f2" providerId="ADAL" clId="{70B67CBA-BCB1-4505-8F30-2277927DFAEC}" dt="2024-09-09T03:36:40.975" v="108"/>
          <ac:picMkLst>
            <pc:docMk/>
            <pc:sldMk cId="2782649627" sldId="272"/>
            <ac:picMk id="11" creationId="{3CC0764C-3C7F-BBB7-8B5C-08805E3FA808}"/>
          </ac:picMkLst>
        </pc:picChg>
        <pc:picChg chg="add mod">
          <ac:chgData name="이유림" userId="c4f7c10e-9591-4e08-8489-adf65147d8f2" providerId="ADAL" clId="{70B67CBA-BCB1-4505-8F30-2277927DFAEC}" dt="2024-09-09T03:36:40.975" v="108"/>
          <ac:picMkLst>
            <pc:docMk/>
            <pc:sldMk cId="2782649627" sldId="272"/>
            <ac:picMk id="13" creationId="{5B8657E4-2C94-A090-0A07-9EB7B857A730}"/>
          </ac:picMkLst>
        </pc:picChg>
        <pc:picChg chg="add mod">
          <ac:chgData name="이유림" userId="c4f7c10e-9591-4e08-8489-adf65147d8f2" providerId="ADAL" clId="{70B67CBA-BCB1-4505-8F30-2277927DFAEC}" dt="2024-09-09T03:36:40.975" v="108"/>
          <ac:picMkLst>
            <pc:docMk/>
            <pc:sldMk cId="2782649627" sldId="272"/>
            <ac:picMk id="14" creationId="{98520D59-EBAF-4DCF-8CC2-A82246972F32}"/>
          </ac:picMkLst>
        </pc:picChg>
        <pc:picChg chg="add mod">
          <ac:chgData name="이유림" userId="c4f7c10e-9591-4e08-8489-adf65147d8f2" providerId="ADAL" clId="{70B67CBA-BCB1-4505-8F30-2277927DFAEC}" dt="2024-09-09T03:36:40.975" v="108"/>
          <ac:picMkLst>
            <pc:docMk/>
            <pc:sldMk cId="2782649627" sldId="272"/>
            <ac:picMk id="15" creationId="{81662CE1-8308-14F1-9146-4F57840CC63D}"/>
          </ac:picMkLst>
        </pc:picChg>
        <pc:picChg chg="add mod">
          <ac:chgData name="이유림" userId="c4f7c10e-9591-4e08-8489-adf65147d8f2" providerId="ADAL" clId="{70B67CBA-BCB1-4505-8F30-2277927DFAEC}" dt="2024-09-09T03:36:40.975" v="108"/>
          <ac:picMkLst>
            <pc:docMk/>
            <pc:sldMk cId="2782649627" sldId="272"/>
            <ac:picMk id="16" creationId="{C83011CF-5061-58A0-6437-514A832A2746}"/>
          </ac:picMkLst>
        </pc:picChg>
        <pc:picChg chg="add mod">
          <ac:chgData name="이유림" userId="c4f7c10e-9591-4e08-8489-adf65147d8f2" providerId="ADAL" clId="{70B67CBA-BCB1-4505-8F30-2277927DFAEC}" dt="2024-09-09T03:36:40.975" v="108"/>
          <ac:picMkLst>
            <pc:docMk/>
            <pc:sldMk cId="2782649627" sldId="272"/>
            <ac:picMk id="17" creationId="{05499675-D21D-F829-A0EC-4B1F1D392245}"/>
          </ac:picMkLst>
        </pc:picChg>
        <pc:picChg chg="add mod">
          <ac:chgData name="이유림" userId="c4f7c10e-9591-4e08-8489-adf65147d8f2" providerId="ADAL" clId="{70B67CBA-BCB1-4505-8F30-2277927DFAEC}" dt="2024-09-13T02:45:41.452" v="1753" actId="1076"/>
          <ac:picMkLst>
            <pc:docMk/>
            <pc:sldMk cId="2782649627" sldId="272"/>
            <ac:picMk id="18" creationId="{036635F9-B0CD-F314-F8D5-5720C9652D65}"/>
          </ac:picMkLst>
        </pc:picChg>
        <pc:picChg chg="add mod">
          <ac:chgData name="이유림" userId="c4f7c10e-9591-4e08-8489-adf65147d8f2" providerId="ADAL" clId="{70B67CBA-BCB1-4505-8F30-2277927DFAEC}" dt="2024-09-13T02:45:41.452" v="1753" actId="1076"/>
          <ac:picMkLst>
            <pc:docMk/>
            <pc:sldMk cId="2782649627" sldId="272"/>
            <ac:picMk id="19" creationId="{22B984D1-F1B5-0923-8760-EA77542CA025}"/>
          </ac:picMkLst>
        </pc:picChg>
        <pc:picChg chg="add mod">
          <ac:chgData name="이유림" userId="c4f7c10e-9591-4e08-8489-adf65147d8f2" providerId="ADAL" clId="{70B67CBA-BCB1-4505-8F30-2277927DFAEC}" dt="2024-09-09T03:36:40.975" v="108"/>
          <ac:picMkLst>
            <pc:docMk/>
            <pc:sldMk cId="2782649627" sldId="272"/>
            <ac:picMk id="20" creationId="{FAD3355B-F70D-C9C7-B267-65B5F1B66FC7}"/>
          </ac:picMkLst>
        </pc:picChg>
        <pc:picChg chg="add mod">
          <ac:chgData name="이유림" userId="c4f7c10e-9591-4e08-8489-adf65147d8f2" providerId="ADAL" clId="{70B67CBA-BCB1-4505-8F30-2277927DFAEC}" dt="2024-09-13T02:45:41.452" v="1753" actId="1076"/>
          <ac:picMkLst>
            <pc:docMk/>
            <pc:sldMk cId="2782649627" sldId="272"/>
            <ac:picMk id="21" creationId="{7C3782A9-4398-B412-8130-6318B9168DE5}"/>
          </ac:picMkLst>
        </pc:picChg>
        <pc:picChg chg="add mod">
          <ac:chgData name="이유림" userId="c4f7c10e-9591-4e08-8489-adf65147d8f2" providerId="ADAL" clId="{70B67CBA-BCB1-4505-8F30-2277927DFAEC}" dt="2024-09-13T02:45:41.452" v="1753" actId="1076"/>
          <ac:picMkLst>
            <pc:docMk/>
            <pc:sldMk cId="2782649627" sldId="272"/>
            <ac:picMk id="23" creationId="{61FA996C-FAB9-D028-551E-C8500130D6F8}"/>
          </ac:picMkLst>
        </pc:picChg>
        <pc:picChg chg="add mod">
          <ac:chgData name="이유림" userId="c4f7c10e-9591-4e08-8489-adf65147d8f2" providerId="ADAL" clId="{70B67CBA-BCB1-4505-8F30-2277927DFAEC}" dt="2024-09-13T02:45:45.683" v="1754" actId="1076"/>
          <ac:picMkLst>
            <pc:docMk/>
            <pc:sldMk cId="2782649627" sldId="272"/>
            <ac:picMk id="24" creationId="{C92CAB02-35B4-4176-64D2-D7E32C11C443}"/>
          </ac:picMkLst>
        </pc:picChg>
        <pc:picChg chg="add mod">
          <ac:chgData name="이유림" userId="c4f7c10e-9591-4e08-8489-adf65147d8f2" providerId="ADAL" clId="{70B67CBA-BCB1-4505-8F30-2277927DFAEC}" dt="2024-09-09T03:36:40.975" v="108"/>
          <ac:picMkLst>
            <pc:docMk/>
            <pc:sldMk cId="2782649627" sldId="272"/>
            <ac:picMk id="25" creationId="{BD6FF95F-D849-9D69-548C-2DFAC1D717D3}"/>
          </ac:picMkLst>
        </pc:picChg>
        <pc:picChg chg="add mod">
          <ac:chgData name="이유림" userId="c4f7c10e-9591-4e08-8489-adf65147d8f2" providerId="ADAL" clId="{70B67CBA-BCB1-4505-8F30-2277927DFAEC}" dt="2024-09-09T03:36:40.975" v="108"/>
          <ac:picMkLst>
            <pc:docMk/>
            <pc:sldMk cId="2782649627" sldId="272"/>
            <ac:picMk id="26" creationId="{BFD2A524-B049-FB0F-5F85-F13365426579}"/>
          </ac:picMkLst>
        </pc:picChg>
        <pc:picChg chg="add mod">
          <ac:chgData name="이유림" userId="c4f7c10e-9591-4e08-8489-adf65147d8f2" providerId="ADAL" clId="{70B67CBA-BCB1-4505-8F30-2277927DFAEC}" dt="2024-09-09T03:36:40.975" v="108"/>
          <ac:picMkLst>
            <pc:docMk/>
            <pc:sldMk cId="2782649627" sldId="272"/>
            <ac:picMk id="27" creationId="{244CBF84-8280-5438-E463-F5558A4FFBFE}"/>
          </ac:picMkLst>
        </pc:picChg>
        <pc:picChg chg="add mod">
          <ac:chgData name="이유림" userId="c4f7c10e-9591-4e08-8489-adf65147d8f2" providerId="ADAL" clId="{70B67CBA-BCB1-4505-8F30-2277927DFAEC}" dt="2024-09-13T02:45:41.452" v="1753" actId="1076"/>
          <ac:picMkLst>
            <pc:docMk/>
            <pc:sldMk cId="2782649627" sldId="272"/>
            <ac:picMk id="28" creationId="{EE91AE0D-0E37-66CE-7B32-E75887AE1174}"/>
          </ac:picMkLst>
        </pc:picChg>
        <pc:picChg chg="add mod">
          <ac:chgData name="이유림" userId="c4f7c10e-9591-4e08-8489-adf65147d8f2" providerId="ADAL" clId="{70B67CBA-BCB1-4505-8F30-2277927DFAEC}" dt="2024-09-13T02:45:50.259" v="1755" actId="571"/>
          <ac:picMkLst>
            <pc:docMk/>
            <pc:sldMk cId="2782649627" sldId="272"/>
            <ac:picMk id="32" creationId="{C4047A25-7072-25BA-D31B-E42A0DB85D89}"/>
          </ac:picMkLst>
        </pc:picChg>
        <pc:picChg chg="del">
          <ac:chgData name="이유림" userId="c4f7c10e-9591-4e08-8489-adf65147d8f2" providerId="ADAL" clId="{70B67CBA-BCB1-4505-8F30-2277927DFAEC}" dt="2024-09-09T03:36:40.478" v="107" actId="478"/>
          <ac:picMkLst>
            <pc:docMk/>
            <pc:sldMk cId="2782649627" sldId="272"/>
            <ac:picMk id="33" creationId="{37D1C182-592C-AE7F-445F-FF9F8CA0A376}"/>
          </ac:picMkLst>
        </pc:picChg>
        <pc:picChg chg="del">
          <ac:chgData name="이유림" userId="c4f7c10e-9591-4e08-8489-adf65147d8f2" providerId="ADAL" clId="{70B67CBA-BCB1-4505-8F30-2277927DFAEC}" dt="2024-09-09T03:36:40.478" v="107" actId="478"/>
          <ac:picMkLst>
            <pc:docMk/>
            <pc:sldMk cId="2782649627" sldId="272"/>
            <ac:picMk id="34" creationId="{85EEE284-0037-159F-7252-76B357D2B9FC}"/>
          </ac:picMkLst>
        </pc:picChg>
        <pc:picChg chg="del">
          <ac:chgData name="이유림" userId="c4f7c10e-9591-4e08-8489-adf65147d8f2" providerId="ADAL" clId="{70B67CBA-BCB1-4505-8F30-2277927DFAEC}" dt="2024-09-09T03:36:40.478" v="107" actId="478"/>
          <ac:picMkLst>
            <pc:docMk/>
            <pc:sldMk cId="2782649627" sldId="272"/>
            <ac:picMk id="35" creationId="{BD4F3074-60C3-D188-7CCA-7EBDCC20BF5A}"/>
          </ac:picMkLst>
        </pc:picChg>
        <pc:picChg chg="del">
          <ac:chgData name="이유림" userId="c4f7c10e-9591-4e08-8489-adf65147d8f2" providerId="ADAL" clId="{70B67CBA-BCB1-4505-8F30-2277927DFAEC}" dt="2024-09-09T03:36:40.478" v="107" actId="478"/>
          <ac:picMkLst>
            <pc:docMk/>
            <pc:sldMk cId="2782649627" sldId="272"/>
            <ac:picMk id="36" creationId="{FF4033C7-14C6-91E9-35DA-3F6EA2F91CDF}"/>
          </ac:picMkLst>
        </pc:picChg>
        <pc:picChg chg="del">
          <ac:chgData name="이유림" userId="c4f7c10e-9591-4e08-8489-adf65147d8f2" providerId="ADAL" clId="{70B67CBA-BCB1-4505-8F30-2277927DFAEC}" dt="2024-09-09T03:36:40.478" v="107" actId="478"/>
          <ac:picMkLst>
            <pc:docMk/>
            <pc:sldMk cId="2782649627" sldId="272"/>
            <ac:picMk id="37" creationId="{DDDD3044-C452-FD8D-02FF-80F8720B85F8}"/>
          </ac:picMkLst>
        </pc:picChg>
        <pc:picChg chg="del">
          <ac:chgData name="이유림" userId="c4f7c10e-9591-4e08-8489-adf65147d8f2" providerId="ADAL" clId="{70B67CBA-BCB1-4505-8F30-2277927DFAEC}" dt="2024-09-09T03:36:40.478" v="107" actId="478"/>
          <ac:picMkLst>
            <pc:docMk/>
            <pc:sldMk cId="2782649627" sldId="272"/>
            <ac:picMk id="38" creationId="{AF2C0498-3DDE-BCF7-72AF-7438C26F1067}"/>
          </ac:picMkLst>
        </pc:picChg>
        <pc:picChg chg="del">
          <ac:chgData name="이유림" userId="c4f7c10e-9591-4e08-8489-adf65147d8f2" providerId="ADAL" clId="{70B67CBA-BCB1-4505-8F30-2277927DFAEC}" dt="2024-09-09T03:36:40.478" v="107" actId="478"/>
          <ac:picMkLst>
            <pc:docMk/>
            <pc:sldMk cId="2782649627" sldId="272"/>
            <ac:picMk id="40" creationId="{1469BF5A-062F-99D2-B489-25D8788F1F56}"/>
          </ac:picMkLst>
        </pc:picChg>
        <pc:picChg chg="del">
          <ac:chgData name="이유림" userId="c4f7c10e-9591-4e08-8489-adf65147d8f2" providerId="ADAL" clId="{70B67CBA-BCB1-4505-8F30-2277927DFAEC}" dt="2024-09-09T03:36:40.478" v="107" actId="478"/>
          <ac:picMkLst>
            <pc:docMk/>
            <pc:sldMk cId="2782649627" sldId="272"/>
            <ac:picMk id="41" creationId="{170465B9-BFFA-BED1-3B75-3CB1686FA1E3}"/>
          </ac:picMkLst>
        </pc:picChg>
        <pc:picChg chg="del">
          <ac:chgData name="이유림" userId="c4f7c10e-9591-4e08-8489-adf65147d8f2" providerId="ADAL" clId="{70B67CBA-BCB1-4505-8F30-2277927DFAEC}" dt="2024-09-09T03:36:40.478" v="107" actId="478"/>
          <ac:picMkLst>
            <pc:docMk/>
            <pc:sldMk cId="2782649627" sldId="272"/>
            <ac:picMk id="42" creationId="{B0147E1B-54A7-B520-6C0E-617C6FCE156A}"/>
          </ac:picMkLst>
        </pc:picChg>
        <pc:picChg chg="del">
          <ac:chgData name="이유림" userId="c4f7c10e-9591-4e08-8489-adf65147d8f2" providerId="ADAL" clId="{70B67CBA-BCB1-4505-8F30-2277927DFAEC}" dt="2024-09-09T03:36:40.478" v="107" actId="478"/>
          <ac:picMkLst>
            <pc:docMk/>
            <pc:sldMk cId="2782649627" sldId="272"/>
            <ac:picMk id="43" creationId="{33C5F444-6C57-F63D-A400-C5A8EBBE96AD}"/>
          </ac:picMkLst>
        </pc:picChg>
        <pc:picChg chg="del">
          <ac:chgData name="이유림" userId="c4f7c10e-9591-4e08-8489-adf65147d8f2" providerId="ADAL" clId="{70B67CBA-BCB1-4505-8F30-2277927DFAEC}" dt="2024-09-09T03:36:40.478" v="107" actId="478"/>
          <ac:picMkLst>
            <pc:docMk/>
            <pc:sldMk cId="2782649627" sldId="272"/>
            <ac:picMk id="44" creationId="{C7F5566C-9787-A048-A5FB-B99623B577B4}"/>
          </ac:picMkLst>
        </pc:picChg>
        <pc:picChg chg="del">
          <ac:chgData name="이유림" userId="c4f7c10e-9591-4e08-8489-adf65147d8f2" providerId="ADAL" clId="{70B67CBA-BCB1-4505-8F30-2277927DFAEC}" dt="2024-09-09T03:36:40.478" v="107" actId="478"/>
          <ac:picMkLst>
            <pc:docMk/>
            <pc:sldMk cId="2782649627" sldId="272"/>
            <ac:picMk id="46" creationId="{52774FD4-B4D1-E86F-1450-EC0BC5592841}"/>
          </ac:picMkLst>
        </pc:picChg>
        <pc:picChg chg="del">
          <ac:chgData name="이유림" userId="c4f7c10e-9591-4e08-8489-adf65147d8f2" providerId="ADAL" clId="{70B67CBA-BCB1-4505-8F30-2277927DFAEC}" dt="2024-09-09T03:36:40.478" v="107" actId="478"/>
          <ac:picMkLst>
            <pc:docMk/>
            <pc:sldMk cId="2782649627" sldId="272"/>
            <ac:picMk id="47" creationId="{83C343D5-1DFB-787D-E5B0-183396114F23}"/>
          </ac:picMkLst>
        </pc:picChg>
        <pc:picChg chg="del">
          <ac:chgData name="이유림" userId="c4f7c10e-9591-4e08-8489-adf65147d8f2" providerId="ADAL" clId="{70B67CBA-BCB1-4505-8F30-2277927DFAEC}" dt="2024-09-09T03:36:40.478" v="107" actId="478"/>
          <ac:picMkLst>
            <pc:docMk/>
            <pc:sldMk cId="2782649627" sldId="272"/>
            <ac:picMk id="57" creationId="{73C40059-EF2D-5ABC-C00F-DCD788C1F163}"/>
          </ac:picMkLst>
        </pc:picChg>
        <pc:picChg chg="del">
          <ac:chgData name="이유림" userId="c4f7c10e-9591-4e08-8489-adf65147d8f2" providerId="ADAL" clId="{70B67CBA-BCB1-4505-8F30-2277927DFAEC}" dt="2024-09-09T03:36:40.478" v="107" actId="478"/>
          <ac:picMkLst>
            <pc:docMk/>
            <pc:sldMk cId="2782649627" sldId="272"/>
            <ac:picMk id="71" creationId="{7ADC5677-BEBC-789E-3CAA-98198B377193}"/>
          </ac:picMkLst>
        </pc:picChg>
        <pc:picChg chg="del">
          <ac:chgData name="이유림" userId="c4f7c10e-9591-4e08-8489-adf65147d8f2" providerId="ADAL" clId="{70B67CBA-BCB1-4505-8F30-2277927DFAEC}" dt="2024-09-09T03:36:40.478" v="107" actId="478"/>
          <ac:picMkLst>
            <pc:docMk/>
            <pc:sldMk cId="2782649627" sldId="272"/>
            <ac:picMk id="72" creationId="{1258DEF8-6908-2A09-A1FA-8065259F5754}"/>
          </ac:picMkLst>
        </pc:picChg>
        <pc:picChg chg="del">
          <ac:chgData name="이유림" userId="c4f7c10e-9591-4e08-8489-adf65147d8f2" providerId="ADAL" clId="{70B67CBA-BCB1-4505-8F30-2277927DFAEC}" dt="2024-09-09T03:36:40.478" v="107" actId="478"/>
          <ac:picMkLst>
            <pc:docMk/>
            <pc:sldMk cId="2782649627" sldId="272"/>
            <ac:picMk id="73" creationId="{62F6533A-F402-58E4-77EC-ADEDAA096315}"/>
          </ac:picMkLst>
        </pc:picChg>
        <pc:picChg chg="del">
          <ac:chgData name="이유림" userId="c4f7c10e-9591-4e08-8489-adf65147d8f2" providerId="ADAL" clId="{70B67CBA-BCB1-4505-8F30-2277927DFAEC}" dt="2024-09-09T03:36:40.478" v="107" actId="478"/>
          <ac:picMkLst>
            <pc:docMk/>
            <pc:sldMk cId="2782649627" sldId="272"/>
            <ac:picMk id="75" creationId="{D5DFE468-A6BA-1E9D-65B3-4CBE1106D248}"/>
          </ac:picMkLst>
        </pc:picChg>
        <pc:picChg chg="mod">
          <ac:chgData name="이유림" userId="c4f7c10e-9591-4e08-8489-adf65147d8f2" providerId="ADAL" clId="{70B67CBA-BCB1-4505-8F30-2277927DFAEC}" dt="2024-09-13T02:45:24.613" v="1751" actId="164"/>
          <ac:picMkLst>
            <pc:docMk/>
            <pc:sldMk cId="2782649627" sldId="272"/>
            <ac:picMk id="77" creationId="{959C3328-4EE1-D544-4C58-29FD0FA8FE4D}"/>
          </ac:picMkLst>
        </pc:picChg>
        <pc:picChg chg="mod">
          <ac:chgData name="이유림" userId="c4f7c10e-9591-4e08-8489-adf65147d8f2" providerId="ADAL" clId="{70B67CBA-BCB1-4505-8F30-2277927DFAEC}" dt="2024-09-13T02:45:24.613" v="1751" actId="164"/>
          <ac:picMkLst>
            <pc:docMk/>
            <pc:sldMk cId="2782649627" sldId="272"/>
            <ac:picMk id="78" creationId="{138CDF5C-C707-3A51-675E-E19B3018379D}"/>
          </ac:picMkLst>
        </pc:picChg>
        <pc:picChg chg="del">
          <ac:chgData name="이유림" userId="c4f7c10e-9591-4e08-8489-adf65147d8f2" providerId="ADAL" clId="{70B67CBA-BCB1-4505-8F30-2277927DFAEC}" dt="2024-09-09T03:36:09.183" v="103" actId="478"/>
          <ac:picMkLst>
            <pc:docMk/>
            <pc:sldMk cId="2782649627" sldId="272"/>
            <ac:picMk id="79" creationId="{D41E6D96-0101-AD79-2715-77D4ABDD74DB}"/>
          </ac:picMkLst>
        </pc:picChg>
        <pc:cxnChg chg="add mod">
          <ac:chgData name="이유림" userId="c4f7c10e-9591-4e08-8489-adf65147d8f2" providerId="ADAL" clId="{70B67CBA-BCB1-4505-8F30-2277927DFAEC}" dt="2024-09-13T02:46:05.328" v="1756" actId="14100"/>
          <ac:cxnSpMkLst>
            <pc:docMk/>
            <pc:sldMk cId="2782649627" sldId="272"/>
            <ac:cxnSpMk id="9" creationId="{FCFD0500-B41F-62C3-A202-082A4D529AD0}"/>
          </ac:cxnSpMkLst>
        </pc:cxnChg>
        <pc:cxnChg chg="del">
          <ac:chgData name="이유림" userId="c4f7c10e-9591-4e08-8489-adf65147d8f2" providerId="ADAL" clId="{70B67CBA-BCB1-4505-8F30-2277927DFAEC}" dt="2024-09-09T03:36:40.478" v="107" actId="478"/>
          <ac:cxnSpMkLst>
            <pc:docMk/>
            <pc:sldMk cId="2782649627" sldId="272"/>
            <ac:cxnSpMk id="32" creationId="{D0A4C085-0C0F-24D1-AA5F-AA0815F3CEF0}"/>
          </ac:cxnSpMkLst>
        </pc:cxnChg>
        <pc:cxnChg chg="mod">
          <ac:chgData name="이유림" userId="c4f7c10e-9591-4e08-8489-adf65147d8f2" providerId="ADAL" clId="{70B67CBA-BCB1-4505-8F30-2277927DFAEC}" dt="2024-09-13T02:45:24.613" v="1751" actId="164"/>
          <ac:cxnSpMkLst>
            <pc:docMk/>
            <pc:sldMk cId="2782649627" sldId="272"/>
            <ac:cxnSpMk id="76" creationId="{84E20750-C9A9-DD10-5489-63B15233DE31}"/>
          </ac:cxnSpMkLst>
        </pc:cxnChg>
      </pc:sldChg>
      <pc:sldChg chg="addSp delSp modSp mod">
        <pc:chgData name="이유림" userId="c4f7c10e-9591-4e08-8489-adf65147d8f2" providerId="ADAL" clId="{70B67CBA-BCB1-4505-8F30-2277927DFAEC}" dt="2024-09-13T02:31:26.959" v="1658" actId="465"/>
        <pc:sldMkLst>
          <pc:docMk/>
          <pc:sldMk cId="2466279025" sldId="276"/>
        </pc:sldMkLst>
        <pc:spChg chg="mod">
          <ac:chgData name="이유림" userId="c4f7c10e-9591-4e08-8489-adf65147d8f2" providerId="ADAL" clId="{70B67CBA-BCB1-4505-8F30-2277927DFAEC}" dt="2024-09-06T01:46:57.410" v="4" actId="20577"/>
          <ac:spMkLst>
            <pc:docMk/>
            <pc:sldMk cId="2466279025" sldId="276"/>
            <ac:spMk id="6" creationId="{15141728-A305-8742-8C53-C14A4823EEFE}"/>
          </ac:spMkLst>
        </pc:spChg>
        <pc:spChg chg="mod">
          <ac:chgData name="이유림" userId="c4f7c10e-9591-4e08-8489-adf65147d8f2" providerId="ADAL" clId="{70B67CBA-BCB1-4505-8F30-2277927DFAEC}" dt="2024-09-11T07:18:48.919" v="1470" actId="20577"/>
          <ac:spMkLst>
            <pc:docMk/>
            <pc:sldMk cId="2466279025" sldId="276"/>
            <ac:spMk id="7" creationId="{9F2F6D55-D24F-2EDC-3BF3-6AC8A189F11B}"/>
          </ac:spMkLst>
        </pc:spChg>
        <pc:spChg chg="mod">
          <ac:chgData name="이유림" userId="c4f7c10e-9591-4e08-8489-adf65147d8f2" providerId="ADAL" clId="{70B67CBA-BCB1-4505-8F30-2277927DFAEC}" dt="2024-09-12T00:45:51.036" v="1526" actId="21"/>
          <ac:spMkLst>
            <pc:docMk/>
            <pc:sldMk cId="2466279025" sldId="276"/>
            <ac:spMk id="9" creationId="{DDDA5F57-B30E-B032-43B9-05A6662A271F}"/>
          </ac:spMkLst>
        </pc:spChg>
        <pc:spChg chg="mod">
          <ac:chgData name="이유림" userId="c4f7c10e-9591-4e08-8489-adf65147d8f2" providerId="ADAL" clId="{70B67CBA-BCB1-4505-8F30-2277927DFAEC}" dt="2024-09-11T07:29:53.432" v="1522" actId="20577"/>
          <ac:spMkLst>
            <pc:docMk/>
            <pc:sldMk cId="2466279025" sldId="276"/>
            <ac:spMk id="11" creationId="{FE285087-B3C2-AB43-CC9F-B2B666FD5EFF}"/>
          </ac:spMkLst>
        </pc:spChg>
        <pc:spChg chg="mod">
          <ac:chgData name="이유림" userId="c4f7c10e-9591-4e08-8489-adf65147d8f2" providerId="ADAL" clId="{70B67CBA-BCB1-4505-8F30-2277927DFAEC}" dt="2024-09-11T07:18:26.718" v="1452"/>
          <ac:spMkLst>
            <pc:docMk/>
            <pc:sldMk cId="2466279025" sldId="276"/>
            <ac:spMk id="12" creationId="{91DFC720-CEFE-4086-B014-D05BA7197C66}"/>
          </ac:spMkLst>
        </pc:spChg>
        <pc:spChg chg="mod">
          <ac:chgData name="이유림" userId="c4f7c10e-9591-4e08-8489-adf65147d8f2" providerId="ADAL" clId="{70B67CBA-BCB1-4505-8F30-2277927DFAEC}" dt="2024-09-11T01:25:43.616" v="1197" actId="6549"/>
          <ac:spMkLst>
            <pc:docMk/>
            <pc:sldMk cId="2466279025" sldId="276"/>
            <ac:spMk id="50" creationId="{EB7D61D9-3C96-5D9A-41EF-E60C8B2AADC2}"/>
          </ac:spMkLst>
        </pc:spChg>
        <pc:spChg chg="mod">
          <ac:chgData name="이유림" userId="c4f7c10e-9591-4e08-8489-adf65147d8f2" providerId="ADAL" clId="{70B67CBA-BCB1-4505-8F30-2277927DFAEC}" dt="2024-09-13T02:31:05.133" v="1657" actId="20577"/>
          <ac:spMkLst>
            <pc:docMk/>
            <pc:sldMk cId="2466279025" sldId="276"/>
            <ac:spMk id="52" creationId="{7D8793DD-5632-37CB-DEFC-F8377686BF83}"/>
          </ac:spMkLst>
        </pc:spChg>
        <pc:spChg chg="mod topLvl">
          <ac:chgData name="이유림" userId="c4f7c10e-9591-4e08-8489-adf65147d8f2" providerId="ADAL" clId="{70B67CBA-BCB1-4505-8F30-2277927DFAEC}" dt="2024-09-11T07:20:05.185" v="1477" actId="164"/>
          <ac:spMkLst>
            <pc:docMk/>
            <pc:sldMk cId="2466279025" sldId="276"/>
            <ac:spMk id="56" creationId="{E9D28607-B0D6-75A7-47F7-8DD5D3172490}"/>
          </ac:spMkLst>
        </pc:spChg>
        <pc:spChg chg="mod">
          <ac:chgData name="이유림" userId="c4f7c10e-9591-4e08-8489-adf65147d8f2" providerId="ADAL" clId="{70B67CBA-BCB1-4505-8F30-2277927DFAEC}" dt="2024-09-11T07:19:10.857" v="1471" actId="165"/>
          <ac:spMkLst>
            <pc:docMk/>
            <pc:sldMk cId="2466279025" sldId="276"/>
            <ac:spMk id="60" creationId="{27F4FD55-5E51-94D6-8961-C81AFF3EC6D0}"/>
          </ac:spMkLst>
        </pc:spChg>
        <pc:spChg chg="mod">
          <ac:chgData name="이유림" userId="c4f7c10e-9591-4e08-8489-adf65147d8f2" providerId="ADAL" clId="{70B67CBA-BCB1-4505-8F30-2277927DFAEC}" dt="2024-09-11T07:19:10.857" v="1471" actId="165"/>
          <ac:spMkLst>
            <pc:docMk/>
            <pc:sldMk cId="2466279025" sldId="276"/>
            <ac:spMk id="61" creationId="{00EFB5C8-2104-7503-E991-9C789E7FE983}"/>
          </ac:spMkLst>
        </pc:spChg>
        <pc:spChg chg="mod">
          <ac:chgData name="이유림" userId="c4f7c10e-9591-4e08-8489-adf65147d8f2" providerId="ADAL" clId="{70B67CBA-BCB1-4505-8F30-2277927DFAEC}" dt="2024-09-11T07:19:10.857" v="1471" actId="165"/>
          <ac:spMkLst>
            <pc:docMk/>
            <pc:sldMk cId="2466279025" sldId="276"/>
            <ac:spMk id="62" creationId="{466C8CC7-48DF-07C9-EB44-354C9684A266}"/>
          </ac:spMkLst>
        </pc:spChg>
        <pc:spChg chg="mod">
          <ac:chgData name="이유림" userId="c4f7c10e-9591-4e08-8489-adf65147d8f2" providerId="ADAL" clId="{70B67CBA-BCB1-4505-8F30-2277927DFAEC}" dt="2024-09-11T07:19:10.857" v="1471" actId="165"/>
          <ac:spMkLst>
            <pc:docMk/>
            <pc:sldMk cId="2466279025" sldId="276"/>
            <ac:spMk id="63" creationId="{3D2ABEC0-FE94-A18C-5739-A185A38F80B4}"/>
          </ac:spMkLst>
        </pc:spChg>
        <pc:spChg chg="mod">
          <ac:chgData name="이유림" userId="c4f7c10e-9591-4e08-8489-adf65147d8f2" providerId="ADAL" clId="{70B67CBA-BCB1-4505-8F30-2277927DFAEC}" dt="2024-09-11T07:19:10.857" v="1471" actId="165"/>
          <ac:spMkLst>
            <pc:docMk/>
            <pc:sldMk cId="2466279025" sldId="276"/>
            <ac:spMk id="128" creationId="{874908EE-4D1F-DCA1-DAAB-4DF73D622422}"/>
          </ac:spMkLst>
        </pc:spChg>
        <pc:spChg chg="mod">
          <ac:chgData name="이유림" userId="c4f7c10e-9591-4e08-8489-adf65147d8f2" providerId="ADAL" clId="{70B67CBA-BCB1-4505-8F30-2277927DFAEC}" dt="2024-09-11T07:19:10.857" v="1471" actId="165"/>
          <ac:spMkLst>
            <pc:docMk/>
            <pc:sldMk cId="2466279025" sldId="276"/>
            <ac:spMk id="130" creationId="{EE4C7E90-DA52-1EF3-D8E6-BF09A54A2E18}"/>
          </ac:spMkLst>
        </pc:spChg>
        <pc:spChg chg="mod">
          <ac:chgData name="이유림" userId="c4f7c10e-9591-4e08-8489-adf65147d8f2" providerId="ADAL" clId="{70B67CBA-BCB1-4505-8F30-2277927DFAEC}" dt="2024-09-11T07:19:10.857" v="1471" actId="165"/>
          <ac:spMkLst>
            <pc:docMk/>
            <pc:sldMk cId="2466279025" sldId="276"/>
            <ac:spMk id="131" creationId="{3156983E-6195-A67F-AE87-60E7B11EA81D}"/>
          </ac:spMkLst>
        </pc:spChg>
        <pc:spChg chg="mod">
          <ac:chgData name="이유림" userId="c4f7c10e-9591-4e08-8489-adf65147d8f2" providerId="ADAL" clId="{70B67CBA-BCB1-4505-8F30-2277927DFAEC}" dt="2024-09-11T07:19:10.857" v="1471" actId="165"/>
          <ac:spMkLst>
            <pc:docMk/>
            <pc:sldMk cId="2466279025" sldId="276"/>
            <ac:spMk id="132" creationId="{F30228F8-1758-35D1-B384-D47731624E75}"/>
          </ac:spMkLst>
        </pc:spChg>
        <pc:spChg chg="mod">
          <ac:chgData name="이유림" userId="c4f7c10e-9591-4e08-8489-adf65147d8f2" providerId="ADAL" clId="{70B67CBA-BCB1-4505-8F30-2277927DFAEC}" dt="2024-09-09T05:53:44.852" v="1107" actId="20577"/>
          <ac:spMkLst>
            <pc:docMk/>
            <pc:sldMk cId="2466279025" sldId="276"/>
            <ac:spMk id="173" creationId="{0A1E09A7-076E-1743-BC0F-172F6CCD32CB}"/>
          </ac:spMkLst>
        </pc:spChg>
        <pc:spChg chg="mod">
          <ac:chgData name="이유림" userId="c4f7c10e-9591-4e08-8489-adf65147d8f2" providerId="ADAL" clId="{70B67CBA-BCB1-4505-8F30-2277927DFAEC}" dt="2024-09-09T05:53:56.948" v="1140" actId="20577"/>
          <ac:spMkLst>
            <pc:docMk/>
            <pc:sldMk cId="2466279025" sldId="276"/>
            <ac:spMk id="174" creationId="{594865E3-3C50-FB48-8316-2CD3220D232E}"/>
          </ac:spMkLst>
        </pc:spChg>
        <pc:spChg chg="mod">
          <ac:chgData name="이유림" userId="c4f7c10e-9591-4e08-8489-adf65147d8f2" providerId="ADAL" clId="{70B67CBA-BCB1-4505-8F30-2277927DFAEC}" dt="2024-09-11T01:29:02.142" v="1242" actId="20577"/>
          <ac:spMkLst>
            <pc:docMk/>
            <pc:sldMk cId="2466279025" sldId="276"/>
            <ac:spMk id="175" creationId="{F0B5C5AF-2CC6-DFB4-28E5-8AEED4ED5327}"/>
          </ac:spMkLst>
        </pc:spChg>
        <pc:spChg chg="mod">
          <ac:chgData name="이유림" userId="c4f7c10e-9591-4e08-8489-adf65147d8f2" providerId="ADAL" clId="{70B67CBA-BCB1-4505-8F30-2277927DFAEC}" dt="2024-09-11T01:29:09.621" v="1249" actId="20577"/>
          <ac:spMkLst>
            <pc:docMk/>
            <pc:sldMk cId="2466279025" sldId="276"/>
            <ac:spMk id="176" creationId="{BD1BC246-BA7D-3AD7-9AA1-F5C69D1B2C48}"/>
          </ac:spMkLst>
        </pc:spChg>
        <pc:spChg chg="mod">
          <ac:chgData name="이유림" userId="c4f7c10e-9591-4e08-8489-adf65147d8f2" providerId="ADAL" clId="{70B67CBA-BCB1-4505-8F30-2277927DFAEC}" dt="2024-09-09T06:34:28.375" v="1166" actId="6549"/>
          <ac:spMkLst>
            <pc:docMk/>
            <pc:sldMk cId="2466279025" sldId="276"/>
            <ac:spMk id="178" creationId="{44247B0E-BD32-3F4F-6353-7CD3B7209D74}"/>
          </ac:spMkLst>
        </pc:spChg>
        <pc:grpChg chg="del mod">
          <ac:chgData name="이유림" userId="c4f7c10e-9591-4e08-8489-adf65147d8f2" providerId="ADAL" clId="{70B67CBA-BCB1-4505-8F30-2277927DFAEC}" dt="2024-09-11T07:19:10.857" v="1471" actId="165"/>
          <ac:grpSpMkLst>
            <pc:docMk/>
            <pc:sldMk cId="2466279025" sldId="276"/>
            <ac:grpSpMk id="2" creationId="{D8FCE8D8-BD55-75F1-6072-6E7B2129063E}"/>
          </ac:grpSpMkLst>
        </pc:grpChg>
        <pc:grpChg chg="add del mod">
          <ac:chgData name="이유림" userId="c4f7c10e-9591-4e08-8489-adf65147d8f2" providerId="ADAL" clId="{70B67CBA-BCB1-4505-8F30-2277927DFAEC}" dt="2024-09-12T00:47:09.407" v="1530" actId="478"/>
          <ac:grpSpMkLst>
            <pc:docMk/>
            <pc:sldMk cId="2466279025" sldId="276"/>
            <ac:grpSpMk id="5" creationId="{216E19F0-6EA4-2722-CEFC-B2D283CD7F9E}"/>
          </ac:grpSpMkLst>
        </pc:grpChg>
        <pc:grpChg chg="mod">
          <ac:chgData name="이유림" userId="c4f7c10e-9591-4e08-8489-adf65147d8f2" providerId="ADAL" clId="{70B67CBA-BCB1-4505-8F30-2277927DFAEC}" dt="2024-09-12T00:47:20.848" v="1532" actId="1076"/>
          <ac:grpSpMkLst>
            <pc:docMk/>
            <pc:sldMk cId="2466279025" sldId="276"/>
            <ac:grpSpMk id="8" creationId="{280900D9-2D6A-4752-EEC3-6DB965C1B1F4}"/>
          </ac:grpSpMkLst>
        </pc:grpChg>
        <pc:grpChg chg="add mod">
          <ac:chgData name="이유림" userId="c4f7c10e-9591-4e08-8489-adf65147d8f2" providerId="ADAL" clId="{70B67CBA-BCB1-4505-8F30-2277927DFAEC}" dt="2024-09-13T02:31:26.959" v="1658" actId="465"/>
          <ac:grpSpMkLst>
            <pc:docMk/>
            <pc:sldMk cId="2466279025" sldId="276"/>
            <ac:grpSpMk id="13" creationId="{E5B56EEC-7D9C-7341-1D3A-14811A5E008A}"/>
          </ac:grpSpMkLst>
        </pc:grpChg>
        <pc:grpChg chg="mod">
          <ac:chgData name="이유림" userId="c4f7c10e-9591-4e08-8489-adf65147d8f2" providerId="ADAL" clId="{70B67CBA-BCB1-4505-8F30-2277927DFAEC}" dt="2024-09-11T07:18:36.033" v="1453" actId="552"/>
          <ac:grpSpMkLst>
            <pc:docMk/>
            <pc:sldMk cId="2466279025" sldId="276"/>
            <ac:grpSpMk id="48" creationId="{E4869D35-84EC-5B41-1D80-A290D3E89A61}"/>
          </ac:grpSpMkLst>
        </pc:grpChg>
        <pc:grpChg chg="mod topLvl">
          <ac:chgData name="이유림" userId="c4f7c10e-9591-4e08-8489-adf65147d8f2" providerId="ADAL" clId="{70B67CBA-BCB1-4505-8F30-2277927DFAEC}" dt="2024-09-11T07:20:05.185" v="1477" actId="164"/>
          <ac:grpSpMkLst>
            <pc:docMk/>
            <pc:sldMk cId="2466279025" sldId="276"/>
            <ac:grpSpMk id="55" creationId="{6C03A601-BE57-C75F-EF61-CD322E151556}"/>
          </ac:grpSpMkLst>
        </pc:grpChg>
        <pc:grpChg chg="mod topLvl">
          <ac:chgData name="이유림" userId="c4f7c10e-9591-4e08-8489-adf65147d8f2" providerId="ADAL" clId="{70B67CBA-BCB1-4505-8F30-2277927DFAEC}" dt="2024-09-11T07:20:05.185" v="1477" actId="164"/>
          <ac:grpSpMkLst>
            <pc:docMk/>
            <pc:sldMk cId="2466279025" sldId="276"/>
            <ac:grpSpMk id="57" creationId="{97DD50A0-20F2-5923-E68F-2FC1ACF6A4E8}"/>
          </ac:grpSpMkLst>
        </pc:grpChg>
        <pc:grpChg chg="mod topLvl">
          <ac:chgData name="이유림" userId="c4f7c10e-9591-4e08-8489-adf65147d8f2" providerId="ADAL" clId="{70B67CBA-BCB1-4505-8F30-2277927DFAEC}" dt="2024-09-11T07:20:05.185" v="1477" actId="164"/>
          <ac:grpSpMkLst>
            <pc:docMk/>
            <pc:sldMk cId="2466279025" sldId="276"/>
            <ac:grpSpMk id="58" creationId="{720D0140-974B-08DF-1E0E-163EAC41AF31}"/>
          </ac:grpSpMkLst>
        </pc:grpChg>
        <pc:grpChg chg="mod topLvl">
          <ac:chgData name="이유림" userId="c4f7c10e-9591-4e08-8489-adf65147d8f2" providerId="ADAL" clId="{70B67CBA-BCB1-4505-8F30-2277927DFAEC}" dt="2024-09-11T07:20:05.185" v="1477" actId="164"/>
          <ac:grpSpMkLst>
            <pc:docMk/>
            <pc:sldMk cId="2466279025" sldId="276"/>
            <ac:grpSpMk id="59" creationId="{E2484123-B1E8-9372-F2AC-EEBD300E0CA4}"/>
          </ac:grpSpMkLst>
        </pc:grpChg>
        <pc:picChg chg="mod">
          <ac:chgData name="이유림" userId="c4f7c10e-9591-4e08-8489-adf65147d8f2" providerId="ADAL" clId="{70B67CBA-BCB1-4505-8F30-2277927DFAEC}" dt="2024-09-11T07:18:26.718" v="1452"/>
          <ac:picMkLst>
            <pc:docMk/>
            <pc:sldMk cId="2466279025" sldId="276"/>
            <ac:picMk id="10" creationId="{AEE23911-08A2-C519-32DE-A74C520932C4}"/>
          </ac:picMkLst>
        </pc:picChg>
        <pc:picChg chg="mod">
          <ac:chgData name="이유림" userId="c4f7c10e-9591-4e08-8489-adf65147d8f2" providerId="ADAL" clId="{70B67CBA-BCB1-4505-8F30-2277927DFAEC}" dt="2024-09-11T07:19:10.857" v="1471" actId="165"/>
          <ac:picMkLst>
            <pc:docMk/>
            <pc:sldMk cId="2466279025" sldId="276"/>
            <ac:picMk id="133" creationId="{83E5D175-8451-47F2-A983-B1C077D604FB}"/>
          </ac:picMkLst>
        </pc:picChg>
      </pc:sldChg>
    </pc:docChg>
  </pc:docChgLst>
  <pc:docChgLst>
    <pc:chgData name="예은 김" userId="6526923f-0c52-4639-9dbd-0f483d8fd367" providerId="ADAL" clId="{8625AED3-5155-4A8F-B841-931C1EA356E8}"/>
    <pc:docChg chg="undo custSel modSld">
      <pc:chgData name="예은 김" userId="6526923f-0c52-4639-9dbd-0f483d8fd367" providerId="ADAL" clId="{8625AED3-5155-4A8F-B841-931C1EA356E8}" dt="2026-01-08T06:08:28.353" v="256" actId="20577"/>
      <pc:docMkLst>
        <pc:docMk/>
      </pc:docMkLst>
      <pc:sldChg chg="modSp mod">
        <pc:chgData name="예은 김" userId="6526923f-0c52-4639-9dbd-0f483d8fd367" providerId="ADAL" clId="{8625AED3-5155-4A8F-B841-931C1EA356E8}" dt="2026-01-08T06:08:28.353" v="256" actId="20577"/>
        <pc:sldMkLst>
          <pc:docMk/>
          <pc:sldMk cId="2141349456" sldId="280"/>
        </pc:sldMkLst>
        <pc:spChg chg="mod">
          <ac:chgData name="예은 김" userId="6526923f-0c52-4639-9dbd-0f483d8fd367" providerId="ADAL" clId="{8625AED3-5155-4A8F-B841-931C1EA356E8}" dt="2026-01-08T06:08:28.353" v="256" actId="20577"/>
          <ac:spMkLst>
            <pc:docMk/>
            <pc:sldMk cId="2141349456" sldId="280"/>
            <ac:spMk id="6" creationId="{06EF3920-5AC7-757F-5FF8-ABA68DCE33B7}"/>
          </ac:spMkLst>
        </pc:spChg>
      </pc:sldChg>
      <pc:sldChg chg="modSp mod">
        <pc:chgData name="예은 김" userId="6526923f-0c52-4639-9dbd-0f483d8fd367" providerId="ADAL" clId="{8625AED3-5155-4A8F-B841-931C1EA356E8}" dt="2026-01-08T06:00:39.585" v="167" actId="20577"/>
        <pc:sldMkLst>
          <pc:docMk/>
          <pc:sldMk cId="4070630398" sldId="281"/>
        </pc:sldMkLst>
        <pc:spChg chg="mod">
          <ac:chgData name="예은 김" userId="6526923f-0c52-4639-9dbd-0f483d8fd367" providerId="ADAL" clId="{8625AED3-5155-4A8F-B841-931C1EA356E8}" dt="2026-01-08T05:43:42.070" v="119" actId="20577"/>
          <ac:spMkLst>
            <pc:docMk/>
            <pc:sldMk cId="4070630398" sldId="281"/>
            <ac:spMk id="15" creationId="{DD2BA9D1-889D-AEF8-BB7E-B25BCFC35209}"/>
          </ac:spMkLst>
        </pc:spChg>
        <pc:spChg chg="mod">
          <ac:chgData name="예은 김" userId="6526923f-0c52-4639-9dbd-0f483d8fd367" providerId="ADAL" clId="{8625AED3-5155-4A8F-B841-931C1EA356E8}" dt="2026-01-08T05:55:57.728" v="133" actId="20577"/>
          <ac:spMkLst>
            <pc:docMk/>
            <pc:sldMk cId="4070630398" sldId="281"/>
            <ac:spMk id="17" creationId="{9B0C1535-B1E4-B210-1974-EDF1CE6AEC14}"/>
          </ac:spMkLst>
        </pc:spChg>
        <pc:spChg chg="mod">
          <ac:chgData name="예은 김" userId="6526923f-0c52-4639-9dbd-0f483d8fd367" providerId="ADAL" clId="{8625AED3-5155-4A8F-B841-931C1EA356E8}" dt="2026-01-08T06:00:30.032" v="162" actId="20577"/>
          <ac:spMkLst>
            <pc:docMk/>
            <pc:sldMk cId="4070630398" sldId="281"/>
            <ac:spMk id="26" creationId="{4926C1AC-7839-732B-9B96-3C3A1D6AFE60}"/>
          </ac:spMkLst>
        </pc:spChg>
        <pc:spChg chg="mod">
          <ac:chgData name="예은 김" userId="6526923f-0c52-4639-9dbd-0f483d8fd367" providerId="ADAL" clId="{8625AED3-5155-4A8F-B841-931C1EA356E8}" dt="2026-01-08T06:00:39.585" v="167" actId="20577"/>
          <ac:spMkLst>
            <pc:docMk/>
            <pc:sldMk cId="4070630398" sldId="281"/>
            <ac:spMk id="27" creationId="{38EA2831-285C-F0AC-DB24-1E5C5F100C23}"/>
          </ac:spMkLst>
        </pc:spChg>
        <pc:spChg chg="mod">
          <ac:chgData name="예은 김" userId="6526923f-0c52-4639-9dbd-0f483d8fd367" providerId="ADAL" clId="{8625AED3-5155-4A8F-B841-931C1EA356E8}" dt="2026-01-08T05:58:39.071" v="135" actId="20577"/>
          <ac:spMkLst>
            <pc:docMk/>
            <pc:sldMk cId="4070630398" sldId="281"/>
            <ac:spMk id="28" creationId="{13CD4AEA-CEE2-B2A9-0415-EAAAA9F0B440}"/>
          </ac:spMkLst>
        </pc:spChg>
        <pc:spChg chg="mod">
          <ac:chgData name="예은 김" userId="6526923f-0c52-4639-9dbd-0f483d8fd367" providerId="ADAL" clId="{8625AED3-5155-4A8F-B841-931C1EA356E8}" dt="2026-01-08T06:00:18.072" v="157" actId="20577"/>
          <ac:spMkLst>
            <pc:docMk/>
            <pc:sldMk cId="4070630398" sldId="281"/>
            <ac:spMk id="29" creationId="{FC97D07A-6DEB-CA92-08AD-67FA8DFF0F08}"/>
          </ac:spMkLst>
        </pc:spChg>
        <pc:spChg chg="mod">
          <ac:chgData name="예은 김" userId="6526923f-0c52-4639-9dbd-0f483d8fd367" providerId="ADAL" clId="{8625AED3-5155-4A8F-B841-931C1EA356E8}" dt="2026-01-08T05:55:33.416" v="132" actId="20577"/>
          <ac:spMkLst>
            <pc:docMk/>
            <pc:sldMk cId="4070630398" sldId="281"/>
            <ac:spMk id="31" creationId="{6F2A1BD8-B677-9F0A-0B8C-8392A2C05CEE}"/>
          </ac:spMkLst>
        </pc:spChg>
        <pc:spChg chg="mod">
          <ac:chgData name="예은 김" userId="6526923f-0c52-4639-9dbd-0f483d8fd367" providerId="ADAL" clId="{8625AED3-5155-4A8F-B841-931C1EA356E8}" dt="2026-01-08T05:43:12.078" v="118" actId="20577"/>
          <ac:spMkLst>
            <pc:docMk/>
            <pc:sldMk cId="4070630398" sldId="281"/>
            <ac:spMk id="136" creationId="{B4D65861-9355-82C7-901E-B4B1C92724AB}"/>
          </ac:spMkLst>
        </pc:spChg>
      </pc:sldChg>
    </pc:docChg>
  </pc:docChgLst>
  <pc:docChgLst>
    <pc:chgData name="예은 김" userId="6526923f-0c52-4639-9dbd-0f483d8fd367" providerId="ADAL" clId="{25973651-38DD-4A96-B593-DF22DE420376}"/>
    <pc:docChg chg="undo custSel delSld modSld">
      <pc:chgData name="예은 김" userId="6526923f-0c52-4639-9dbd-0f483d8fd367" providerId="ADAL" clId="{25973651-38DD-4A96-B593-DF22DE420376}" dt="2025-08-06T05:24:59.461" v="273" actId="20577"/>
      <pc:docMkLst>
        <pc:docMk/>
      </pc:docMkLst>
      <pc:sldChg chg="del">
        <pc:chgData name="예은 김" userId="6526923f-0c52-4639-9dbd-0f483d8fd367" providerId="ADAL" clId="{25973651-38DD-4A96-B593-DF22DE420376}" dt="2025-08-06T03:04:05.033" v="0" actId="47"/>
        <pc:sldMkLst>
          <pc:docMk/>
          <pc:sldMk cId="2604213135" sldId="279"/>
        </pc:sldMkLst>
      </pc:sldChg>
      <pc:sldChg chg="modSp mod">
        <pc:chgData name="예은 김" userId="6526923f-0c52-4639-9dbd-0f483d8fd367" providerId="ADAL" clId="{25973651-38DD-4A96-B593-DF22DE420376}" dt="2025-08-06T05:21:23.660" v="271" actId="115"/>
        <pc:sldMkLst>
          <pc:docMk/>
          <pc:sldMk cId="2141349456" sldId="280"/>
        </pc:sldMkLst>
        <pc:spChg chg="mod">
          <ac:chgData name="예은 김" userId="6526923f-0c52-4639-9dbd-0f483d8fd367" providerId="ADAL" clId="{25973651-38DD-4A96-B593-DF22DE420376}" dt="2025-08-06T05:21:23.660" v="271" actId="115"/>
          <ac:spMkLst>
            <pc:docMk/>
            <pc:sldMk cId="2141349456" sldId="280"/>
            <ac:spMk id="11" creationId="{9B928ECE-1AE5-0115-C295-084CD3A29A8F}"/>
          </ac:spMkLst>
        </pc:spChg>
      </pc:sldChg>
      <pc:sldChg chg="modSp mod">
        <pc:chgData name="예은 김" userId="6526923f-0c52-4639-9dbd-0f483d8fd367" providerId="ADAL" clId="{25973651-38DD-4A96-B593-DF22DE420376}" dt="2025-08-06T05:24:59.461" v="273" actId="20577"/>
        <pc:sldMkLst>
          <pc:docMk/>
          <pc:sldMk cId="4070630398" sldId="281"/>
        </pc:sldMkLst>
        <pc:spChg chg="mod">
          <ac:chgData name="예은 김" userId="6526923f-0c52-4639-9dbd-0f483d8fd367" providerId="ADAL" clId="{25973651-38DD-4A96-B593-DF22DE420376}" dt="2025-08-06T03:22:52.374" v="20" actId="20577"/>
          <ac:spMkLst>
            <pc:docMk/>
            <pc:sldMk cId="4070630398" sldId="281"/>
            <ac:spMk id="15" creationId="{DD2BA9D1-889D-AEF8-BB7E-B25BCFC35209}"/>
          </ac:spMkLst>
        </pc:spChg>
        <pc:spChg chg="mod">
          <ac:chgData name="예은 김" userId="6526923f-0c52-4639-9dbd-0f483d8fd367" providerId="ADAL" clId="{25973651-38DD-4A96-B593-DF22DE420376}" dt="2025-08-06T04:35:06.348" v="47" actId="20577"/>
          <ac:spMkLst>
            <pc:docMk/>
            <pc:sldMk cId="4070630398" sldId="281"/>
            <ac:spMk id="17" creationId="{9B0C1535-B1E4-B210-1974-EDF1CE6AEC14}"/>
          </ac:spMkLst>
        </pc:spChg>
        <pc:spChg chg="mod">
          <ac:chgData name="예은 김" userId="6526923f-0c52-4639-9dbd-0f483d8fd367" providerId="ADAL" clId="{25973651-38DD-4A96-B593-DF22DE420376}" dt="2025-08-06T05:09:27.965" v="146" actId="20577"/>
          <ac:spMkLst>
            <pc:docMk/>
            <pc:sldMk cId="4070630398" sldId="281"/>
            <ac:spMk id="24" creationId="{62920AD4-7942-1BED-4284-E22921A7F674}"/>
          </ac:spMkLst>
        </pc:spChg>
        <pc:spChg chg="mod">
          <ac:chgData name="예은 김" userId="6526923f-0c52-4639-9dbd-0f483d8fd367" providerId="ADAL" clId="{25973651-38DD-4A96-B593-DF22DE420376}" dt="2025-08-06T05:08:54.103" v="135" actId="21"/>
          <ac:spMkLst>
            <pc:docMk/>
            <pc:sldMk cId="4070630398" sldId="281"/>
            <ac:spMk id="26" creationId="{4926C1AC-7839-732B-9B96-3C3A1D6AFE60}"/>
          </ac:spMkLst>
        </pc:spChg>
        <pc:spChg chg="mod">
          <ac:chgData name="예은 김" userId="6526923f-0c52-4639-9dbd-0f483d8fd367" providerId="ADAL" clId="{25973651-38DD-4A96-B593-DF22DE420376}" dt="2025-08-06T05:09:03.181" v="137" actId="20577"/>
          <ac:spMkLst>
            <pc:docMk/>
            <pc:sldMk cId="4070630398" sldId="281"/>
            <ac:spMk id="27" creationId="{38EA2831-285C-F0AC-DB24-1E5C5F100C23}"/>
          </ac:spMkLst>
        </pc:spChg>
        <pc:spChg chg="mod">
          <ac:chgData name="예은 김" userId="6526923f-0c52-4639-9dbd-0f483d8fd367" providerId="ADAL" clId="{25973651-38DD-4A96-B593-DF22DE420376}" dt="2025-08-06T05:07:40.141" v="134" actId="21"/>
          <ac:spMkLst>
            <pc:docMk/>
            <pc:sldMk cId="4070630398" sldId="281"/>
            <ac:spMk id="31" creationId="{6F2A1BD8-B677-9F0A-0B8C-8392A2C05CEE}"/>
          </ac:spMkLst>
        </pc:spChg>
        <pc:spChg chg="mod">
          <ac:chgData name="예은 김" userId="6526923f-0c52-4639-9dbd-0f483d8fd367" providerId="ADAL" clId="{25973651-38DD-4A96-B593-DF22DE420376}" dt="2025-08-06T05:04:08.771" v="67" actId="20577"/>
          <ac:spMkLst>
            <pc:docMk/>
            <pc:sldMk cId="4070630398" sldId="281"/>
            <ac:spMk id="43" creationId="{6FDED833-9209-F168-81E2-8F75D3E6AC0B}"/>
          </ac:spMkLst>
        </pc:spChg>
        <pc:spChg chg="mod">
          <ac:chgData name="예은 김" userId="6526923f-0c52-4639-9dbd-0f483d8fd367" providerId="ADAL" clId="{25973651-38DD-4A96-B593-DF22DE420376}" dt="2025-08-06T05:24:59.461" v="273" actId="20577"/>
          <ac:spMkLst>
            <pc:docMk/>
            <pc:sldMk cId="4070630398" sldId="281"/>
            <ac:spMk id="46" creationId="{7DA334C2-E384-CB47-2C11-DD1D0A0EE62A}"/>
          </ac:spMkLst>
        </pc:spChg>
        <pc:spChg chg="mod">
          <ac:chgData name="예은 김" userId="6526923f-0c52-4639-9dbd-0f483d8fd367" providerId="ADAL" clId="{25973651-38DD-4A96-B593-DF22DE420376}" dt="2025-08-06T04:58:06.870" v="50" actId="20577"/>
          <ac:spMkLst>
            <pc:docMk/>
            <pc:sldMk cId="4070630398" sldId="281"/>
            <ac:spMk id="138" creationId="{B2D2F8CE-754C-105D-0DB2-A42A8979DD3C}"/>
          </ac:spMkLst>
        </pc:spChg>
      </pc:sldChg>
    </pc:docChg>
  </pc:docChgLst>
  <pc:docChgLst>
    <pc:chgData name="유승철" userId="9584054c-e08f-4935-bde6-b53c2dd0dfbc" providerId="ADAL" clId="{EC567B04-1EF0-4591-9896-BBF107814324}"/>
    <pc:docChg chg="undo custSel modSld">
      <pc:chgData name="유승철" userId="9584054c-e08f-4935-bde6-b53c2dd0dfbc" providerId="ADAL" clId="{EC567B04-1EF0-4591-9896-BBF107814324}" dt="2023-08-04T05:36:40.227" v="221" actId="20577"/>
      <pc:docMkLst>
        <pc:docMk/>
      </pc:docMkLst>
      <pc:sldChg chg="modSp mod">
        <pc:chgData name="유승철" userId="9584054c-e08f-4935-bde6-b53c2dd0dfbc" providerId="ADAL" clId="{EC567B04-1EF0-4591-9896-BBF107814324}" dt="2023-08-04T05:36:40.227" v="221" actId="20577"/>
        <pc:sldMkLst>
          <pc:docMk/>
          <pc:sldMk cId="2466279025" sldId="276"/>
        </pc:sldMkLst>
        <pc:spChg chg="mod">
          <ac:chgData name="유승철" userId="9584054c-e08f-4935-bde6-b53c2dd0dfbc" providerId="ADAL" clId="{EC567B04-1EF0-4591-9896-BBF107814324}" dt="2023-08-03T06:15:01.270" v="73" actId="20577"/>
          <ac:spMkLst>
            <pc:docMk/>
            <pc:sldMk cId="2466279025" sldId="276"/>
            <ac:spMk id="138" creationId="{A953AEAB-A778-AD8D-2792-B85560DCBC03}"/>
          </ac:spMkLst>
        </pc:spChg>
        <pc:spChg chg="mod">
          <ac:chgData name="유승철" userId="9584054c-e08f-4935-bde6-b53c2dd0dfbc" providerId="ADAL" clId="{EC567B04-1EF0-4591-9896-BBF107814324}" dt="2023-08-04T05:36:40.227" v="221" actId="20577"/>
          <ac:spMkLst>
            <pc:docMk/>
            <pc:sldMk cId="2466279025" sldId="276"/>
            <ac:spMk id="140" creationId="{88B97726-3EFB-698A-7D7C-DF5DB8C5A565}"/>
          </ac:spMkLst>
        </pc:spChg>
        <pc:spChg chg="mod">
          <ac:chgData name="유승철" userId="9584054c-e08f-4935-bde6-b53c2dd0dfbc" providerId="ADAL" clId="{EC567B04-1EF0-4591-9896-BBF107814324}" dt="2023-08-03T08:16:59.257" v="142" actId="20577"/>
          <ac:spMkLst>
            <pc:docMk/>
            <pc:sldMk cId="2466279025" sldId="276"/>
            <ac:spMk id="150" creationId="{47963344-F718-867D-430D-FE00E52BD84E}"/>
          </ac:spMkLst>
        </pc:spChg>
        <pc:spChg chg="mod">
          <ac:chgData name="유승철" userId="9584054c-e08f-4935-bde6-b53c2dd0dfbc" providerId="ADAL" clId="{EC567B04-1EF0-4591-9896-BBF107814324}" dt="2023-08-03T08:17:09.064" v="148" actId="20577"/>
          <ac:spMkLst>
            <pc:docMk/>
            <pc:sldMk cId="2466279025" sldId="276"/>
            <ac:spMk id="151" creationId="{E79CFFC1-80BA-A539-0072-1EECBB422D5C}"/>
          </ac:spMkLst>
        </pc:spChg>
        <pc:grpChg chg="mod">
          <ac:chgData name="유승철" userId="9584054c-e08f-4935-bde6-b53c2dd0dfbc" providerId="ADAL" clId="{EC567B04-1EF0-4591-9896-BBF107814324}" dt="2023-08-03T08:15:34.614" v="101" actId="465"/>
          <ac:grpSpMkLst>
            <pc:docMk/>
            <pc:sldMk cId="2466279025" sldId="276"/>
            <ac:grpSpMk id="142" creationId="{CF4598DE-282C-0467-AC37-22B35F73FCAE}"/>
          </ac:grpSpMkLst>
        </pc:grpChg>
      </pc:sldChg>
    </pc:docChg>
  </pc:docChgLst>
  <pc:docChgLst>
    <pc:chgData name="김예은" userId="6526923f-0c52-4639-9dbd-0f483d8fd367" providerId="ADAL" clId="{AA56D8B2-829A-4424-A2C8-C1E4BBD0BCC6}"/>
    <pc:docChg chg="undo custSel modSld">
      <pc:chgData name="김예은" userId="6526923f-0c52-4639-9dbd-0f483d8fd367" providerId="ADAL" clId="{AA56D8B2-829A-4424-A2C8-C1E4BBD0BCC6}" dt="2022-01-13T09:34:42.813" v="920" actId="115"/>
      <pc:docMkLst>
        <pc:docMk/>
      </pc:docMkLst>
      <pc:sldChg chg="modSp mod">
        <pc:chgData name="김예은" userId="6526923f-0c52-4639-9dbd-0f483d8fd367" providerId="ADAL" clId="{AA56D8B2-829A-4424-A2C8-C1E4BBD0BCC6}" dt="2022-01-13T09:34:42.813" v="920" actId="115"/>
        <pc:sldMkLst>
          <pc:docMk/>
          <pc:sldMk cId="2782649627" sldId="272"/>
        </pc:sldMkLst>
        <pc:spChg chg="mod">
          <ac:chgData name="김예은" userId="6526923f-0c52-4639-9dbd-0f483d8fd367" providerId="ADAL" clId="{AA56D8B2-829A-4424-A2C8-C1E4BBD0BCC6}" dt="2022-01-13T09:32:07.522" v="850" actId="20577"/>
          <ac:spMkLst>
            <pc:docMk/>
            <pc:sldMk cId="2782649627" sldId="272"/>
            <ac:spMk id="47" creationId="{373EF603-C53A-4E07-AFCB-6FE79C904B66}"/>
          </ac:spMkLst>
        </pc:spChg>
        <pc:spChg chg="mod">
          <ac:chgData name="김예은" userId="6526923f-0c52-4639-9dbd-0f483d8fd367" providerId="ADAL" clId="{AA56D8B2-829A-4424-A2C8-C1E4BBD0BCC6}" dt="2022-01-13T09:34:42.813" v="920" actId="115"/>
          <ac:spMkLst>
            <pc:docMk/>
            <pc:sldMk cId="2782649627" sldId="272"/>
            <ac:spMk id="99" creationId="{848EAD98-174F-457B-95FA-F8BAFD72A9B4}"/>
          </ac:spMkLst>
        </pc:spChg>
      </pc:sldChg>
      <pc:sldChg chg="modSp mod">
        <pc:chgData name="김예은" userId="6526923f-0c52-4639-9dbd-0f483d8fd367" providerId="ADAL" clId="{AA56D8B2-829A-4424-A2C8-C1E4BBD0BCC6}" dt="2022-01-13T09:20:44.900" v="694" actId="20577"/>
        <pc:sldMkLst>
          <pc:docMk/>
          <pc:sldMk cId="882373454" sldId="274"/>
        </pc:sldMkLst>
        <pc:spChg chg="mod">
          <ac:chgData name="김예은" userId="6526923f-0c52-4639-9dbd-0f483d8fd367" providerId="ADAL" clId="{AA56D8B2-829A-4424-A2C8-C1E4BBD0BCC6}" dt="2022-01-13T08:57:31.627" v="3" actId="20577"/>
          <ac:spMkLst>
            <pc:docMk/>
            <pc:sldMk cId="882373454" sldId="274"/>
            <ac:spMk id="111" creationId="{DBDB8DD5-5529-4E2C-9BDB-5CAB844DDD5F}"/>
          </ac:spMkLst>
        </pc:spChg>
        <pc:spChg chg="mod">
          <ac:chgData name="김예은" userId="6526923f-0c52-4639-9dbd-0f483d8fd367" providerId="ADAL" clId="{AA56D8B2-829A-4424-A2C8-C1E4BBD0BCC6}" dt="2022-01-13T08:59:22.781" v="78" actId="20577"/>
          <ac:spMkLst>
            <pc:docMk/>
            <pc:sldMk cId="882373454" sldId="274"/>
            <ac:spMk id="113" creationId="{EB58FF82-05F3-4413-9FB5-F5EA9CADDCA7}"/>
          </ac:spMkLst>
        </pc:spChg>
        <pc:spChg chg="mod">
          <ac:chgData name="김예은" userId="6526923f-0c52-4639-9dbd-0f483d8fd367" providerId="ADAL" clId="{AA56D8B2-829A-4424-A2C8-C1E4BBD0BCC6}" dt="2022-01-13T09:17:15.304" v="667"/>
          <ac:spMkLst>
            <pc:docMk/>
            <pc:sldMk cId="882373454" sldId="274"/>
            <ac:spMk id="122" creationId="{68D86FB5-FE22-4A5C-9881-2ABD30ED15CD}"/>
          </ac:spMkLst>
        </pc:spChg>
        <pc:spChg chg="mod">
          <ac:chgData name="김예은" userId="6526923f-0c52-4639-9dbd-0f483d8fd367" providerId="ADAL" clId="{AA56D8B2-829A-4424-A2C8-C1E4BBD0BCC6}" dt="2022-01-13T09:15:53.860" v="663" actId="20577"/>
          <ac:spMkLst>
            <pc:docMk/>
            <pc:sldMk cId="882373454" sldId="274"/>
            <ac:spMk id="123" creationId="{F91271BF-7767-419F-B9D9-00CD1CF74A69}"/>
          </ac:spMkLst>
        </pc:spChg>
        <pc:spChg chg="mod">
          <ac:chgData name="김예은" userId="6526923f-0c52-4639-9dbd-0f483d8fd367" providerId="ADAL" clId="{AA56D8B2-829A-4424-A2C8-C1E4BBD0BCC6}" dt="2022-01-13T09:09:15.214" v="355" actId="20577"/>
          <ac:spMkLst>
            <pc:docMk/>
            <pc:sldMk cId="882373454" sldId="274"/>
            <ac:spMk id="124" creationId="{64B7CCAC-2819-43E1-AB74-8C89226C4573}"/>
          </ac:spMkLst>
        </pc:spChg>
        <pc:spChg chg="mod">
          <ac:chgData name="김예은" userId="6526923f-0c52-4639-9dbd-0f483d8fd367" providerId="ADAL" clId="{AA56D8B2-829A-4424-A2C8-C1E4BBD0BCC6}" dt="2022-01-13T09:11:53.234" v="515" actId="20577"/>
          <ac:spMkLst>
            <pc:docMk/>
            <pc:sldMk cId="882373454" sldId="274"/>
            <ac:spMk id="125" creationId="{C3317DC3-88E8-4464-9234-FBB132137B2C}"/>
          </ac:spMkLst>
        </pc:spChg>
        <pc:spChg chg="mod">
          <ac:chgData name="김예은" userId="6526923f-0c52-4639-9dbd-0f483d8fd367" providerId="ADAL" clId="{AA56D8B2-829A-4424-A2C8-C1E4BBD0BCC6}" dt="2022-01-13T09:08:40.979" v="349" actId="20577"/>
          <ac:spMkLst>
            <pc:docMk/>
            <pc:sldMk cId="882373454" sldId="274"/>
            <ac:spMk id="127" creationId="{A9756532-47B7-4712-A28F-D1EFE3461750}"/>
          </ac:spMkLst>
        </pc:spChg>
        <pc:spChg chg="mod">
          <ac:chgData name="김예은" userId="6526923f-0c52-4639-9dbd-0f483d8fd367" providerId="ADAL" clId="{AA56D8B2-829A-4424-A2C8-C1E4BBD0BCC6}" dt="2022-01-13T09:14:43.637" v="624"/>
          <ac:spMkLst>
            <pc:docMk/>
            <pc:sldMk cId="882373454" sldId="274"/>
            <ac:spMk id="130" creationId="{77C85092-3F0B-4B18-934D-0B5941FB7FD1}"/>
          </ac:spMkLst>
        </pc:spChg>
        <pc:spChg chg="mod">
          <ac:chgData name="김예은" userId="6526923f-0c52-4639-9dbd-0f483d8fd367" providerId="ADAL" clId="{AA56D8B2-829A-4424-A2C8-C1E4BBD0BCC6}" dt="2022-01-13T09:18:45.884" v="693" actId="20577"/>
          <ac:spMkLst>
            <pc:docMk/>
            <pc:sldMk cId="882373454" sldId="274"/>
            <ac:spMk id="137" creationId="{3CB0CD89-CF11-4458-860B-ED11913BD7BE}"/>
          </ac:spMkLst>
        </pc:spChg>
        <pc:spChg chg="mod">
          <ac:chgData name="김예은" userId="6526923f-0c52-4639-9dbd-0f483d8fd367" providerId="ADAL" clId="{AA56D8B2-829A-4424-A2C8-C1E4BBD0BCC6}" dt="2022-01-13T09:20:44.900" v="694" actId="20577"/>
          <ac:spMkLst>
            <pc:docMk/>
            <pc:sldMk cId="882373454" sldId="274"/>
            <ac:spMk id="138" creationId="{1F856BF8-66D5-4613-9430-3D1397B50422}"/>
          </ac:spMkLst>
        </pc:spChg>
        <pc:spChg chg="mod">
          <ac:chgData name="김예은" userId="6526923f-0c52-4639-9dbd-0f483d8fd367" providerId="ADAL" clId="{AA56D8B2-829A-4424-A2C8-C1E4BBD0BCC6}" dt="2022-01-13T09:18:09.044" v="684"/>
          <ac:spMkLst>
            <pc:docMk/>
            <pc:sldMk cId="882373454" sldId="274"/>
            <ac:spMk id="141" creationId="{856439B5-C347-42C8-878D-9AD9014DC92C}"/>
          </ac:spMkLst>
        </pc:spChg>
      </pc:sldChg>
    </pc:docChg>
  </pc:docChgLst>
  <pc:docChgLst>
    <pc:chgData name="김예은" userId="6526923f-0c52-4639-9dbd-0f483d8fd367" providerId="ADAL" clId="{B4A6F11E-862E-47A5-838B-D04ABC9A891D}"/>
    <pc:docChg chg="undo custSel modSld">
      <pc:chgData name="김예은" userId="6526923f-0c52-4639-9dbd-0f483d8fd367" providerId="ADAL" clId="{B4A6F11E-862E-47A5-838B-D04ABC9A891D}" dt="2023-07-06T06:18:36.255" v="309"/>
      <pc:docMkLst>
        <pc:docMk/>
      </pc:docMkLst>
      <pc:sldChg chg="modSp mod">
        <pc:chgData name="김예은" userId="6526923f-0c52-4639-9dbd-0f483d8fd367" providerId="ADAL" clId="{B4A6F11E-862E-47A5-838B-D04ABC9A891D}" dt="2023-07-06T06:18:36.255" v="309"/>
        <pc:sldMkLst>
          <pc:docMk/>
          <pc:sldMk cId="2782649627" sldId="272"/>
        </pc:sldMkLst>
        <pc:spChg chg="mod">
          <ac:chgData name="김예은" userId="6526923f-0c52-4639-9dbd-0f483d8fd367" providerId="ADAL" clId="{B4A6F11E-862E-47A5-838B-D04ABC9A891D}" dt="2023-07-06T06:18:36.255" v="309"/>
          <ac:spMkLst>
            <pc:docMk/>
            <pc:sldMk cId="2782649627" sldId="272"/>
            <ac:spMk id="6" creationId="{09F7E800-0CB4-1F09-A99D-086D15A555A2}"/>
          </ac:spMkLst>
        </pc:spChg>
      </pc:sldChg>
      <pc:sldChg chg="modSp mod">
        <pc:chgData name="김예은" userId="6526923f-0c52-4639-9dbd-0f483d8fd367" providerId="ADAL" clId="{B4A6F11E-862E-47A5-838B-D04ABC9A891D}" dt="2023-07-06T06:13:00.336" v="163"/>
        <pc:sldMkLst>
          <pc:docMk/>
          <pc:sldMk cId="2466279025" sldId="276"/>
        </pc:sldMkLst>
        <pc:spChg chg="mod">
          <ac:chgData name="김예은" userId="6526923f-0c52-4639-9dbd-0f483d8fd367" providerId="ADAL" clId="{B4A6F11E-862E-47A5-838B-D04ABC9A891D}" dt="2023-07-06T06:10:06.405" v="76" actId="20577"/>
          <ac:spMkLst>
            <pc:docMk/>
            <pc:sldMk cId="2466279025" sldId="276"/>
            <ac:spMk id="140" creationId="{88B97726-3EFB-698A-7D7C-DF5DB8C5A565}"/>
          </ac:spMkLst>
        </pc:spChg>
        <pc:spChg chg="mod">
          <ac:chgData name="김예은" userId="6526923f-0c52-4639-9dbd-0f483d8fd367" providerId="ADAL" clId="{B4A6F11E-862E-47A5-838B-D04ABC9A891D}" dt="2023-07-06T06:10:50.689" v="115" actId="5793"/>
          <ac:spMkLst>
            <pc:docMk/>
            <pc:sldMk cId="2466279025" sldId="276"/>
            <ac:spMk id="144" creationId="{043BB055-D31A-17A1-6290-85A1676DA4A8}"/>
          </ac:spMkLst>
        </pc:spChg>
        <pc:spChg chg="mod">
          <ac:chgData name="김예은" userId="6526923f-0c52-4639-9dbd-0f483d8fd367" providerId="ADAL" clId="{B4A6F11E-862E-47A5-838B-D04ABC9A891D}" dt="2023-07-06T06:13:00.336" v="163"/>
          <ac:spMkLst>
            <pc:docMk/>
            <pc:sldMk cId="2466279025" sldId="276"/>
            <ac:spMk id="151" creationId="{E79CFFC1-80BA-A539-0072-1EECBB422D5C}"/>
          </ac:spMkLst>
        </pc:spChg>
        <pc:spChg chg="mod">
          <ac:chgData name="김예은" userId="6526923f-0c52-4639-9dbd-0f483d8fd367" providerId="ADAL" clId="{B4A6F11E-862E-47A5-838B-D04ABC9A891D}" dt="2023-07-06T06:11:13.999" v="125"/>
          <ac:spMkLst>
            <pc:docMk/>
            <pc:sldMk cId="2466279025" sldId="276"/>
            <ac:spMk id="152" creationId="{029A6260-57A7-72A9-B068-4BF11E5D9211}"/>
          </ac:spMkLst>
        </pc:spChg>
        <pc:spChg chg="mod">
          <ac:chgData name="김예은" userId="6526923f-0c52-4639-9dbd-0f483d8fd367" providerId="ADAL" clId="{B4A6F11E-862E-47A5-838B-D04ABC9A891D}" dt="2023-07-06T06:12:02.999" v="128"/>
          <ac:spMkLst>
            <pc:docMk/>
            <pc:sldMk cId="2466279025" sldId="276"/>
            <ac:spMk id="153" creationId="{EA4DFFF3-CCC7-3997-272A-F8DB47D241DC}"/>
          </ac:spMkLst>
        </pc:spChg>
        <pc:spChg chg="mod">
          <ac:chgData name="김예은" userId="6526923f-0c52-4639-9dbd-0f483d8fd367" providerId="ADAL" clId="{B4A6F11E-862E-47A5-838B-D04ABC9A891D}" dt="2023-07-06T06:10:37.542" v="100"/>
          <ac:spMkLst>
            <pc:docMk/>
            <pc:sldMk cId="2466279025" sldId="276"/>
            <ac:spMk id="155" creationId="{0A8B3F26-4FA2-9CE6-6071-29B6B0806988}"/>
          </ac:spMkLst>
        </pc:spChg>
      </pc:sldChg>
    </pc:docChg>
  </pc:docChgLst>
  <pc:docChgLst>
    <pc:chgData name="예은 김" userId="6526923f-0c52-4639-9dbd-0f483d8fd367" providerId="ADAL" clId="{BCD8ED78-C56E-477C-888C-F6DB297B49C7}"/>
    <pc:docChg chg="undo custSel modSld">
      <pc:chgData name="예은 김" userId="6526923f-0c52-4639-9dbd-0f483d8fd367" providerId="ADAL" clId="{BCD8ED78-C56E-477C-888C-F6DB297B49C7}" dt="2024-02-06T23:16:05.122" v="1268" actId="20577"/>
      <pc:docMkLst>
        <pc:docMk/>
      </pc:docMkLst>
      <pc:sldChg chg="modSp mod">
        <pc:chgData name="예은 김" userId="6526923f-0c52-4639-9dbd-0f483d8fd367" providerId="ADAL" clId="{BCD8ED78-C56E-477C-888C-F6DB297B49C7}" dt="2024-02-06T23:16:05.122" v="1268" actId="20577"/>
        <pc:sldMkLst>
          <pc:docMk/>
          <pc:sldMk cId="2782649627" sldId="272"/>
        </pc:sldMkLst>
        <pc:spChg chg="mod">
          <ac:chgData name="예은 김" userId="6526923f-0c52-4639-9dbd-0f483d8fd367" providerId="ADAL" clId="{BCD8ED78-C56E-477C-888C-F6DB297B49C7}" dt="2024-02-06T23:14:00.835" v="1264" actId="20577"/>
          <ac:spMkLst>
            <pc:docMk/>
            <pc:sldMk cId="2782649627" sldId="272"/>
            <ac:spMk id="22" creationId="{08E94353-4D54-31EB-C869-FECC865ACB1A}"/>
          </ac:spMkLst>
        </pc:spChg>
        <pc:spChg chg="mod">
          <ac:chgData name="예은 김" userId="6526923f-0c52-4639-9dbd-0f483d8fd367" providerId="ADAL" clId="{BCD8ED78-C56E-477C-888C-F6DB297B49C7}" dt="2024-02-06T23:16:05.122" v="1268" actId="20577"/>
          <ac:spMkLst>
            <pc:docMk/>
            <pc:sldMk cId="2782649627" sldId="272"/>
            <ac:spMk id="67" creationId="{13A197EA-0A01-1C5E-2E93-2BD7066AEF3F}"/>
          </ac:spMkLst>
        </pc:spChg>
      </pc:sldChg>
      <pc:sldChg chg="modSp mod">
        <pc:chgData name="예은 김" userId="6526923f-0c52-4639-9dbd-0f483d8fd367" providerId="ADAL" clId="{BCD8ED78-C56E-477C-888C-F6DB297B49C7}" dt="2024-02-06T09:41:04.488" v="459" actId="20577"/>
        <pc:sldMkLst>
          <pc:docMk/>
          <pc:sldMk cId="2466279025" sldId="276"/>
        </pc:sldMkLst>
        <pc:spChg chg="mod">
          <ac:chgData name="예은 김" userId="6526923f-0c52-4639-9dbd-0f483d8fd367" providerId="ADAL" clId="{BCD8ED78-C56E-477C-888C-F6DB297B49C7}" dt="2024-02-06T09:22:36.321" v="17" actId="20577"/>
          <ac:spMkLst>
            <pc:docMk/>
            <pc:sldMk cId="2466279025" sldId="276"/>
            <ac:spMk id="50" creationId="{EB7D61D9-3C96-5D9A-41EF-E60C8B2AADC2}"/>
          </ac:spMkLst>
        </pc:spChg>
        <pc:spChg chg="mod">
          <ac:chgData name="예은 김" userId="6526923f-0c52-4639-9dbd-0f483d8fd367" providerId="ADAL" clId="{BCD8ED78-C56E-477C-888C-F6DB297B49C7}" dt="2024-02-06T09:26:04.727" v="128" actId="20577"/>
          <ac:spMkLst>
            <pc:docMk/>
            <pc:sldMk cId="2466279025" sldId="276"/>
            <ac:spMk id="52" creationId="{7D8793DD-5632-37CB-DEFC-F8377686BF83}"/>
          </ac:spMkLst>
        </pc:spChg>
        <pc:spChg chg="mod">
          <ac:chgData name="예은 김" userId="6526923f-0c52-4639-9dbd-0f483d8fd367" providerId="ADAL" clId="{BCD8ED78-C56E-477C-888C-F6DB297B49C7}" dt="2024-02-06T09:35:12.580" v="364"/>
          <ac:spMkLst>
            <pc:docMk/>
            <pc:sldMk cId="2466279025" sldId="276"/>
            <ac:spMk id="56" creationId="{E9D28607-B0D6-75A7-47F7-8DD5D3172490}"/>
          </ac:spMkLst>
        </pc:spChg>
        <pc:spChg chg="mod">
          <ac:chgData name="예은 김" userId="6526923f-0c52-4639-9dbd-0f483d8fd367" providerId="ADAL" clId="{BCD8ED78-C56E-477C-888C-F6DB297B49C7}" dt="2024-02-06T09:38:11.510" v="387"/>
          <ac:spMkLst>
            <pc:docMk/>
            <pc:sldMk cId="2466279025" sldId="276"/>
            <ac:spMk id="63" creationId="{3D2ABEC0-FE94-A18C-5739-A185A38F80B4}"/>
          </ac:spMkLst>
        </pc:spChg>
        <pc:spChg chg="mod">
          <ac:chgData name="예은 김" userId="6526923f-0c52-4639-9dbd-0f483d8fd367" providerId="ADAL" clId="{BCD8ED78-C56E-477C-888C-F6DB297B49C7}" dt="2024-02-06T09:37:48.662" v="377"/>
          <ac:spMkLst>
            <pc:docMk/>
            <pc:sldMk cId="2466279025" sldId="276"/>
            <ac:spMk id="130" creationId="{EE4C7E90-DA52-1EF3-D8E6-BF09A54A2E18}"/>
          </ac:spMkLst>
        </pc:spChg>
        <pc:spChg chg="mod">
          <ac:chgData name="예은 김" userId="6526923f-0c52-4639-9dbd-0f483d8fd367" providerId="ADAL" clId="{BCD8ED78-C56E-477C-888C-F6DB297B49C7}" dt="2024-02-06T09:30:43.764" v="271" actId="20577"/>
          <ac:spMkLst>
            <pc:docMk/>
            <pc:sldMk cId="2466279025" sldId="276"/>
            <ac:spMk id="132" creationId="{F30228F8-1758-35D1-B384-D47731624E75}"/>
          </ac:spMkLst>
        </pc:spChg>
        <pc:spChg chg="mod">
          <ac:chgData name="예은 김" userId="6526923f-0c52-4639-9dbd-0f483d8fd367" providerId="ADAL" clId="{BCD8ED78-C56E-477C-888C-F6DB297B49C7}" dt="2024-02-06T09:41:04.488" v="459" actId="20577"/>
          <ac:spMkLst>
            <pc:docMk/>
            <pc:sldMk cId="2466279025" sldId="276"/>
            <ac:spMk id="173" creationId="{0A1E09A7-076E-1743-BC0F-172F6CCD32CB}"/>
          </ac:spMkLst>
        </pc:spChg>
        <pc:spChg chg="mod">
          <ac:chgData name="예은 김" userId="6526923f-0c52-4639-9dbd-0f483d8fd367" providerId="ADAL" clId="{BCD8ED78-C56E-477C-888C-F6DB297B49C7}" dt="2024-02-06T09:39:13.048" v="407"/>
          <ac:spMkLst>
            <pc:docMk/>
            <pc:sldMk cId="2466279025" sldId="276"/>
            <ac:spMk id="175" creationId="{F0B5C5AF-2CC6-DFB4-28E5-8AEED4ED5327}"/>
          </ac:spMkLst>
        </pc:spChg>
        <pc:spChg chg="mod">
          <ac:chgData name="예은 김" userId="6526923f-0c52-4639-9dbd-0f483d8fd367" providerId="ADAL" clId="{BCD8ED78-C56E-477C-888C-F6DB297B49C7}" dt="2024-02-06T09:40:20.759" v="432" actId="20577"/>
          <ac:spMkLst>
            <pc:docMk/>
            <pc:sldMk cId="2466279025" sldId="276"/>
            <ac:spMk id="176" creationId="{BD1BC246-BA7D-3AD7-9AA1-F5C69D1B2C48}"/>
          </ac:spMkLst>
        </pc:spChg>
      </pc:sldChg>
    </pc:docChg>
  </pc:docChgLst>
  <pc:docChgLst>
    <pc:chgData name="예은 김" userId="6526923f-0c52-4639-9dbd-0f483d8fd367" providerId="ADAL" clId="{EE3F4416-84C2-4D0E-B635-62EF6452D2DC}"/>
    <pc:docChg chg="undo custSel modSld">
      <pc:chgData name="예은 김" userId="6526923f-0c52-4639-9dbd-0f483d8fd367" providerId="ADAL" clId="{EE3F4416-84C2-4D0E-B635-62EF6452D2DC}" dt="2025-07-09T03:05:02.692" v="292" actId="20577"/>
      <pc:docMkLst>
        <pc:docMk/>
      </pc:docMkLst>
      <pc:sldChg chg="modSp mod">
        <pc:chgData name="예은 김" userId="6526923f-0c52-4639-9dbd-0f483d8fd367" providerId="ADAL" clId="{EE3F4416-84C2-4D0E-B635-62EF6452D2DC}" dt="2025-07-09T02:29:33.808" v="100" actId="20577"/>
        <pc:sldMkLst>
          <pc:docMk/>
          <pc:sldMk cId="2604213135" sldId="279"/>
        </pc:sldMkLst>
        <pc:spChg chg="mod">
          <ac:chgData name="예은 김" userId="6526923f-0c52-4639-9dbd-0f483d8fd367" providerId="ADAL" clId="{EE3F4416-84C2-4D0E-B635-62EF6452D2DC}" dt="2025-07-09T02:25:46.442" v="87" actId="20577"/>
          <ac:spMkLst>
            <pc:docMk/>
            <pc:sldMk cId="2604213135" sldId="279"/>
            <ac:spMk id="17" creationId="{9B0C1535-B1E4-B210-1974-EDF1CE6AEC14}"/>
          </ac:spMkLst>
        </pc:spChg>
        <pc:spChg chg="mod">
          <ac:chgData name="예은 김" userId="6526923f-0c52-4639-9dbd-0f483d8fd367" providerId="ADAL" clId="{EE3F4416-84C2-4D0E-B635-62EF6452D2DC}" dt="2025-07-09T02:29:12.551" v="98" actId="20577"/>
          <ac:spMkLst>
            <pc:docMk/>
            <pc:sldMk cId="2604213135" sldId="279"/>
            <ac:spMk id="28" creationId="{13CD4AEA-CEE2-B2A9-0415-EAAAA9F0B440}"/>
          </ac:spMkLst>
        </pc:spChg>
        <pc:spChg chg="mod">
          <ac:chgData name="예은 김" userId="6526923f-0c52-4639-9dbd-0f483d8fd367" providerId="ADAL" clId="{EE3F4416-84C2-4D0E-B635-62EF6452D2DC}" dt="2025-07-09T02:29:33.808" v="100" actId="20577"/>
          <ac:spMkLst>
            <pc:docMk/>
            <pc:sldMk cId="2604213135" sldId="279"/>
            <ac:spMk id="29" creationId="{FC97D07A-6DEB-CA92-08AD-67FA8DFF0F08}"/>
          </ac:spMkLst>
        </pc:spChg>
        <pc:spChg chg="mod">
          <ac:chgData name="예은 김" userId="6526923f-0c52-4639-9dbd-0f483d8fd367" providerId="ADAL" clId="{EE3F4416-84C2-4D0E-B635-62EF6452D2DC}" dt="2025-07-09T02:28:41.317" v="94" actId="21"/>
          <ac:spMkLst>
            <pc:docMk/>
            <pc:sldMk cId="2604213135" sldId="279"/>
            <ac:spMk id="31" creationId="{6F2A1BD8-B677-9F0A-0B8C-8392A2C05CEE}"/>
          </ac:spMkLst>
        </pc:spChg>
        <pc:spChg chg="mod">
          <ac:chgData name="예은 김" userId="6526923f-0c52-4639-9dbd-0f483d8fd367" providerId="ADAL" clId="{EE3F4416-84C2-4D0E-B635-62EF6452D2DC}" dt="2025-07-09T02:21:10.814" v="20" actId="20577"/>
          <ac:spMkLst>
            <pc:docMk/>
            <pc:sldMk cId="2604213135" sldId="279"/>
            <ac:spMk id="46" creationId="{7DA334C2-E384-CB47-2C11-DD1D0A0EE62A}"/>
          </ac:spMkLst>
        </pc:spChg>
      </pc:sldChg>
      <pc:sldChg chg="modSp mod">
        <pc:chgData name="예은 김" userId="6526923f-0c52-4639-9dbd-0f483d8fd367" providerId="ADAL" clId="{EE3F4416-84C2-4D0E-B635-62EF6452D2DC}" dt="2025-07-09T03:05:02.692" v="292" actId="20577"/>
        <pc:sldMkLst>
          <pc:docMk/>
          <pc:sldMk cId="2141349456" sldId="280"/>
        </pc:sldMkLst>
        <pc:spChg chg="mod">
          <ac:chgData name="예은 김" userId="6526923f-0c52-4639-9dbd-0f483d8fd367" providerId="ADAL" clId="{EE3F4416-84C2-4D0E-B635-62EF6452D2DC}" dt="2025-07-09T03:05:02.692" v="292" actId="20577"/>
          <ac:spMkLst>
            <pc:docMk/>
            <pc:sldMk cId="2141349456" sldId="280"/>
            <ac:spMk id="6" creationId="{B30E2BE7-3CCA-EA34-005D-B2A081CE14F2}"/>
          </ac:spMkLst>
        </pc:spChg>
        <pc:spChg chg="mod">
          <ac:chgData name="예은 김" userId="6526923f-0c52-4639-9dbd-0f483d8fd367" providerId="ADAL" clId="{EE3F4416-84C2-4D0E-B635-62EF6452D2DC}" dt="2025-07-09T02:33:51.346" v="103" actId="20577"/>
          <ac:spMkLst>
            <pc:docMk/>
            <pc:sldMk cId="2141349456" sldId="280"/>
            <ac:spMk id="71" creationId="{5863319B-2DD0-D6C4-A975-D14639DEC84D}"/>
          </ac:spMkLst>
        </pc:spChg>
      </pc:sldChg>
    </pc:docChg>
  </pc:docChgLst>
  <pc:docChgLst>
    <pc:chgData name="이유림" userId="c4f7c10e-9591-4e08-8489-adf65147d8f2" providerId="ADAL" clId="{13634CD2-96F9-4C58-BB55-A6968D5D0912}"/>
    <pc:docChg chg="undo custSel modSld">
      <pc:chgData name="이유림" userId="c4f7c10e-9591-4e08-8489-adf65147d8f2" providerId="ADAL" clId="{13634CD2-96F9-4C58-BB55-A6968D5D0912}" dt="2024-11-06T02:27:18.869" v="1296" actId="20577"/>
      <pc:docMkLst>
        <pc:docMk/>
      </pc:docMkLst>
      <pc:sldChg chg="addSp delSp modSp mod">
        <pc:chgData name="이유림" userId="c4f7c10e-9591-4e08-8489-adf65147d8f2" providerId="ADAL" clId="{13634CD2-96F9-4C58-BB55-A6968D5D0912}" dt="2024-11-06T02:27:18.869" v="1296" actId="20577"/>
        <pc:sldMkLst>
          <pc:docMk/>
          <pc:sldMk cId="2782649627" sldId="272"/>
        </pc:sldMkLst>
        <pc:spChg chg="mod">
          <ac:chgData name="이유림" userId="c4f7c10e-9591-4e08-8489-adf65147d8f2" providerId="ADAL" clId="{13634CD2-96F9-4C58-BB55-A6968D5D0912}" dt="2024-11-05T02:46:50.553" v="15"/>
          <ac:spMkLst>
            <pc:docMk/>
            <pc:sldMk cId="2782649627" sldId="272"/>
            <ac:spMk id="5" creationId="{82305561-9C83-4AF0-BE74-852E6825B240}"/>
          </ac:spMkLst>
        </pc:spChg>
        <pc:spChg chg="mod">
          <ac:chgData name="이유림" userId="c4f7c10e-9591-4e08-8489-adf65147d8f2" providerId="ADAL" clId="{13634CD2-96F9-4C58-BB55-A6968D5D0912}" dt="2024-11-06T02:27:18.869" v="1296" actId="20577"/>
          <ac:spMkLst>
            <pc:docMk/>
            <pc:sldMk cId="2782649627" sldId="272"/>
            <ac:spMk id="6" creationId="{8DDBF373-71A6-E883-EDA5-3505DBBF15B9}"/>
          </ac:spMkLst>
        </pc:spChg>
        <pc:spChg chg="mod">
          <ac:chgData name="이유림" userId="c4f7c10e-9591-4e08-8489-adf65147d8f2" providerId="ADAL" clId="{13634CD2-96F9-4C58-BB55-A6968D5D0912}" dt="2024-11-05T03:05:24.541" v="304"/>
          <ac:spMkLst>
            <pc:docMk/>
            <pc:sldMk cId="2782649627" sldId="272"/>
            <ac:spMk id="9" creationId="{E8222B76-4630-DB89-BDD3-4DE2187F1C16}"/>
          </ac:spMkLst>
        </pc:spChg>
        <pc:spChg chg="mod">
          <ac:chgData name="이유림" userId="c4f7c10e-9591-4e08-8489-adf65147d8f2" providerId="ADAL" clId="{13634CD2-96F9-4C58-BB55-A6968D5D0912}" dt="2024-11-06T02:27:03.262" v="1290" actId="20577"/>
          <ac:spMkLst>
            <pc:docMk/>
            <pc:sldMk cId="2782649627" sldId="272"/>
            <ac:spMk id="15" creationId="{D388A0D2-63A1-771B-BF25-E044EAA140CE}"/>
          </ac:spMkLst>
        </pc:spChg>
        <pc:spChg chg="mod">
          <ac:chgData name="이유림" userId="c4f7c10e-9591-4e08-8489-adf65147d8f2" providerId="ADAL" clId="{13634CD2-96F9-4C58-BB55-A6968D5D0912}" dt="2024-11-06T01:27:52.630" v="1097" actId="20577"/>
          <ac:spMkLst>
            <pc:docMk/>
            <pc:sldMk cId="2782649627" sldId="272"/>
            <ac:spMk id="16" creationId="{BC6C765C-FDF6-DF78-9B62-EEB7B9808723}"/>
          </ac:spMkLst>
        </pc:spChg>
        <pc:spChg chg="mod">
          <ac:chgData name="이유림" userId="c4f7c10e-9591-4e08-8489-adf65147d8f2" providerId="ADAL" clId="{13634CD2-96F9-4C58-BB55-A6968D5D0912}" dt="2024-11-05T02:48:14.091" v="51"/>
          <ac:spMkLst>
            <pc:docMk/>
            <pc:sldMk cId="2782649627" sldId="272"/>
            <ac:spMk id="56" creationId="{7EC2D2DE-AA31-EF33-FB09-A0CB633BD24C}"/>
          </ac:spMkLst>
        </pc:spChg>
        <pc:spChg chg="add del">
          <ac:chgData name="이유림" userId="c4f7c10e-9591-4e08-8489-adf65147d8f2" providerId="ADAL" clId="{13634CD2-96F9-4C58-BB55-A6968D5D0912}" dt="2024-11-05T02:47:35.922" v="17" actId="478"/>
          <ac:spMkLst>
            <pc:docMk/>
            <pc:sldMk cId="2782649627" sldId="272"/>
            <ac:spMk id="111" creationId="{803CA560-B5F4-47B3-A621-F056522AEADF}"/>
          </ac:spMkLst>
        </pc:spChg>
        <pc:spChg chg="add del">
          <ac:chgData name="이유림" userId="c4f7c10e-9591-4e08-8489-adf65147d8f2" providerId="ADAL" clId="{13634CD2-96F9-4C58-BB55-A6968D5D0912}" dt="2024-11-05T02:47:35.922" v="17" actId="478"/>
          <ac:spMkLst>
            <pc:docMk/>
            <pc:sldMk cId="2782649627" sldId="272"/>
            <ac:spMk id="168" creationId="{823797B9-37D1-4662-8DB5-71A147581EEE}"/>
          </ac:spMkLst>
        </pc:spChg>
        <pc:spChg chg="add del">
          <ac:chgData name="이유림" userId="c4f7c10e-9591-4e08-8489-adf65147d8f2" providerId="ADAL" clId="{13634CD2-96F9-4C58-BB55-A6968D5D0912}" dt="2024-11-05T02:47:35.922" v="17" actId="478"/>
          <ac:spMkLst>
            <pc:docMk/>
            <pc:sldMk cId="2782649627" sldId="272"/>
            <ac:spMk id="225" creationId="{ED26DB61-024C-486A-8C91-6FD85CFD94CB}"/>
          </ac:spMkLst>
        </pc:spChg>
        <pc:grpChg chg="add mod">
          <ac:chgData name="이유림" userId="c4f7c10e-9591-4e08-8489-adf65147d8f2" providerId="ADAL" clId="{13634CD2-96F9-4C58-BB55-A6968D5D0912}" dt="2024-11-06T01:28:23.378" v="1101" actId="1076"/>
          <ac:grpSpMkLst>
            <pc:docMk/>
            <pc:sldMk cId="2782649627" sldId="272"/>
            <ac:grpSpMk id="4" creationId="{550F5248-2D0A-423C-AABE-98939A0A8D5C}"/>
          </ac:grpSpMkLst>
        </pc:grpChg>
        <pc:grpChg chg="add mod">
          <ac:chgData name="이유림" userId="c4f7c10e-9591-4e08-8489-adf65147d8f2" providerId="ADAL" clId="{13634CD2-96F9-4C58-BB55-A6968D5D0912}" dt="2024-11-05T02:47:46.311" v="19"/>
          <ac:grpSpMkLst>
            <pc:docMk/>
            <pc:sldMk cId="2782649627" sldId="272"/>
            <ac:grpSpMk id="14" creationId="{A5C79F4A-0279-D3CE-C305-FBBA105A0FC4}"/>
          </ac:grpSpMkLst>
        </pc:grpChg>
        <pc:grpChg chg="add del">
          <ac:chgData name="이유림" userId="c4f7c10e-9591-4e08-8489-adf65147d8f2" providerId="ADAL" clId="{13634CD2-96F9-4C58-BB55-A6968D5D0912}" dt="2024-11-05T02:47:45.912" v="18" actId="478"/>
          <ac:grpSpMkLst>
            <pc:docMk/>
            <pc:sldMk cId="2782649627" sldId="272"/>
            <ac:grpSpMk id="29" creationId="{DB57577D-3DFA-DC2C-2602-4E16CA374492}"/>
          </ac:grpSpMkLst>
        </pc:grpChg>
        <pc:grpChg chg="add del">
          <ac:chgData name="이유림" userId="c4f7c10e-9591-4e08-8489-adf65147d8f2" providerId="ADAL" clId="{13634CD2-96F9-4C58-BB55-A6968D5D0912}" dt="2024-11-05T02:47:45.912" v="18" actId="478"/>
          <ac:grpSpMkLst>
            <pc:docMk/>
            <pc:sldMk cId="2782649627" sldId="272"/>
            <ac:grpSpMk id="55" creationId="{28C2E46D-2415-4D5F-7D3C-50229E6CBC5D}"/>
          </ac:grpSpMkLst>
        </pc:grpChg>
        <pc:picChg chg="mod">
          <ac:chgData name="이유림" userId="c4f7c10e-9591-4e08-8489-adf65147d8f2" providerId="ADAL" clId="{13634CD2-96F9-4C58-BB55-A6968D5D0912}" dt="2024-11-05T02:47:46.311" v="19"/>
          <ac:picMkLst>
            <pc:docMk/>
            <pc:sldMk cId="2782649627" sldId="272"/>
            <ac:picMk id="11" creationId="{C3D477DC-6560-BF87-DA04-BA239C189506}"/>
          </ac:picMkLst>
        </pc:picChg>
        <pc:picChg chg="mod">
          <ac:chgData name="이유림" userId="c4f7c10e-9591-4e08-8489-adf65147d8f2" providerId="ADAL" clId="{13634CD2-96F9-4C58-BB55-A6968D5D0912}" dt="2024-11-05T02:47:46.311" v="19"/>
          <ac:picMkLst>
            <pc:docMk/>
            <pc:sldMk cId="2782649627" sldId="272"/>
            <ac:picMk id="12" creationId="{0183CB4B-6924-A9A3-371E-5C440F53BF94}"/>
          </ac:picMkLst>
        </pc:picChg>
        <pc:picChg chg="mod">
          <ac:chgData name="이유림" userId="c4f7c10e-9591-4e08-8489-adf65147d8f2" providerId="ADAL" clId="{13634CD2-96F9-4C58-BB55-A6968D5D0912}" dt="2024-11-05T02:47:46.311" v="19"/>
          <ac:picMkLst>
            <pc:docMk/>
            <pc:sldMk cId="2782649627" sldId="272"/>
            <ac:picMk id="13" creationId="{A1D0AFB3-0310-FEB2-6613-254B00E575DD}"/>
          </ac:picMkLst>
        </pc:picChg>
        <pc:picChg chg="mod">
          <ac:chgData name="이유림" userId="c4f7c10e-9591-4e08-8489-adf65147d8f2" providerId="ADAL" clId="{13634CD2-96F9-4C58-BB55-A6968D5D0912}" dt="2024-11-05T02:47:46.311" v="19"/>
          <ac:picMkLst>
            <pc:docMk/>
            <pc:sldMk cId="2782649627" sldId="272"/>
            <ac:picMk id="18" creationId="{40A6265A-CA77-AB8C-F78B-C48ABFBC73ED}"/>
          </ac:picMkLst>
        </pc:picChg>
        <pc:picChg chg="mod">
          <ac:chgData name="이유림" userId="c4f7c10e-9591-4e08-8489-adf65147d8f2" providerId="ADAL" clId="{13634CD2-96F9-4C58-BB55-A6968D5D0912}" dt="2024-11-05T02:47:46.311" v="19"/>
          <ac:picMkLst>
            <pc:docMk/>
            <pc:sldMk cId="2782649627" sldId="272"/>
            <ac:picMk id="19" creationId="{3C3BD1D0-A365-E88B-03D7-B32A4FBBB43D}"/>
          </ac:picMkLst>
        </pc:picChg>
        <pc:picChg chg="mod">
          <ac:chgData name="이유림" userId="c4f7c10e-9591-4e08-8489-adf65147d8f2" providerId="ADAL" clId="{13634CD2-96F9-4C58-BB55-A6968D5D0912}" dt="2024-11-05T23:40:24.589" v="917" actId="1076"/>
          <ac:picMkLst>
            <pc:docMk/>
            <pc:sldMk cId="2782649627" sldId="272"/>
            <ac:picMk id="20" creationId="{93EC3BAB-2E09-DFBE-037B-8FB68118BA5C}"/>
          </ac:picMkLst>
        </pc:picChg>
        <pc:picChg chg="mod">
          <ac:chgData name="이유림" userId="c4f7c10e-9591-4e08-8489-adf65147d8f2" providerId="ADAL" clId="{13634CD2-96F9-4C58-BB55-A6968D5D0912}" dt="2024-11-05T02:47:46.311" v="19"/>
          <ac:picMkLst>
            <pc:docMk/>
            <pc:sldMk cId="2782649627" sldId="272"/>
            <ac:picMk id="21" creationId="{35BFFCF7-4D45-5D55-3C21-FF3B6840ACCC}"/>
          </ac:picMkLst>
        </pc:picChg>
        <pc:picChg chg="mod">
          <ac:chgData name="이유림" userId="c4f7c10e-9591-4e08-8489-adf65147d8f2" providerId="ADAL" clId="{13634CD2-96F9-4C58-BB55-A6968D5D0912}" dt="2024-11-05T02:47:46.311" v="19"/>
          <ac:picMkLst>
            <pc:docMk/>
            <pc:sldMk cId="2782649627" sldId="272"/>
            <ac:picMk id="22" creationId="{C3D56455-BC41-7286-EE9C-DC547C713857}"/>
          </ac:picMkLst>
        </pc:picChg>
        <pc:picChg chg="mod">
          <ac:chgData name="이유림" userId="c4f7c10e-9591-4e08-8489-adf65147d8f2" providerId="ADAL" clId="{13634CD2-96F9-4C58-BB55-A6968D5D0912}" dt="2024-11-05T23:40:43.727" v="918" actId="1076"/>
          <ac:picMkLst>
            <pc:docMk/>
            <pc:sldMk cId="2782649627" sldId="272"/>
            <ac:picMk id="23" creationId="{172B6778-D08F-9AC4-1772-E666529BF4F5}"/>
          </ac:picMkLst>
        </pc:picChg>
        <pc:picChg chg="mod">
          <ac:chgData name="이유림" userId="c4f7c10e-9591-4e08-8489-adf65147d8f2" providerId="ADAL" clId="{13634CD2-96F9-4C58-BB55-A6968D5D0912}" dt="2024-11-05T23:40:43.727" v="918" actId="1076"/>
          <ac:picMkLst>
            <pc:docMk/>
            <pc:sldMk cId="2782649627" sldId="272"/>
            <ac:picMk id="24" creationId="{B1CB0C10-9482-D794-1D04-D4585404BF7A}"/>
          </ac:picMkLst>
        </pc:picChg>
        <pc:picChg chg="mod">
          <ac:chgData name="이유림" userId="c4f7c10e-9591-4e08-8489-adf65147d8f2" providerId="ADAL" clId="{13634CD2-96F9-4C58-BB55-A6968D5D0912}" dt="2024-11-05T23:40:50.157" v="919" actId="1076"/>
          <ac:picMkLst>
            <pc:docMk/>
            <pc:sldMk cId="2782649627" sldId="272"/>
            <ac:picMk id="25" creationId="{4D238233-91DE-FB2B-E5D2-F5A70B663C30}"/>
          </ac:picMkLst>
        </pc:picChg>
        <pc:picChg chg="mod">
          <ac:chgData name="이유림" userId="c4f7c10e-9591-4e08-8489-adf65147d8f2" providerId="ADAL" clId="{13634CD2-96F9-4C58-BB55-A6968D5D0912}" dt="2024-11-05T23:40:15.535" v="916" actId="1076"/>
          <ac:picMkLst>
            <pc:docMk/>
            <pc:sldMk cId="2782649627" sldId="272"/>
            <ac:picMk id="26" creationId="{EFFCEFBF-6909-8E89-0E97-8D98BA965C01}"/>
          </ac:picMkLst>
        </pc:picChg>
        <pc:picChg chg="mod">
          <ac:chgData name="이유림" userId="c4f7c10e-9591-4e08-8489-adf65147d8f2" providerId="ADAL" clId="{13634CD2-96F9-4C58-BB55-A6968D5D0912}" dt="2024-11-05T23:40:43.727" v="918" actId="1076"/>
          <ac:picMkLst>
            <pc:docMk/>
            <pc:sldMk cId="2782649627" sldId="272"/>
            <ac:picMk id="27" creationId="{2744D80C-EDAF-BB10-C705-CA736C7B5656}"/>
          </ac:picMkLst>
        </pc:picChg>
        <pc:picChg chg="mod">
          <ac:chgData name="이유림" userId="c4f7c10e-9591-4e08-8489-adf65147d8f2" providerId="ADAL" clId="{13634CD2-96F9-4C58-BB55-A6968D5D0912}" dt="2024-11-05T02:47:46.311" v="19"/>
          <ac:picMkLst>
            <pc:docMk/>
            <pc:sldMk cId="2782649627" sldId="272"/>
            <ac:picMk id="28" creationId="{20324F5E-36C2-6F38-7D38-0798DECA34AE}"/>
          </ac:picMkLst>
        </pc:picChg>
        <pc:picChg chg="mod">
          <ac:chgData name="이유림" userId="c4f7c10e-9591-4e08-8489-adf65147d8f2" providerId="ADAL" clId="{13634CD2-96F9-4C58-BB55-A6968D5D0912}" dt="2024-11-05T23:40:15.031" v="915" actId="1076"/>
          <ac:picMkLst>
            <pc:docMk/>
            <pc:sldMk cId="2782649627" sldId="272"/>
            <ac:picMk id="31" creationId="{005CB303-DBCA-315B-E8FF-4FE351AFA865}"/>
          </ac:picMkLst>
        </pc:picChg>
        <pc:picChg chg="mod">
          <ac:chgData name="이유림" userId="c4f7c10e-9591-4e08-8489-adf65147d8f2" providerId="ADAL" clId="{13634CD2-96F9-4C58-BB55-A6968D5D0912}" dt="2024-11-05T23:40:24.589" v="917" actId="1076"/>
          <ac:picMkLst>
            <pc:docMk/>
            <pc:sldMk cId="2782649627" sldId="272"/>
            <ac:picMk id="32" creationId="{8573734F-84F0-368B-ADD7-BDDF4114D6F1}"/>
          </ac:picMkLst>
        </pc:picChg>
        <pc:picChg chg="mod">
          <ac:chgData name="이유림" userId="c4f7c10e-9591-4e08-8489-adf65147d8f2" providerId="ADAL" clId="{13634CD2-96F9-4C58-BB55-A6968D5D0912}" dt="2024-11-06T01:28:08.342" v="1099" actId="1076"/>
          <ac:picMkLst>
            <pc:docMk/>
            <pc:sldMk cId="2782649627" sldId="272"/>
            <ac:picMk id="51" creationId="{E9C85CD9-4D9E-62E5-26BB-44BBF9381E33}"/>
          </ac:picMkLst>
        </pc:picChg>
        <pc:picChg chg="mod">
          <ac:chgData name="이유림" userId="c4f7c10e-9591-4e08-8489-adf65147d8f2" providerId="ADAL" clId="{13634CD2-96F9-4C58-BB55-A6968D5D0912}" dt="2024-11-06T01:28:01.813" v="1098" actId="1076"/>
          <ac:picMkLst>
            <pc:docMk/>
            <pc:sldMk cId="2782649627" sldId="272"/>
            <ac:picMk id="66" creationId="{CB7F3C47-6C35-CDA7-CDD6-28F17E5E9134}"/>
          </ac:picMkLst>
        </pc:picChg>
        <pc:picChg chg="mod">
          <ac:chgData name="이유림" userId="c4f7c10e-9591-4e08-8489-adf65147d8f2" providerId="ADAL" clId="{13634CD2-96F9-4C58-BB55-A6968D5D0912}" dt="2024-11-05T23:40:15.535" v="916" actId="1076"/>
          <ac:picMkLst>
            <pc:docMk/>
            <pc:sldMk cId="2782649627" sldId="272"/>
            <ac:picMk id="67" creationId="{7AB1AB8B-000E-08D1-0A99-228D5EECCF9F}"/>
          </ac:picMkLst>
        </pc:picChg>
        <pc:cxnChg chg="mod">
          <ac:chgData name="이유림" userId="c4f7c10e-9591-4e08-8489-adf65147d8f2" providerId="ADAL" clId="{13634CD2-96F9-4C58-BB55-A6968D5D0912}" dt="2024-11-05T02:47:46.311" v="19"/>
          <ac:cxnSpMkLst>
            <pc:docMk/>
            <pc:sldMk cId="2782649627" sldId="272"/>
            <ac:cxnSpMk id="10" creationId="{741F4710-78D5-2E0F-E363-E88F7FEFF67D}"/>
          </ac:cxnSpMkLst>
        </pc:cxnChg>
        <pc:cxnChg chg="mod">
          <ac:chgData name="이유림" userId="c4f7c10e-9591-4e08-8489-adf65147d8f2" providerId="ADAL" clId="{13634CD2-96F9-4C58-BB55-A6968D5D0912}" dt="2024-11-06T01:28:15.013" v="1100" actId="14100"/>
          <ac:cxnSpMkLst>
            <pc:docMk/>
            <pc:sldMk cId="2782649627" sldId="272"/>
            <ac:cxnSpMk id="17" creationId="{6F5C77A5-593A-15FB-A74C-64564126F2A7}"/>
          </ac:cxnSpMkLst>
        </pc:cxnChg>
        <pc:cxnChg chg="mod">
          <ac:chgData name="이유림" userId="c4f7c10e-9591-4e08-8489-adf65147d8f2" providerId="ADAL" clId="{13634CD2-96F9-4C58-BB55-A6968D5D0912}" dt="2024-11-05T02:47:45.912" v="18" actId="478"/>
          <ac:cxnSpMkLst>
            <pc:docMk/>
            <pc:sldMk cId="2782649627" sldId="272"/>
            <ac:cxnSpMk id="59" creationId="{AAA7178D-6F53-F48C-833E-BB2F94774B0E}"/>
          </ac:cxnSpMkLst>
        </pc:cxnChg>
      </pc:sldChg>
      <pc:sldChg chg="addSp delSp modSp mod">
        <pc:chgData name="이유림" userId="c4f7c10e-9591-4e08-8489-adf65147d8f2" providerId="ADAL" clId="{13634CD2-96F9-4C58-BB55-A6968D5D0912}" dt="2024-11-06T02:23:20.898" v="1179" actId="6549"/>
        <pc:sldMkLst>
          <pc:docMk/>
          <pc:sldMk cId="2466279025" sldId="276"/>
        </pc:sldMkLst>
        <pc:spChg chg="add del">
          <ac:chgData name="이유림" userId="c4f7c10e-9591-4e08-8489-adf65147d8f2" providerId="ADAL" clId="{13634CD2-96F9-4C58-BB55-A6968D5D0912}" dt="2024-11-06T01:19:55.195" v="961" actId="22"/>
          <ac:spMkLst>
            <pc:docMk/>
            <pc:sldMk cId="2466279025" sldId="276"/>
            <ac:spMk id="5" creationId="{B0D4B133-1B88-C6DF-1044-2CD6F3DE037F}"/>
          </ac:spMkLst>
        </pc:spChg>
        <pc:spChg chg="mod">
          <ac:chgData name="이유림" userId="c4f7c10e-9591-4e08-8489-adf65147d8f2" providerId="ADAL" clId="{13634CD2-96F9-4C58-BB55-A6968D5D0912}" dt="2024-11-05T02:46:42.491" v="7"/>
          <ac:spMkLst>
            <pc:docMk/>
            <pc:sldMk cId="2466279025" sldId="276"/>
            <ac:spMk id="6" creationId="{15141728-A305-8742-8C53-C14A4823EEFE}"/>
          </ac:spMkLst>
        </pc:spChg>
        <pc:spChg chg="mod">
          <ac:chgData name="이유림" userId="c4f7c10e-9591-4e08-8489-adf65147d8f2" providerId="ADAL" clId="{13634CD2-96F9-4C58-BB55-A6968D5D0912}" dt="2024-11-06T01:20:01.847" v="963" actId="21"/>
          <ac:spMkLst>
            <pc:docMk/>
            <pc:sldMk cId="2466279025" sldId="276"/>
            <ac:spMk id="50" creationId="{EB7D61D9-3C96-5D9A-41EF-E60C8B2AADC2}"/>
          </ac:spMkLst>
        </pc:spChg>
        <pc:spChg chg="mod">
          <ac:chgData name="이유림" userId="c4f7c10e-9591-4e08-8489-adf65147d8f2" providerId="ADAL" clId="{13634CD2-96F9-4C58-BB55-A6968D5D0912}" dt="2024-11-06T02:22:53.629" v="1169" actId="20577"/>
          <ac:spMkLst>
            <pc:docMk/>
            <pc:sldMk cId="2466279025" sldId="276"/>
            <ac:spMk id="52" creationId="{7D8793DD-5632-37CB-DEFC-F8377686BF83}"/>
          </ac:spMkLst>
        </pc:spChg>
        <pc:spChg chg="mod">
          <ac:chgData name="이유림" userId="c4f7c10e-9591-4e08-8489-adf65147d8f2" providerId="ADAL" clId="{13634CD2-96F9-4C58-BB55-A6968D5D0912}" dt="2024-11-06T02:23:00.693" v="1171" actId="20577"/>
          <ac:spMkLst>
            <pc:docMk/>
            <pc:sldMk cId="2466279025" sldId="276"/>
            <ac:spMk id="56" creationId="{E9D28607-B0D6-75A7-47F7-8DD5D3172490}"/>
          </ac:spMkLst>
        </pc:spChg>
        <pc:spChg chg="mod">
          <ac:chgData name="이유림" userId="c4f7c10e-9591-4e08-8489-adf65147d8f2" providerId="ADAL" clId="{13634CD2-96F9-4C58-BB55-A6968D5D0912}" dt="2024-11-06T01:39:41.773" v="1127" actId="20577"/>
          <ac:spMkLst>
            <pc:docMk/>
            <pc:sldMk cId="2466279025" sldId="276"/>
            <ac:spMk id="62" creationId="{466C8CC7-48DF-07C9-EB44-354C9684A266}"/>
          </ac:spMkLst>
        </pc:spChg>
        <pc:spChg chg="mod">
          <ac:chgData name="이유림" userId="c4f7c10e-9591-4e08-8489-adf65147d8f2" providerId="ADAL" clId="{13634CD2-96F9-4C58-BB55-A6968D5D0912}" dt="2024-11-06T02:23:12.196" v="1178" actId="20577"/>
          <ac:spMkLst>
            <pc:docMk/>
            <pc:sldMk cId="2466279025" sldId="276"/>
            <ac:spMk id="63" creationId="{3D2ABEC0-FE94-A18C-5739-A185A38F80B4}"/>
          </ac:spMkLst>
        </pc:spChg>
        <pc:spChg chg="mod">
          <ac:chgData name="이유림" userId="c4f7c10e-9591-4e08-8489-adf65147d8f2" providerId="ADAL" clId="{13634CD2-96F9-4C58-BB55-A6968D5D0912}" dt="2024-11-05T02:58:32.857" v="204"/>
          <ac:spMkLst>
            <pc:docMk/>
            <pc:sldMk cId="2466279025" sldId="276"/>
            <ac:spMk id="128" creationId="{874908EE-4D1F-DCA1-DAAB-4DF73D622422}"/>
          </ac:spMkLst>
        </pc:spChg>
        <pc:spChg chg="mod">
          <ac:chgData name="이유림" userId="c4f7c10e-9591-4e08-8489-adf65147d8f2" providerId="ADAL" clId="{13634CD2-96F9-4C58-BB55-A6968D5D0912}" dt="2024-11-05T03:00:59.608" v="269"/>
          <ac:spMkLst>
            <pc:docMk/>
            <pc:sldMk cId="2466279025" sldId="276"/>
            <ac:spMk id="130" creationId="{EE4C7E90-DA52-1EF3-D8E6-BF09A54A2E18}"/>
          </ac:spMkLst>
        </pc:spChg>
        <pc:spChg chg="mod">
          <ac:chgData name="이유림" userId="c4f7c10e-9591-4e08-8489-adf65147d8f2" providerId="ADAL" clId="{13634CD2-96F9-4C58-BB55-A6968D5D0912}" dt="2024-11-06T01:39:16.002" v="1104" actId="21"/>
          <ac:spMkLst>
            <pc:docMk/>
            <pc:sldMk cId="2466279025" sldId="276"/>
            <ac:spMk id="132" creationId="{F30228F8-1758-35D1-B384-D47731624E75}"/>
          </ac:spMkLst>
        </pc:spChg>
        <pc:spChg chg="mod">
          <ac:chgData name="이유림" userId="c4f7c10e-9591-4e08-8489-adf65147d8f2" providerId="ADAL" clId="{13634CD2-96F9-4C58-BB55-A6968D5D0912}" dt="2024-11-06T02:23:20.898" v="1179" actId="6549"/>
          <ac:spMkLst>
            <pc:docMk/>
            <pc:sldMk cId="2466279025" sldId="276"/>
            <ac:spMk id="175" creationId="{F0B5C5AF-2CC6-DFB4-28E5-8AEED4ED5327}"/>
          </ac:spMkLst>
        </pc:spChg>
        <pc:spChg chg="mod">
          <ac:chgData name="이유림" userId="c4f7c10e-9591-4e08-8489-adf65147d8f2" providerId="ADAL" clId="{13634CD2-96F9-4C58-BB55-A6968D5D0912}" dt="2024-11-05T03:23:18.062" v="636"/>
          <ac:spMkLst>
            <pc:docMk/>
            <pc:sldMk cId="2466279025" sldId="276"/>
            <ac:spMk id="176" creationId="{BD1BC246-BA7D-3AD7-9AA1-F5C69D1B2C48}"/>
          </ac:spMkLst>
        </pc:spChg>
        <pc:spChg chg="mod">
          <ac:chgData name="이유림" userId="c4f7c10e-9591-4e08-8489-adf65147d8f2" providerId="ADAL" clId="{13634CD2-96F9-4C58-BB55-A6968D5D0912}" dt="2024-11-05T03:13:03.409" v="468" actId="20577"/>
          <ac:spMkLst>
            <pc:docMk/>
            <pc:sldMk cId="2466279025" sldId="276"/>
            <ac:spMk id="178" creationId="{44247B0E-BD32-3F4F-6353-7CD3B7209D74}"/>
          </ac:spMkLst>
        </pc:spChg>
      </pc:sldChg>
    </pc:docChg>
  </pc:docChgLst>
  <pc:docChgLst>
    <pc:chgData name="김예은" userId="6526923f-0c52-4639-9dbd-0f483d8fd367" providerId="ADAL" clId="{F76B4791-3080-41A7-8852-7172EA37E8D5}"/>
    <pc:docChg chg="undo custSel modSld">
      <pc:chgData name="김예은" userId="6526923f-0c52-4639-9dbd-0f483d8fd367" providerId="ADAL" clId="{F76B4791-3080-41A7-8852-7172EA37E8D5}" dt="2021-07-08T02:44:08.391" v="1940" actId="20577"/>
      <pc:docMkLst>
        <pc:docMk/>
      </pc:docMkLst>
      <pc:sldChg chg="modSp mod">
        <pc:chgData name="김예은" userId="6526923f-0c52-4639-9dbd-0f483d8fd367" providerId="ADAL" clId="{F76B4791-3080-41A7-8852-7172EA37E8D5}" dt="2021-07-08T02:44:08.391" v="1940" actId="20577"/>
        <pc:sldMkLst>
          <pc:docMk/>
          <pc:sldMk cId="3894148367" sldId="268"/>
        </pc:sldMkLst>
        <pc:spChg chg="mod">
          <ac:chgData name="김예은" userId="6526923f-0c52-4639-9dbd-0f483d8fd367" providerId="ADAL" clId="{F76B4791-3080-41A7-8852-7172EA37E8D5}" dt="2021-07-08T02:13:56.362" v="1570" actId="20577"/>
          <ac:spMkLst>
            <pc:docMk/>
            <pc:sldMk cId="3894148367" sldId="268"/>
            <ac:spMk id="53" creationId="{0802E7A2-3C7D-4FD5-9963-34F9402BE33D}"/>
          </ac:spMkLst>
        </pc:spChg>
        <pc:spChg chg="mod">
          <ac:chgData name="김예은" userId="6526923f-0c52-4639-9dbd-0f483d8fd367" providerId="ADAL" clId="{F76B4791-3080-41A7-8852-7172EA37E8D5}" dt="2021-07-08T01:32:00.661" v="103" actId="20577"/>
          <ac:spMkLst>
            <pc:docMk/>
            <pc:sldMk cId="3894148367" sldId="268"/>
            <ac:spMk id="88" creationId="{AB24EA41-7AFF-42E5-B49A-8271F2BD1E77}"/>
          </ac:spMkLst>
        </pc:spChg>
        <pc:spChg chg="mod">
          <ac:chgData name="김예은" userId="6526923f-0c52-4639-9dbd-0f483d8fd367" providerId="ADAL" clId="{F76B4791-3080-41A7-8852-7172EA37E8D5}" dt="2021-07-08T01:53:24.355" v="895" actId="20577"/>
          <ac:spMkLst>
            <pc:docMk/>
            <pc:sldMk cId="3894148367" sldId="268"/>
            <ac:spMk id="90" creationId="{6670858B-273A-4CA6-8C20-A8F6B3A34B4A}"/>
          </ac:spMkLst>
        </pc:spChg>
        <pc:spChg chg="mod">
          <ac:chgData name="김예은" userId="6526923f-0c52-4639-9dbd-0f483d8fd367" providerId="ADAL" clId="{F76B4791-3080-41A7-8852-7172EA37E8D5}" dt="2021-07-08T02:15:01.466" v="1582" actId="20577"/>
          <ac:spMkLst>
            <pc:docMk/>
            <pc:sldMk cId="3894148367" sldId="268"/>
            <ac:spMk id="99" creationId="{A8B8B378-A7E6-4854-BC1F-F607C3EF3A17}"/>
          </ac:spMkLst>
        </pc:spChg>
        <pc:spChg chg="mod">
          <ac:chgData name="김예은" userId="6526923f-0c52-4639-9dbd-0f483d8fd367" providerId="ADAL" clId="{F76B4791-3080-41A7-8852-7172EA37E8D5}" dt="2021-07-08T02:13:33.523" v="1566" actId="20577"/>
          <ac:spMkLst>
            <pc:docMk/>
            <pc:sldMk cId="3894148367" sldId="268"/>
            <ac:spMk id="100" creationId="{F8A07DEA-DCD2-4FF1-9FE9-BEEC977DF600}"/>
          </ac:spMkLst>
        </pc:spChg>
        <pc:spChg chg="mod">
          <ac:chgData name="김예은" userId="6526923f-0c52-4639-9dbd-0f483d8fd367" providerId="ADAL" clId="{F76B4791-3080-41A7-8852-7172EA37E8D5}" dt="2021-07-08T02:12:31.923" v="1532" actId="20577"/>
          <ac:spMkLst>
            <pc:docMk/>
            <pc:sldMk cId="3894148367" sldId="268"/>
            <ac:spMk id="102" creationId="{F2B4F914-2176-4C79-819D-ED2E699ED225}"/>
          </ac:spMkLst>
        </pc:spChg>
        <pc:spChg chg="mod">
          <ac:chgData name="김예은" userId="6526923f-0c52-4639-9dbd-0f483d8fd367" providerId="ADAL" clId="{F76B4791-3080-41A7-8852-7172EA37E8D5}" dt="2021-07-08T02:44:08.391" v="1940" actId="20577"/>
          <ac:spMkLst>
            <pc:docMk/>
            <pc:sldMk cId="3894148367" sldId="268"/>
            <ac:spMk id="104" creationId="{3B9E737C-1CA3-4964-B807-E12DE671C859}"/>
          </ac:spMkLst>
        </pc:spChg>
      </pc:sldChg>
      <pc:sldChg chg="modSp mod">
        <pc:chgData name="김예은" userId="6526923f-0c52-4639-9dbd-0f483d8fd367" providerId="ADAL" clId="{F76B4791-3080-41A7-8852-7172EA37E8D5}" dt="2021-07-08T02:43:33.440" v="1939" actId="207"/>
        <pc:sldMkLst>
          <pc:docMk/>
          <pc:sldMk cId="2782649627" sldId="272"/>
        </pc:sldMkLst>
        <pc:spChg chg="mod">
          <ac:chgData name="김예은" userId="6526923f-0c52-4639-9dbd-0f483d8fd367" providerId="ADAL" clId="{F76B4791-3080-41A7-8852-7172EA37E8D5}" dt="2021-07-08T02:43:05.325" v="1933" actId="207"/>
          <ac:spMkLst>
            <pc:docMk/>
            <pc:sldMk cId="2782649627" sldId="272"/>
            <ac:spMk id="227" creationId="{CAA727C6-5578-4223-9CDF-F8F9D90BB55D}"/>
          </ac:spMkLst>
        </pc:spChg>
        <pc:spChg chg="mod">
          <ac:chgData name="김예은" userId="6526923f-0c52-4639-9dbd-0f483d8fd367" providerId="ADAL" clId="{F76B4791-3080-41A7-8852-7172EA37E8D5}" dt="2021-07-08T02:43:24.856" v="1938" actId="20577"/>
          <ac:spMkLst>
            <pc:docMk/>
            <pc:sldMk cId="2782649627" sldId="272"/>
            <ac:spMk id="253" creationId="{8D8996FD-C4BA-4B7C-B5E2-FA38EC47A4E5}"/>
          </ac:spMkLst>
        </pc:spChg>
        <pc:spChg chg="mod">
          <ac:chgData name="김예은" userId="6526923f-0c52-4639-9dbd-0f483d8fd367" providerId="ADAL" clId="{F76B4791-3080-41A7-8852-7172EA37E8D5}" dt="2021-07-08T02:43:33.440" v="1939" actId="207"/>
          <ac:spMkLst>
            <pc:docMk/>
            <pc:sldMk cId="2782649627" sldId="272"/>
            <ac:spMk id="254" creationId="{B156FCDF-6091-42E9-9998-67BFF9D8292A}"/>
          </ac:spMkLst>
        </pc:spChg>
      </pc:sldChg>
    </pc:docChg>
  </pc:docChgLst>
  <pc:docChgLst>
    <pc:chgData name="유승철" userId="9584054c-e08f-4935-bde6-b53c2dd0dfbc" providerId="ADAL" clId="{9AEF4D26-B214-4F81-B6AB-98E67ECB22F2}"/>
    <pc:docChg chg="undo custSel modSld">
      <pc:chgData name="유승철" userId="9584054c-e08f-4935-bde6-b53c2dd0dfbc" providerId="ADAL" clId="{9AEF4D26-B214-4F81-B6AB-98E67ECB22F2}" dt="2021-06-04T05:48:59.163" v="2637"/>
      <pc:docMkLst>
        <pc:docMk/>
      </pc:docMkLst>
      <pc:sldChg chg="modSp mod">
        <pc:chgData name="유승철" userId="9584054c-e08f-4935-bde6-b53c2dd0dfbc" providerId="ADAL" clId="{9AEF4D26-B214-4F81-B6AB-98E67ECB22F2}" dt="2021-06-04T05:47:38.124" v="2627" actId="20577"/>
        <pc:sldMkLst>
          <pc:docMk/>
          <pc:sldMk cId="3894148367" sldId="268"/>
        </pc:sldMkLst>
        <pc:spChg chg="mod">
          <ac:chgData name="유승철" userId="9584054c-e08f-4935-bde6-b53c2dd0dfbc" providerId="ADAL" clId="{9AEF4D26-B214-4F81-B6AB-98E67ECB22F2}" dt="2021-06-02T08:03:48.495" v="1056" actId="20577"/>
          <ac:spMkLst>
            <pc:docMk/>
            <pc:sldMk cId="3894148367" sldId="268"/>
            <ac:spMk id="175" creationId="{E97B37D9-370B-4A82-A7C0-65FA421C4C8D}"/>
          </ac:spMkLst>
        </pc:spChg>
        <pc:spChg chg="mod">
          <ac:chgData name="유승철" userId="9584054c-e08f-4935-bde6-b53c2dd0dfbc" providerId="ADAL" clId="{9AEF4D26-B214-4F81-B6AB-98E67ECB22F2}" dt="2021-06-03T01:03:34.312" v="2440" actId="20577"/>
          <ac:spMkLst>
            <pc:docMk/>
            <pc:sldMk cId="3894148367" sldId="268"/>
            <ac:spMk id="177" creationId="{BFB826C7-9D37-434B-9906-E0C760C57F08}"/>
          </ac:spMkLst>
        </pc:spChg>
        <pc:spChg chg="mod">
          <ac:chgData name="유승철" userId="9584054c-e08f-4935-bde6-b53c2dd0dfbc" providerId="ADAL" clId="{9AEF4D26-B214-4F81-B6AB-98E67ECB22F2}" dt="2021-06-02T09:14:14.697" v="2328" actId="20577"/>
          <ac:spMkLst>
            <pc:docMk/>
            <pc:sldMk cId="3894148367" sldId="268"/>
            <ac:spMk id="191" creationId="{B56CFF55-5C12-4D37-BD95-E92FF24C75AE}"/>
          </ac:spMkLst>
        </pc:spChg>
        <pc:spChg chg="mod">
          <ac:chgData name="유승철" userId="9584054c-e08f-4935-bde6-b53c2dd0dfbc" providerId="ADAL" clId="{9AEF4D26-B214-4F81-B6AB-98E67ECB22F2}" dt="2021-06-02T09:16:54.096" v="2397" actId="20577"/>
          <ac:spMkLst>
            <pc:docMk/>
            <pc:sldMk cId="3894148367" sldId="268"/>
            <ac:spMk id="200" creationId="{0F3BE537-C69A-49CF-AA1B-4DC11FB796E7}"/>
          </ac:spMkLst>
        </pc:spChg>
        <pc:spChg chg="mod">
          <ac:chgData name="유승철" userId="9584054c-e08f-4935-bde6-b53c2dd0dfbc" providerId="ADAL" clId="{9AEF4D26-B214-4F81-B6AB-98E67ECB22F2}" dt="2021-06-03T01:04:55.290" v="2501" actId="20577"/>
          <ac:spMkLst>
            <pc:docMk/>
            <pc:sldMk cId="3894148367" sldId="268"/>
            <ac:spMk id="201" creationId="{64D20178-84F4-4DA1-8ACA-4AA6ACD9A1C8}"/>
          </ac:spMkLst>
        </pc:spChg>
        <pc:spChg chg="mod">
          <ac:chgData name="유승철" userId="9584054c-e08f-4935-bde6-b53c2dd0dfbc" providerId="ADAL" clId="{9AEF4D26-B214-4F81-B6AB-98E67ECB22F2}" dt="2021-06-04T05:47:38.124" v="2627" actId="20577"/>
          <ac:spMkLst>
            <pc:docMk/>
            <pc:sldMk cId="3894148367" sldId="268"/>
            <ac:spMk id="203" creationId="{6AB0593B-B978-474E-B264-960B2902FE1B}"/>
          </ac:spMkLst>
        </pc:spChg>
        <pc:spChg chg="mod">
          <ac:chgData name="유승철" userId="9584054c-e08f-4935-bde6-b53c2dd0dfbc" providerId="ADAL" clId="{9AEF4D26-B214-4F81-B6AB-98E67ECB22F2}" dt="2021-06-02T09:16:33.923" v="2379" actId="20577"/>
          <ac:spMkLst>
            <pc:docMk/>
            <pc:sldMk cId="3894148367" sldId="268"/>
            <ac:spMk id="210" creationId="{61DF822C-95CC-4EFD-9FDE-638C9743AC8A}"/>
          </ac:spMkLst>
        </pc:spChg>
        <pc:spChg chg="mod">
          <ac:chgData name="유승철" userId="9584054c-e08f-4935-bde6-b53c2dd0dfbc" providerId="ADAL" clId="{9AEF4D26-B214-4F81-B6AB-98E67ECB22F2}" dt="2021-06-02T09:10:24.735" v="2308" actId="20577"/>
          <ac:spMkLst>
            <pc:docMk/>
            <pc:sldMk cId="3894148367" sldId="268"/>
            <ac:spMk id="213" creationId="{B9BCDA59-142B-4D26-B5C9-865D21F2E1AF}"/>
          </ac:spMkLst>
        </pc:spChg>
        <pc:grpChg chg="mod">
          <ac:chgData name="유승철" userId="9584054c-e08f-4935-bde6-b53c2dd0dfbc" providerId="ADAL" clId="{9AEF4D26-B214-4F81-B6AB-98E67ECB22F2}" dt="2021-06-02T09:16:36.557" v="2381" actId="1076"/>
          <ac:grpSpMkLst>
            <pc:docMk/>
            <pc:sldMk cId="3894148367" sldId="268"/>
            <ac:grpSpMk id="179" creationId="{7AEBF7F3-B142-41F4-B842-B9674F4B18BF}"/>
          </ac:grpSpMkLst>
        </pc:grpChg>
      </pc:sldChg>
      <pc:sldChg chg="modSp mod">
        <pc:chgData name="유승철" userId="9584054c-e08f-4935-bde6-b53c2dd0dfbc" providerId="ADAL" clId="{9AEF4D26-B214-4F81-B6AB-98E67ECB22F2}" dt="2021-06-04T05:48:59.163" v="2637"/>
        <pc:sldMkLst>
          <pc:docMk/>
          <pc:sldMk cId="2782649627" sldId="272"/>
        </pc:sldMkLst>
        <pc:spChg chg="mod">
          <ac:chgData name="유승철" userId="9584054c-e08f-4935-bde6-b53c2dd0dfbc" providerId="ADAL" clId="{9AEF4D26-B214-4F81-B6AB-98E67ECB22F2}" dt="2021-06-04T05:48:59.163" v="2637"/>
          <ac:spMkLst>
            <pc:docMk/>
            <pc:sldMk cId="2782649627" sldId="272"/>
            <ac:spMk id="97" creationId="{C702A471-044B-447A-9664-36BBD0811691}"/>
          </ac:spMkLst>
        </pc:spChg>
        <pc:spChg chg="mod">
          <ac:chgData name="유승철" userId="9584054c-e08f-4935-bde6-b53c2dd0dfbc" providerId="ADAL" clId="{9AEF4D26-B214-4F81-B6AB-98E67ECB22F2}" dt="2021-06-04T05:48:26.787" v="2629" actId="20577"/>
          <ac:spMkLst>
            <pc:docMk/>
            <pc:sldMk cId="2782649627" sldId="272"/>
            <ac:spMk id="100" creationId="{ABE8DDD0-9578-44C7-8D95-992A53C14D07}"/>
          </ac:spMkLst>
        </pc:spChg>
      </pc:sldChg>
    </pc:docChg>
  </pc:docChgLst>
  <pc:docChgLst>
    <pc:chgData name="김예은" userId="6526923f-0c52-4639-9dbd-0f483d8fd367" providerId="ADAL" clId="{44DE1DCA-92BA-4171-A5BA-12DC8137D144}"/>
    <pc:docChg chg="undo custSel modSld">
      <pc:chgData name="김예은" userId="6526923f-0c52-4639-9dbd-0f483d8fd367" providerId="ADAL" clId="{44DE1DCA-92BA-4171-A5BA-12DC8137D144}" dt="2022-11-09T05:22:33.965" v="1301" actId="20577"/>
      <pc:docMkLst>
        <pc:docMk/>
      </pc:docMkLst>
      <pc:sldChg chg="modSp mod">
        <pc:chgData name="김예은" userId="6526923f-0c52-4639-9dbd-0f483d8fd367" providerId="ADAL" clId="{44DE1DCA-92BA-4171-A5BA-12DC8137D144}" dt="2022-11-09T05:22:33.965" v="1301" actId="20577"/>
        <pc:sldMkLst>
          <pc:docMk/>
          <pc:sldMk cId="2782649627" sldId="272"/>
        </pc:sldMkLst>
        <pc:spChg chg="mod">
          <ac:chgData name="김예은" userId="6526923f-0c52-4639-9dbd-0f483d8fd367" providerId="ADAL" clId="{44DE1DCA-92BA-4171-A5BA-12DC8137D144}" dt="2022-11-09T05:20:16.236" v="1281" actId="20577"/>
          <ac:spMkLst>
            <pc:docMk/>
            <pc:sldMk cId="2782649627" sldId="272"/>
            <ac:spMk id="33" creationId="{169A3E34-F797-058C-947E-DD4CE02EC036}"/>
          </ac:spMkLst>
        </pc:spChg>
        <pc:spChg chg="mod">
          <ac:chgData name="김예은" userId="6526923f-0c52-4639-9dbd-0f483d8fd367" providerId="ADAL" clId="{44DE1DCA-92BA-4171-A5BA-12DC8137D144}" dt="2022-11-09T05:16:50.340" v="1214" actId="20577"/>
          <ac:spMkLst>
            <pc:docMk/>
            <pc:sldMk cId="2782649627" sldId="272"/>
            <ac:spMk id="34" creationId="{86661FCD-8602-0FC7-3A07-52FF834F3C3A}"/>
          </ac:spMkLst>
        </pc:spChg>
        <pc:spChg chg="mod">
          <ac:chgData name="김예은" userId="6526923f-0c52-4639-9dbd-0f483d8fd367" providerId="ADAL" clId="{44DE1DCA-92BA-4171-A5BA-12DC8137D144}" dt="2022-11-09T05:22:33.965" v="1301" actId="20577"/>
          <ac:spMkLst>
            <pc:docMk/>
            <pc:sldMk cId="2782649627" sldId="272"/>
            <ac:spMk id="54" creationId="{8B79E6EB-F34F-3DA5-8B74-3AC3757002E2}"/>
          </ac:spMkLst>
        </pc:spChg>
        <pc:spChg chg="mod">
          <ac:chgData name="김예은" userId="6526923f-0c52-4639-9dbd-0f483d8fd367" providerId="ADAL" clId="{44DE1DCA-92BA-4171-A5BA-12DC8137D144}" dt="2022-11-08T09:33:53.135" v="0" actId="21"/>
          <ac:spMkLst>
            <pc:docMk/>
            <pc:sldMk cId="2782649627" sldId="272"/>
            <ac:spMk id="65" creationId="{A8B70E2F-0FB7-D45E-B52B-5D078ADA1A3D}"/>
          </ac:spMkLst>
        </pc:spChg>
        <pc:picChg chg="mod">
          <ac:chgData name="김예은" userId="6526923f-0c52-4639-9dbd-0f483d8fd367" providerId="ADAL" clId="{44DE1DCA-92BA-4171-A5BA-12DC8137D144}" dt="2022-11-09T05:16:56.300" v="1234" actId="1035"/>
          <ac:picMkLst>
            <pc:docMk/>
            <pc:sldMk cId="2782649627" sldId="272"/>
            <ac:picMk id="60" creationId="{3CE2170C-0978-B687-7D4F-8EA9F413D489}"/>
          </ac:picMkLst>
        </pc:picChg>
        <pc:picChg chg="mod">
          <ac:chgData name="김예은" userId="6526923f-0c52-4639-9dbd-0f483d8fd367" providerId="ADAL" clId="{44DE1DCA-92BA-4171-A5BA-12DC8137D144}" dt="2022-11-09T05:17:05.308" v="1255" actId="1036"/>
          <ac:picMkLst>
            <pc:docMk/>
            <pc:sldMk cId="2782649627" sldId="272"/>
            <ac:picMk id="61" creationId="{9DF061AA-ACCC-9D80-9BB6-8C98AD85505F}"/>
          </ac:picMkLst>
        </pc:picChg>
      </pc:sldChg>
      <pc:sldChg chg="modSp mod">
        <pc:chgData name="김예은" userId="6526923f-0c52-4639-9dbd-0f483d8fd367" providerId="ADAL" clId="{44DE1DCA-92BA-4171-A5BA-12DC8137D144}" dt="2022-11-09T05:08:30.936" v="1108" actId="20577"/>
        <pc:sldMkLst>
          <pc:docMk/>
          <pc:sldMk cId="2466279025" sldId="276"/>
        </pc:sldMkLst>
        <pc:spChg chg="mod">
          <ac:chgData name="김예은" userId="6526923f-0c52-4639-9dbd-0f483d8fd367" providerId="ADAL" clId="{44DE1DCA-92BA-4171-A5BA-12DC8137D144}" dt="2022-11-08T09:34:44.164" v="50" actId="20577"/>
          <ac:spMkLst>
            <pc:docMk/>
            <pc:sldMk cId="2466279025" sldId="276"/>
            <ac:spMk id="111" creationId="{9B3FAADE-62CB-1627-946C-00DA9E3E4BA6}"/>
          </ac:spMkLst>
        </pc:spChg>
        <pc:spChg chg="mod">
          <ac:chgData name="김예은" userId="6526923f-0c52-4639-9dbd-0f483d8fd367" providerId="ADAL" clId="{44DE1DCA-92BA-4171-A5BA-12DC8137D144}" dt="2022-11-08T09:56:41.255" v="855" actId="20577"/>
          <ac:spMkLst>
            <pc:docMk/>
            <pc:sldMk cId="2466279025" sldId="276"/>
            <ac:spMk id="113" creationId="{753130E7-0351-2A00-B06C-90BD547323AA}"/>
          </ac:spMkLst>
        </pc:spChg>
        <pc:spChg chg="mod">
          <ac:chgData name="김예은" userId="6526923f-0c52-4639-9dbd-0f483d8fd367" providerId="ADAL" clId="{44DE1DCA-92BA-4171-A5BA-12DC8137D144}" dt="2022-11-09T05:08:30.936" v="1108" actId="20577"/>
          <ac:spMkLst>
            <pc:docMk/>
            <pc:sldMk cId="2466279025" sldId="276"/>
            <ac:spMk id="127" creationId="{E61DF555-0E6D-8ECB-0C8A-9D60C3F72825}"/>
          </ac:spMkLst>
        </pc:spChg>
        <pc:spChg chg="mod">
          <ac:chgData name="김예은" userId="6526923f-0c52-4639-9dbd-0f483d8fd367" providerId="ADAL" clId="{44DE1DCA-92BA-4171-A5BA-12DC8137D144}" dt="2022-11-08T09:59:10.273" v="1063" actId="20577"/>
          <ac:spMkLst>
            <pc:docMk/>
            <pc:sldMk cId="2466279025" sldId="276"/>
            <ac:spMk id="130" creationId="{DBE3A232-77E1-9C69-5805-1FB1AC9A403C}"/>
          </ac:spMkLst>
        </pc:spChg>
        <pc:spChg chg="mod">
          <ac:chgData name="김예은" userId="6526923f-0c52-4639-9dbd-0f483d8fd367" providerId="ADAL" clId="{44DE1DCA-92BA-4171-A5BA-12DC8137D144}" dt="2022-11-08T10:01:39.321" v="1100" actId="20577"/>
          <ac:spMkLst>
            <pc:docMk/>
            <pc:sldMk cId="2466279025" sldId="276"/>
            <ac:spMk id="141" creationId="{A5DE7E25-9941-B777-B6E9-8BD7D4ECE3A1}"/>
          </ac:spMkLst>
        </pc:spChg>
      </pc:sldChg>
    </pc:docChg>
  </pc:docChgLst>
  <pc:docChgLst>
    <pc:chgData name="이유림" userId="c4f7c10e-9591-4e08-8489-adf65147d8f2" providerId="ADAL" clId="{EE6A0F04-240F-4512-B7A7-34F5976B5113}"/>
    <pc:docChg chg="undo custSel modSld">
      <pc:chgData name="이유림" userId="c4f7c10e-9591-4e08-8489-adf65147d8f2" providerId="ADAL" clId="{EE6A0F04-240F-4512-B7A7-34F5976B5113}" dt="2025-01-10T02:33:40.022" v="3973"/>
      <pc:docMkLst>
        <pc:docMk/>
      </pc:docMkLst>
      <pc:sldChg chg="addSp delSp modSp mod">
        <pc:chgData name="이유림" userId="c4f7c10e-9591-4e08-8489-adf65147d8f2" providerId="ADAL" clId="{EE6A0F04-240F-4512-B7A7-34F5976B5113}" dt="2025-01-09T08:01:41.242" v="3957" actId="108"/>
        <pc:sldMkLst>
          <pc:docMk/>
          <pc:sldMk cId="2782649627" sldId="272"/>
        </pc:sldMkLst>
        <pc:spChg chg="mod">
          <ac:chgData name="이유림" userId="c4f7c10e-9591-4e08-8489-adf65147d8f2" providerId="ADAL" clId="{EE6A0F04-240F-4512-B7A7-34F5976B5113}" dt="2025-01-09T03:23:39.655" v="3661" actId="2711"/>
          <ac:spMkLst>
            <pc:docMk/>
            <pc:sldMk cId="2782649627" sldId="272"/>
            <ac:spMk id="3" creationId="{1E620C1D-660E-AF4F-AAF8-CCC204ECA751}"/>
          </ac:spMkLst>
        </pc:spChg>
        <pc:spChg chg="mod">
          <ac:chgData name="이유림" userId="c4f7c10e-9591-4e08-8489-adf65147d8f2" providerId="ADAL" clId="{EE6A0F04-240F-4512-B7A7-34F5976B5113}" dt="2025-01-09T03:23:39.655" v="3661" actId="2711"/>
          <ac:spMkLst>
            <pc:docMk/>
            <pc:sldMk cId="2782649627" sldId="272"/>
            <ac:spMk id="5" creationId="{82305561-9C83-4AF0-BE74-852E6825B240}"/>
          </ac:spMkLst>
        </pc:spChg>
        <pc:spChg chg="mod">
          <ac:chgData name="이유림" userId="c4f7c10e-9591-4e08-8489-adf65147d8f2" providerId="ADAL" clId="{EE6A0F04-240F-4512-B7A7-34F5976B5113}" dt="2025-01-09T03:23:49.524" v="3662" actId="2711"/>
          <ac:spMkLst>
            <pc:docMk/>
            <pc:sldMk cId="2782649627" sldId="272"/>
            <ac:spMk id="6" creationId="{E0C1C0CB-05C8-87CF-AD58-2A3FB282C62F}"/>
          </ac:spMkLst>
        </pc:spChg>
        <pc:spChg chg="mod">
          <ac:chgData name="이유림" userId="c4f7c10e-9591-4e08-8489-adf65147d8f2" providerId="ADAL" clId="{EE6A0F04-240F-4512-B7A7-34F5976B5113}" dt="2025-01-09T03:23:49.524" v="3662" actId="2711"/>
          <ac:spMkLst>
            <pc:docMk/>
            <pc:sldMk cId="2782649627" sldId="272"/>
            <ac:spMk id="9" creationId="{FCEC357B-56BC-F8B9-0E50-F00B91538403}"/>
          </ac:spMkLst>
        </pc:spChg>
        <pc:spChg chg="mod">
          <ac:chgData name="이유림" userId="c4f7c10e-9591-4e08-8489-adf65147d8f2" providerId="ADAL" clId="{EE6A0F04-240F-4512-B7A7-34F5976B5113}" dt="2025-01-09T08:01:41.242" v="3957" actId="108"/>
          <ac:spMkLst>
            <pc:docMk/>
            <pc:sldMk cId="2782649627" sldId="272"/>
            <ac:spMk id="16" creationId="{3448D7A3-113E-5C37-C5DE-A625DB16E9B0}"/>
          </ac:spMkLst>
        </pc:spChg>
        <pc:spChg chg="mod">
          <ac:chgData name="이유림" userId="c4f7c10e-9591-4e08-8489-adf65147d8f2" providerId="ADAL" clId="{EE6A0F04-240F-4512-B7A7-34F5976B5113}" dt="2025-01-09T03:23:49.524" v="3662" actId="2711"/>
          <ac:spMkLst>
            <pc:docMk/>
            <pc:sldMk cId="2782649627" sldId="272"/>
            <ac:spMk id="17" creationId="{FE11EFA9-B477-6F04-13D7-F7CAD4EC9C37}"/>
          </ac:spMkLst>
        </pc:spChg>
        <pc:spChg chg="mod">
          <ac:chgData name="이유림" userId="c4f7c10e-9591-4e08-8489-adf65147d8f2" providerId="ADAL" clId="{EE6A0F04-240F-4512-B7A7-34F5976B5113}" dt="2025-01-09T03:23:49.524" v="3662" actId="2711"/>
          <ac:spMkLst>
            <pc:docMk/>
            <pc:sldMk cId="2782649627" sldId="272"/>
            <ac:spMk id="48" creationId="{D461C6C1-0714-4640-444E-48DA11551DD3}"/>
          </ac:spMkLst>
        </pc:spChg>
        <pc:spChg chg="mod">
          <ac:chgData name="이유림" userId="c4f7c10e-9591-4e08-8489-adf65147d8f2" providerId="ADAL" clId="{EE6A0F04-240F-4512-B7A7-34F5976B5113}" dt="2025-01-09T03:23:49.524" v="3662" actId="2711"/>
          <ac:spMkLst>
            <pc:docMk/>
            <pc:sldMk cId="2782649627" sldId="272"/>
            <ac:spMk id="50" creationId="{DCC41A51-9245-6068-D141-27BBA27D3FA0}"/>
          </ac:spMkLst>
        </pc:spChg>
        <pc:spChg chg="mod">
          <ac:chgData name="이유림" userId="c4f7c10e-9591-4e08-8489-adf65147d8f2" providerId="ADAL" clId="{EE6A0F04-240F-4512-B7A7-34F5976B5113}" dt="2025-01-09T03:23:49.524" v="3662" actId="2711"/>
          <ac:spMkLst>
            <pc:docMk/>
            <pc:sldMk cId="2782649627" sldId="272"/>
            <ac:spMk id="63" creationId="{9F8CBFDA-30C7-9693-D508-4B4EB6C96281}"/>
          </ac:spMkLst>
        </pc:spChg>
        <pc:spChg chg="mod">
          <ac:chgData name="이유림" userId="c4f7c10e-9591-4e08-8489-adf65147d8f2" providerId="ADAL" clId="{EE6A0F04-240F-4512-B7A7-34F5976B5113}" dt="2025-01-09T03:23:49.524" v="3662" actId="2711"/>
          <ac:spMkLst>
            <pc:docMk/>
            <pc:sldMk cId="2782649627" sldId="272"/>
            <ac:spMk id="64" creationId="{D3FF1376-B21C-904D-4D00-6BCA9C1349FE}"/>
          </ac:spMkLst>
        </pc:spChg>
        <pc:spChg chg="mod">
          <ac:chgData name="이유림" userId="c4f7c10e-9591-4e08-8489-adf65147d8f2" providerId="ADAL" clId="{EE6A0F04-240F-4512-B7A7-34F5976B5113}" dt="2025-01-09T03:23:49.524" v="3662" actId="2711"/>
          <ac:spMkLst>
            <pc:docMk/>
            <pc:sldMk cId="2782649627" sldId="272"/>
            <ac:spMk id="65" creationId="{A8B70E2F-0FB7-D45E-B52B-5D078ADA1A3D}"/>
          </ac:spMkLst>
        </pc:spChg>
        <pc:spChg chg="mod">
          <ac:chgData name="이유림" userId="c4f7c10e-9591-4e08-8489-adf65147d8f2" providerId="ADAL" clId="{EE6A0F04-240F-4512-B7A7-34F5976B5113}" dt="2025-01-09T03:23:49.524" v="3662" actId="2711"/>
          <ac:spMkLst>
            <pc:docMk/>
            <pc:sldMk cId="2782649627" sldId="272"/>
            <ac:spMk id="167" creationId="{957235A7-1133-45A0-8D7A-24A8B18E4366}"/>
          </ac:spMkLst>
        </pc:spChg>
        <pc:grpChg chg="add mod">
          <ac:chgData name="이유림" userId="c4f7c10e-9591-4e08-8489-adf65147d8f2" providerId="ADAL" clId="{EE6A0F04-240F-4512-B7A7-34F5976B5113}" dt="2025-01-07T03:26:17.027" v="26"/>
          <ac:grpSpMkLst>
            <pc:docMk/>
            <pc:sldMk cId="2782649627" sldId="272"/>
            <ac:grpSpMk id="4" creationId="{F696FF78-C518-64C0-E4A8-F539300F4832}"/>
          </ac:grpSpMkLst>
        </pc:grpChg>
        <pc:grpChg chg="add mod">
          <ac:chgData name="이유림" userId="c4f7c10e-9591-4e08-8489-adf65147d8f2" providerId="ADAL" clId="{EE6A0F04-240F-4512-B7A7-34F5976B5113}" dt="2025-01-07T03:26:17.027" v="26"/>
          <ac:grpSpMkLst>
            <pc:docMk/>
            <pc:sldMk cId="2782649627" sldId="272"/>
            <ac:grpSpMk id="15" creationId="{5F0C535E-95ED-B717-EA34-446CE7D4C87B}"/>
          </ac:grpSpMkLst>
        </pc:grpChg>
        <pc:grpChg chg="del">
          <ac:chgData name="이유림" userId="c4f7c10e-9591-4e08-8489-adf65147d8f2" providerId="ADAL" clId="{EE6A0F04-240F-4512-B7A7-34F5976B5113}" dt="2025-01-07T03:26:16.423" v="25" actId="478"/>
          <ac:grpSpMkLst>
            <pc:docMk/>
            <pc:sldMk cId="2782649627" sldId="272"/>
            <ac:grpSpMk id="29" creationId="{4716CAF1-A209-9086-87D1-03B2309E5658}"/>
          </ac:grpSpMkLst>
        </pc:grpChg>
        <pc:grpChg chg="del">
          <ac:chgData name="이유림" userId="c4f7c10e-9591-4e08-8489-adf65147d8f2" providerId="ADAL" clId="{EE6A0F04-240F-4512-B7A7-34F5976B5113}" dt="2025-01-07T03:26:16.423" v="25" actId="478"/>
          <ac:grpSpMkLst>
            <pc:docMk/>
            <pc:sldMk cId="2782649627" sldId="272"/>
            <ac:grpSpMk id="38" creationId="{9040A5BE-B9C3-7A02-54C5-DF2C4233EE55}"/>
          </ac:grpSpMkLst>
        </pc:grpChg>
        <pc:grpChg chg="mod">
          <ac:chgData name="이유림" userId="c4f7c10e-9591-4e08-8489-adf65147d8f2" providerId="ADAL" clId="{EE6A0F04-240F-4512-B7A7-34F5976B5113}" dt="2025-01-07T03:26:23.669" v="27" actId="1076"/>
          <ac:grpSpMkLst>
            <pc:docMk/>
            <pc:sldMk cId="2782649627" sldId="272"/>
            <ac:grpSpMk id="62" creationId="{60B2A956-938C-D274-B006-6568900F12B0}"/>
          </ac:grpSpMkLst>
        </pc:grpChg>
        <pc:picChg chg="mod">
          <ac:chgData name="이유림" userId="c4f7c10e-9591-4e08-8489-adf65147d8f2" providerId="ADAL" clId="{EE6A0F04-240F-4512-B7A7-34F5976B5113}" dt="2025-01-07T03:26:17.027" v="26"/>
          <ac:picMkLst>
            <pc:docMk/>
            <pc:sldMk cId="2782649627" sldId="272"/>
            <ac:picMk id="13" creationId="{DAD3BDD9-B87A-5352-120D-ADD25844E0E9}"/>
          </ac:picMkLst>
        </pc:picChg>
        <pc:picChg chg="mod">
          <ac:chgData name="이유림" userId="c4f7c10e-9591-4e08-8489-adf65147d8f2" providerId="ADAL" clId="{EE6A0F04-240F-4512-B7A7-34F5976B5113}" dt="2025-01-07T03:26:17.027" v="26"/>
          <ac:picMkLst>
            <pc:docMk/>
            <pc:sldMk cId="2782649627" sldId="272"/>
            <ac:picMk id="14" creationId="{07273E5B-9251-696A-A3AD-5C96857B05CB}"/>
          </ac:picMkLst>
        </pc:picChg>
        <pc:picChg chg="mod">
          <ac:chgData name="이유림" userId="c4f7c10e-9591-4e08-8489-adf65147d8f2" providerId="ADAL" clId="{EE6A0F04-240F-4512-B7A7-34F5976B5113}" dt="2025-01-07T03:26:17.027" v="26"/>
          <ac:picMkLst>
            <pc:docMk/>
            <pc:sldMk cId="2782649627" sldId="272"/>
            <ac:picMk id="19" creationId="{01F89743-E0F5-505A-E388-E3938D64A4EC}"/>
          </ac:picMkLst>
        </pc:picChg>
        <pc:picChg chg="mod">
          <ac:chgData name="이유림" userId="c4f7c10e-9591-4e08-8489-adf65147d8f2" providerId="ADAL" clId="{EE6A0F04-240F-4512-B7A7-34F5976B5113}" dt="2025-01-07T03:26:17.027" v="26"/>
          <ac:picMkLst>
            <pc:docMk/>
            <pc:sldMk cId="2782649627" sldId="272"/>
            <ac:picMk id="20" creationId="{1D4EBDAD-DF4E-FD20-BD01-BAA6A6A545EA}"/>
          </ac:picMkLst>
        </pc:picChg>
        <pc:picChg chg="mod">
          <ac:chgData name="이유림" userId="c4f7c10e-9591-4e08-8489-adf65147d8f2" providerId="ADAL" clId="{EE6A0F04-240F-4512-B7A7-34F5976B5113}" dt="2025-01-07T03:26:17.027" v="26"/>
          <ac:picMkLst>
            <pc:docMk/>
            <pc:sldMk cId="2782649627" sldId="272"/>
            <ac:picMk id="21" creationId="{4AE60D26-F93B-70D0-F3DA-6973FBCF4A28}"/>
          </ac:picMkLst>
        </pc:picChg>
        <pc:picChg chg="mod">
          <ac:chgData name="이유림" userId="c4f7c10e-9591-4e08-8489-adf65147d8f2" providerId="ADAL" clId="{EE6A0F04-240F-4512-B7A7-34F5976B5113}" dt="2025-01-07T03:26:17.027" v="26"/>
          <ac:picMkLst>
            <pc:docMk/>
            <pc:sldMk cId="2782649627" sldId="272"/>
            <ac:picMk id="22" creationId="{C5B9C109-E92C-268C-3679-54200F265E1A}"/>
          </ac:picMkLst>
        </pc:picChg>
        <pc:picChg chg="mod">
          <ac:chgData name="이유림" userId="c4f7c10e-9591-4e08-8489-adf65147d8f2" providerId="ADAL" clId="{EE6A0F04-240F-4512-B7A7-34F5976B5113}" dt="2025-01-07T03:26:17.027" v="26"/>
          <ac:picMkLst>
            <pc:docMk/>
            <pc:sldMk cId="2782649627" sldId="272"/>
            <ac:picMk id="23" creationId="{E07B8B6B-6F80-7D6E-7280-DC1CFEBE6C22}"/>
          </ac:picMkLst>
        </pc:picChg>
        <pc:picChg chg="mod">
          <ac:chgData name="이유림" userId="c4f7c10e-9591-4e08-8489-adf65147d8f2" providerId="ADAL" clId="{EE6A0F04-240F-4512-B7A7-34F5976B5113}" dt="2025-01-07T03:26:17.027" v="26"/>
          <ac:picMkLst>
            <pc:docMk/>
            <pc:sldMk cId="2782649627" sldId="272"/>
            <ac:picMk id="24" creationId="{7CF87358-D592-4148-092E-4B0FE9B53C84}"/>
          </ac:picMkLst>
        </pc:picChg>
        <pc:picChg chg="mod">
          <ac:chgData name="이유림" userId="c4f7c10e-9591-4e08-8489-adf65147d8f2" providerId="ADAL" clId="{EE6A0F04-240F-4512-B7A7-34F5976B5113}" dt="2025-01-07T03:26:17.027" v="26"/>
          <ac:picMkLst>
            <pc:docMk/>
            <pc:sldMk cId="2782649627" sldId="272"/>
            <ac:picMk id="25" creationId="{98EAF362-F751-8251-D7FE-D242AA2E424E}"/>
          </ac:picMkLst>
        </pc:picChg>
        <pc:picChg chg="mod">
          <ac:chgData name="이유림" userId="c4f7c10e-9591-4e08-8489-adf65147d8f2" providerId="ADAL" clId="{EE6A0F04-240F-4512-B7A7-34F5976B5113}" dt="2025-01-07T03:26:17.027" v="26"/>
          <ac:picMkLst>
            <pc:docMk/>
            <pc:sldMk cId="2782649627" sldId="272"/>
            <ac:picMk id="26" creationId="{B6723AA8-17EB-20E4-CE1A-6D5868BBD9B1}"/>
          </ac:picMkLst>
        </pc:picChg>
        <pc:picChg chg="mod">
          <ac:chgData name="이유림" userId="c4f7c10e-9591-4e08-8489-adf65147d8f2" providerId="ADAL" clId="{EE6A0F04-240F-4512-B7A7-34F5976B5113}" dt="2025-01-07T03:26:17.027" v="26"/>
          <ac:picMkLst>
            <pc:docMk/>
            <pc:sldMk cId="2782649627" sldId="272"/>
            <ac:picMk id="27" creationId="{27FFDF4E-E24F-AC8F-4BA8-200DC2D5158E}"/>
          </ac:picMkLst>
        </pc:picChg>
        <pc:picChg chg="mod">
          <ac:chgData name="이유림" userId="c4f7c10e-9591-4e08-8489-adf65147d8f2" providerId="ADAL" clId="{EE6A0F04-240F-4512-B7A7-34F5976B5113}" dt="2025-01-07T03:26:17.027" v="26"/>
          <ac:picMkLst>
            <pc:docMk/>
            <pc:sldMk cId="2782649627" sldId="272"/>
            <ac:picMk id="28" creationId="{F8C64421-DDAC-E518-4977-2D79DC0AB5F3}"/>
          </ac:picMkLst>
        </pc:picChg>
        <pc:picChg chg="mod">
          <ac:chgData name="이유림" userId="c4f7c10e-9591-4e08-8489-adf65147d8f2" providerId="ADAL" clId="{EE6A0F04-240F-4512-B7A7-34F5976B5113}" dt="2025-01-07T03:26:17.027" v="26"/>
          <ac:picMkLst>
            <pc:docMk/>
            <pc:sldMk cId="2782649627" sldId="272"/>
            <ac:picMk id="31" creationId="{76AFDB5B-0D99-EB4F-2603-2ABF9373130C}"/>
          </ac:picMkLst>
        </pc:picChg>
        <pc:picChg chg="mod">
          <ac:chgData name="이유림" userId="c4f7c10e-9591-4e08-8489-adf65147d8f2" providerId="ADAL" clId="{EE6A0F04-240F-4512-B7A7-34F5976B5113}" dt="2025-01-07T03:26:17.027" v="26"/>
          <ac:picMkLst>
            <pc:docMk/>
            <pc:sldMk cId="2782649627" sldId="272"/>
            <ac:picMk id="32" creationId="{E0219917-D3AD-60F6-E0EF-1B14A42D6B87}"/>
          </ac:picMkLst>
        </pc:picChg>
        <pc:picChg chg="mod">
          <ac:chgData name="이유림" userId="c4f7c10e-9591-4e08-8489-adf65147d8f2" providerId="ADAL" clId="{EE6A0F04-240F-4512-B7A7-34F5976B5113}" dt="2025-01-07T03:26:17.027" v="26"/>
          <ac:picMkLst>
            <pc:docMk/>
            <pc:sldMk cId="2782649627" sldId="272"/>
            <ac:picMk id="37" creationId="{93984601-AFD7-BBA9-0BB1-227B22530DA7}"/>
          </ac:picMkLst>
        </pc:picChg>
        <pc:picChg chg="mod">
          <ac:chgData name="이유림" userId="c4f7c10e-9591-4e08-8489-adf65147d8f2" providerId="ADAL" clId="{EE6A0F04-240F-4512-B7A7-34F5976B5113}" dt="2025-01-07T03:26:17.027" v="26"/>
          <ac:picMkLst>
            <pc:docMk/>
            <pc:sldMk cId="2782649627" sldId="272"/>
            <ac:picMk id="51" creationId="{1C56D5BA-E3DA-FC47-214D-9E8E3D055676}"/>
          </ac:picMkLst>
        </pc:picChg>
        <pc:picChg chg="mod">
          <ac:chgData name="이유림" userId="c4f7c10e-9591-4e08-8489-adf65147d8f2" providerId="ADAL" clId="{EE6A0F04-240F-4512-B7A7-34F5976B5113}" dt="2025-01-07T03:26:17.027" v="26"/>
          <ac:picMkLst>
            <pc:docMk/>
            <pc:sldMk cId="2782649627" sldId="272"/>
            <ac:picMk id="56" creationId="{2D49133E-9DCC-2466-B0AB-421CD3D9E774}"/>
          </ac:picMkLst>
        </pc:picChg>
        <pc:picChg chg="mod">
          <ac:chgData name="이유림" userId="c4f7c10e-9591-4e08-8489-adf65147d8f2" providerId="ADAL" clId="{EE6A0F04-240F-4512-B7A7-34F5976B5113}" dt="2025-01-07T03:26:17.027" v="26"/>
          <ac:picMkLst>
            <pc:docMk/>
            <pc:sldMk cId="2782649627" sldId="272"/>
            <ac:picMk id="66" creationId="{E0392F57-470F-1DAF-1DD2-15F28A77E546}"/>
          </ac:picMkLst>
        </pc:picChg>
        <pc:cxnChg chg="mod">
          <ac:chgData name="이유림" userId="c4f7c10e-9591-4e08-8489-adf65147d8f2" providerId="ADAL" clId="{EE6A0F04-240F-4512-B7A7-34F5976B5113}" dt="2025-01-07T03:26:17.027" v="26"/>
          <ac:cxnSpMkLst>
            <pc:docMk/>
            <pc:sldMk cId="2782649627" sldId="272"/>
            <ac:cxnSpMk id="12" creationId="{4B9F3BF0-5DEE-4CD5-54AE-746792F5CF90}"/>
          </ac:cxnSpMkLst>
        </pc:cxnChg>
        <pc:cxnChg chg="mod">
          <ac:chgData name="이유림" userId="c4f7c10e-9591-4e08-8489-adf65147d8f2" providerId="ADAL" clId="{EE6A0F04-240F-4512-B7A7-34F5976B5113}" dt="2025-01-07T03:26:17.027" v="26"/>
          <ac:cxnSpMkLst>
            <pc:docMk/>
            <pc:sldMk cId="2782649627" sldId="272"/>
            <ac:cxnSpMk id="18" creationId="{90F8FA85-FA57-6E94-8BCA-F396FB85C332}"/>
          </ac:cxnSpMkLst>
        </pc:cxnChg>
      </pc:sldChg>
      <pc:sldChg chg="addSp modSp mod">
        <pc:chgData name="이유림" userId="c4f7c10e-9591-4e08-8489-adf65147d8f2" providerId="ADAL" clId="{EE6A0F04-240F-4512-B7A7-34F5976B5113}" dt="2025-01-10T02:33:40.022" v="3973"/>
        <pc:sldMkLst>
          <pc:docMk/>
          <pc:sldMk cId="2466279025" sldId="276"/>
        </pc:sldMkLst>
        <pc:spChg chg="mod">
          <ac:chgData name="이유림" userId="c4f7c10e-9591-4e08-8489-adf65147d8f2" providerId="ADAL" clId="{EE6A0F04-240F-4512-B7A7-34F5976B5113}" dt="2025-01-09T03:23:33.321" v="3660" actId="2711"/>
          <ac:spMkLst>
            <pc:docMk/>
            <pc:sldMk cId="2466279025" sldId="276"/>
            <ac:spMk id="4" creationId="{B236E1EA-0BE4-F745-8BF1-E5362265090C}"/>
          </ac:spMkLst>
        </pc:spChg>
        <pc:spChg chg="mod">
          <ac:chgData name="이유림" userId="c4f7c10e-9591-4e08-8489-adf65147d8f2" providerId="ADAL" clId="{EE6A0F04-240F-4512-B7A7-34F5976B5113}" dt="2025-01-09T01:53:12.889" v="3645" actId="2711"/>
          <ac:spMkLst>
            <pc:docMk/>
            <pc:sldMk cId="2466279025" sldId="276"/>
            <ac:spMk id="5" creationId="{A850E99A-3626-001F-0FF3-B750CEF2548E}"/>
          </ac:spMkLst>
        </pc:spChg>
        <pc:spChg chg="mod">
          <ac:chgData name="이유림" userId="c4f7c10e-9591-4e08-8489-adf65147d8f2" providerId="ADAL" clId="{EE6A0F04-240F-4512-B7A7-34F5976B5113}" dt="2025-01-09T03:23:33.321" v="3660" actId="2711"/>
          <ac:spMkLst>
            <pc:docMk/>
            <pc:sldMk cId="2466279025" sldId="276"/>
            <ac:spMk id="6" creationId="{15141728-A305-8742-8C53-C14A4823EEFE}"/>
          </ac:spMkLst>
        </pc:spChg>
        <pc:spChg chg="mod">
          <ac:chgData name="이유림" userId="c4f7c10e-9591-4e08-8489-adf65147d8f2" providerId="ADAL" clId="{EE6A0F04-240F-4512-B7A7-34F5976B5113}" dt="2025-01-09T07:58:04.789" v="3835" actId="20577"/>
          <ac:spMkLst>
            <pc:docMk/>
            <pc:sldMk cId="2466279025" sldId="276"/>
            <ac:spMk id="7" creationId="{D8BAEAED-FE6F-8ADB-559A-B57DC69ABA5F}"/>
          </ac:spMkLst>
        </pc:spChg>
        <pc:spChg chg="mod">
          <ac:chgData name="이유림" userId="c4f7c10e-9591-4e08-8489-adf65147d8f2" providerId="ADAL" clId="{EE6A0F04-240F-4512-B7A7-34F5976B5113}" dt="2025-01-09T07:49:58.560" v="3700" actId="6549"/>
          <ac:spMkLst>
            <pc:docMk/>
            <pc:sldMk cId="2466279025" sldId="276"/>
            <ac:spMk id="10" creationId="{3DFFBF54-D6D3-AD5E-9F81-11F4C05F0CE8}"/>
          </ac:spMkLst>
        </pc:spChg>
        <pc:spChg chg="mod">
          <ac:chgData name="이유림" userId="c4f7c10e-9591-4e08-8489-adf65147d8f2" providerId="ADAL" clId="{EE6A0F04-240F-4512-B7A7-34F5976B5113}" dt="2025-01-09T01:53:12.889" v="3645" actId="2711"/>
          <ac:spMkLst>
            <pc:docMk/>
            <pc:sldMk cId="2466279025" sldId="276"/>
            <ac:spMk id="11" creationId="{D6EA4F39-0292-825C-65C4-A4B5C1728ECB}"/>
          </ac:spMkLst>
        </pc:spChg>
        <pc:spChg chg="mod">
          <ac:chgData name="이유림" userId="c4f7c10e-9591-4e08-8489-adf65147d8f2" providerId="ADAL" clId="{EE6A0F04-240F-4512-B7A7-34F5976B5113}" dt="2025-01-09T01:53:12.889" v="3645" actId="2711"/>
          <ac:spMkLst>
            <pc:docMk/>
            <pc:sldMk cId="2466279025" sldId="276"/>
            <ac:spMk id="49" creationId="{AE4E7B4A-CCF6-1B0E-8F65-F675DD5E3283}"/>
          </ac:spMkLst>
        </pc:spChg>
        <pc:spChg chg="mod">
          <ac:chgData name="이유림" userId="c4f7c10e-9591-4e08-8489-adf65147d8f2" providerId="ADAL" clId="{EE6A0F04-240F-4512-B7A7-34F5976B5113}" dt="2025-01-09T07:49:29.174" v="3677" actId="20577"/>
          <ac:spMkLst>
            <pc:docMk/>
            <pc:sldMk cId="2466279025" sldId="276"/>
            <ac:spMk id="50" creationId="{EB7D61D9-3C96-5D9A-41EF-E60C8B2AADC2}"/>
          </ac:spMkLst>
        </pc:spChg>
        <pc:spChg chg="mod">
          <ac:chgData name="이유림" userId="c4f7c10e-9591-4e08-8489-adf65147d8f2" providerId="ADAL" clId="{EE6A0F04-240F-4512-B7A7-34F5976B5113}" dt="2025-01-09T07:49:37.526" v="3692" actId="20577"/>
          <ac:spMkLst>
            <pc:docMk/>
            <pc:sldMk cId="2466279025" sldId="276"/>
            <ac:spMk id="52" creationId="{7D8793DD-5632-37CB-DEFC-F8377686BF83}"/>
          </ac:spMkLst>
        </pc:spChg>
        <pc:spChg chg="mod">
          <ac:chgData name="이유림" userId="c4f7c10e-9591-4e08-8489-adf65147d8f2" providerId="ADAL" clId="{EE6A0F04-240F-4512-B7A7-34F5976B5113}" dt="2025-01-09T01:53:12.889" v="3645" actId="2711"/>
          <ac:spMkLst>
            <pc:docMk/>
            <pc:sldMk cId="2466279025" sldId="276"/>
            <ac:spMk id="53" creationId="{D7C1D0B3-F223-2093-E231-99B98286B836}"/>
          </ac:spMkLst>
        </pc:spChg>
        <pc:spChg chg="mod">
          <ac:chgData name="이유림" userId="c4f7c10e-9591-4e08-8489-adf65147d8f2" providerId="ADAL" clId="{EE6A0F04-240F-4512-B7A7-34F5976B5113}" dt="2025-01-09T01:53:12.889" v="3645" actId="2711"/>
          <ac:spMkLst>
            <pc:docMk/>
            <pc:sldMk cId="2466279025" sldId="276"/>
            <ac:spMk id="56" creationId="{E9D28607-B0D6-75A7-47F7-8DD5D3172490}"/>
          </ac:spMkLst>
        </pc:spChg>
        <pc:spChg chg="mod">
          <ac:chgData name="이유림" userId="c4f7c10e-9591-4e08-8489-adf65147d8f2" providerId="ADAL" clId="{EE6A0F04-240F-4512-B7A7-34F5976B5113}" dt="2025-01-10T02:33:40.022" v="3973"/>
          <ac:spMkLst>
            <pc:docMk/>
            <pc:sldMk cId="2466279025" sldId="276"/>
            <ac:spMk id="60" creationId="{27F4FD55-5E51-94D6-8961-C81AFF3EC6D0}"/>
          </ac:spMkLst>
        </pc:spChg>
        <pc:spChg chg="mod">
          <ac:chgData name="이유림" userId="c4f7c10e-9591-4e08-8489-adf65147d8f2" providerId="ADAL" clId="{EE6A0F04-240F-4512-B7A7-34F5976B5113}" dt="2025-01-09T07:50:28.406" v="3723" actId="20577"/>
          <ac:spMkLst>
            <pc:docMk/>
            <pc:sldMk cId="2466279025" sldId="276"/>
            <ac:spMk id="61" creationId="{00EFB5C8-2104-7503-E991-9C789E7FE983}"/>
          </ac:spMkLst>
        </pc:spChg>
        <pc:spChg chg="mod">
          <ac:chgData name="이유림" userId="c4f7c10e-9591-4e08-8489-adf65147d8f2" providerId="ADAL" clId="{EE6A0F04-240F-4512-B7A7-34F5976B5113}" dt="2025-01-09T07:50:19.541" v="3718" actId="6549"/>
          <ac:spMkLst>
            <pc:docMk/>
            <pc:sldMk cId="2466279025" sldId="276"/>
            <ac:spMk id="62" creationId="{466C8CC7-48DF-07C9-EB44-354C9684A266}"/>
          </ac:spMkLst>
        </pc:spChg>
        <pc:spChg chg="mod">
          <ac:chgData name="이유림" userId="c4f7c10e-9591-4e08-8489-adf65147d8f2" providerId="ADAL" clId="{EE6A0F04-240F-4512-B7A7-34F5976B5113}" dt="2025-01-09T01:53:12.889" v="3645" actId="2711"/>
          <ac:spMkLst>
            <pc:docMk/>
            <pc:sldMk cId="2466279025" sldId="276"/>
            <ac:spMk id="63" creationId="{3D2ABEC0-FE94-A18C-5739-A185A38F80B4}"/>
          </ac:spMkLst>
        </pc:spChg>
        <pc:spChg chg="mod">
          <ac:chgData name="이유림" userId="c4f7c10e-9591-4e08-8489-adf65147d8f2" providerId="ADAL" clId="{EE6A0F04-240F-4512-B7A7-34F5976B5113}" dt="2025-01-09T07:50:14.021" v="3711" actId="6549"/>
          <ac:spMkLst>
            <pc:docMk/>
            <pc:sldMk cId="2466279025" sldId="276"/>
            <ac:spMk id="128" creationId="{874908EE-4D1F-DCA1-DAAB-4DF73D622422}"/>
          </ac:spMkLst>
        </pc:spChg>
        <pc:spChg chg="mod">
          <ac:chgData name="이유림" userId="c4f7c10e-9591-4e08-8489-adf65147d8f2" providerId="ADAL" clId="{EE6A0F04-240F-4512-B7A7-34F5976B5113}" dt="2025-01-09T01:53:12.889" v="3645" actId="2711"/>
          <ac:spMkLst>
            <pc:docMk/>
            <pc:sldMk cId="2466279025" sldId="276"/>
            <ac:spMk id="130" creationId="{EE4C7E90-DA52-1EF3-D8E6-BF09A54A2E18}"/>
          </ac:spMkLst>
        </pc:spChg>
        <pc:spChg chg="mod">
          <ac:chgData name="이유림" userId="c4f7c10e-9591-4e08-8489-adf65147d8f2" providerId="ADAL" clId="{EE6A0F04-240F-4512-B7A7-34F5976B5113}" dt="2025-01-09T01:53:12.889" v="3645" actId="2711"/>
          <ac:spMkLst>
            <pc:docMk/>
            <pc:sldMk cId="2466279025" sldId="276"/>
            <ac:spMk id="131" creationId="{3156983E-6195-A67F-AE87-60E7B11EA81D}"/>
          </ac:spMkLst>
        </pc:spChg>
        <pc:spChg chg="mod">
          <ac:chgData name="이유림" userId="c4f7c10e-9591-4e08-8489-adf65147d8f2" providerId="ADAL" clId="{EE6A0F04-240F-4512-B7A7-34F5976B5113}" dt="2025-01-09T07:50:06.110" v="3702" actId="20577"/>
          <ac:spMkLst>
            <pc:docMk/>
            <pc:sldMk cId="2466279025" sldId="276"/>
            <ac:spMk id="132" creationId="{F30228F8-1758-35D1-B384-D47731624E75}"/>
          </ac:spMkLst>
        </pc:spChg>
        <pc:spChg chg="mod">
          <ac:chgData name="이유림" userId="c4f7c10e-9591-4e08-8489-adf65147d8f2" providerId="ADAL" clId="{EE6A0F04-240F-4512-B7A7-34F5976B5113}" dt="2025-01-09T01:53:12.889" v="3645" actId="2711"/>
          <ac:spMkLst>
            <pc:docMk/>
            <pc:sldMk cId="2466279025" sldId="276"/>
            <ac:spMk id="173" creationId="{0A1E09A7-076E-1743-BC0F-172F6CCD32CB}"/>
          </ac:spMkLst>
        </pc:spChg>
        <pc:spChg chg="mod">
          <ac:chgData name="이유림" userId="c4f7c10e-9591-4e08-8489-adf65147d8f2" providerId="ADAL" clId="{EE6A0F04-240F-4512-B7A7-34F5976B5113}" dt="2025-01-09T01:53:12.889" v="3645" actId="2711"/>
          <ac:spMkLst>
            <pc:docMk/>
            <pc:sldMk cId="2466279025" sldId="276"/>
            <ac:spMk id="174" creationId="{594865E3-3C50-FB48-8316-2CD3220D232E}"/>
          </ac:spMkLst>
        </pc:spChg>
        <pc:spChg chg="mod">
          <ac:chgData name="이유림" userId="c4f7c10e-9591-4e08-8489-adf65147d8f2" providerId="ADAL" clId="{EE6A0F04-240F-4512-B7A7-34F5976B5113}" dt="2025-01-09T01:53:12.889" v="3645" actId="2711"/>
          <ac:spMkLst>
            <pc:docMk/>
            <pc:sldMk cId="2466279025" sldId="276"/>
            <ac:spMk id="175" creationId="{F0B5C5AF-2CC6-DFB4-28E5-8AEED4ED5327}"/>
          </ac:spMkLst>
        </pc:spChg>
        <pc:spChg chg="mod">
          <ac:chgData name="이유림" userId="c4f7c10e-9591-4e08-8489-adf65147d8f2" providerId="ADAL" clId="{EE6A0F04-240F-4512-B7A7-34F5976B5113}" dt="2025-01-09T07:50:54.254" v="3738" actId="20577"/>
          <ac:spMkLst>
            <pc:docMk/>
            <pc:sldMk cId="2466279025" sldId="276"/>
            <ac:spMk id="176" creationId="{BD1BC246-BA7D-3AD7-9AA1-F5C69D1B2C48}"/>
          </ac:spMkLst>
        </pc:spChg>
        <pc:spChg chg="mod">
          <ac:chgData name="이유림" userId="c4f7c10e-9591-4e08-8489-adf65147d8f2" providerId="ADAL" clId="{EE6A0F04-240F-4512-B7A7-34F5976B5113}" dt="2025-01-09T01:53:12.889" v="3645" actId="2711"/>
          <ac:spMkLst>
            <pc:docMk/>
            <pc:sldMk cId="2466279025" sldId="276"/>
            <ac:spMk id="177" creationId="{9C26C203-BC93-7981-1B1E-FD7B22DFE7BA}"/>
          </ac:spMkLst>
        </pc:spChg>
        <pc:spChg chg="mod">
          <ac:chgData name="이유림" userId="c4f7c10e-9591-4e08-8489-adf65147d8f2" providerId="ADAL" clId="{EE6A0F04-240F-4512-B7A7-34F5976B5113}" dt="2025-01-09T07:50:45.800" v="3731" actId="313"/>
          <ac:spMkLst>
            <pc:docMk/>
            <pc:sldMk cId="2466279025" sldId="276"/>
            <ac:spMk id="178" creationId="{44247B0E-BD32-3F4F-6353-7CD3B7209D74}"/>
          </ac:spMkLst>
        </pc:spChg>
        <pc:spChg chg="mod">
          <ac:chgData name="이유림" userId="c4f7c10e-9591-4e08-8489-adf65147d8f2" providerId="ADAL" clId="{EE6A0F04-240F-4512-B7A7-34F5976B5113}" dt="2025-01-09T03:23:15.773" v="3659" actId="2711"/>
          <ac:spMkLst>
            <pc:docMk/>
            <pc:sldMk cId="2466279025" sldId="276"/>
            <ac:spMk id="224" creationId="{3EE99997-2A24-40C5-A109-8AED5D2AD216}"/>
          </ac:spMkLst>
        </pc:spChg>
        <pc:grpChg chg="add mod">
          <ac:chgData name="이유림" userId="c4f7c10e-9591-4e08-8489-adf65147d8f2" providerId="ADAL" clId="{EE6A0F04-240F-4512-B7A7-34F5976B5113}" dt="2025-01-09T03:22:38.474" v="3658" actId="465"/>
          <ac:grpSpMkLst>
            <pc:docMk/>
            <pc:sldMk cId="2466279025" sldId="276"/>
            <ac:grpSpMk id="2" creationId="{4ABBADCA-CA81-5837-AE7B-C4D3B31FD16C}"/>
          </ac:grpSpMkLst>
        </pc:grpChg>
        <pc:grpChg chg="mod">
          <ac:chgData name="이유림" userId="c4f7c10e-9591-4e08-8489-adf65147d8f2" providerId="ADAL" clId="{EE6A0F04-240F-4512-B7A7-34F5976B5113}" dt="2025-01-09T03:22:33.687" v="3657" actId="1076"/>
          <ac:grpSpMkLst>
            <pc:docMk/>
            <pc:sldMk cId="2466279025" sldId="276"/>
            <ac:grpSpMk id="8" creationId="{280900D9-2D6A-4752-EEC3-6DB965C1B1F4}"/>
          </ac:grpSpMkLst>
        </pc:grpChg>
        <pc:grpChg chg="mod">
          <ac:chgData name="이유림" userId="c4f7c10e-9591-4e08-8489-adf65147d8f2" providerId="ADAL" clId="{EE6A0F04-240F-4512-B7A7-34F5976B5113}" dt="2025-01-09T03:22:38.474" v="3658" actId="465"/>
          <ac:grpSpMkLst>
            <pc:docMk/>
            <pc:sldMk cId="2466279025" sldId="276"/>
            <ac:grpSpMk id="13" creationId="{E5B56EEC-7D9C-7341-1D3A-14811A5E008A}"/>
          </ac:grpSpMkLst>
        </pc:grpChg>
        <pc:picChg chg="mod">
          <ac:chgData name="이유림" userId="c4f7c10e-9591-4e08-8489-adf65147d8f2" providerId="ADAL" clId="{EE6A0F04-240F-4512-B7A7-34F5976B5113}" dt="2025-01-09T01:40:18.130" v="3371" actId="571"/>
          <ac:picMkLst>
            <pc:docMk/>
            <pc:sldMk cId="2466279025" sldId="276"/>
            <ac:picMk id="9" creationId="{FBB555B4-8E1E-BC6F-7CC9-17CAD2714835}"/>
          </ac:picMkLst>
        </pc:picChg>
      </pc:sldChg>
    </pc:docChg>
  </pc:docChgLst>
  <pc:docChgLst>
    <pc:chgData name="이유림" userId="c4f7c10e-9591-4e08-8489-adf65147d8f2" providerId="ADAL" clId="{25144C95-969E-4398-BBC0-53EDEBF72BD7}"/>
    <pc:docChg chg="undo redo custSel modSld">
      <pc:chgData name="이유림" userId="c4f7c10e-9591-4e08-8489-adf65147d8f2" providerId="ADAL" clId="{25144C95-969E-4398-BBC0-53EDEBF72BD7}" dt="2026-03-19T01:24:27.587" v="1173"/>
      <pc:docMkLst>
        <pc:docMk/>
      </pc:docMkLst>
      <pc:sldChg chg="addSp delSp modSp mod">
        <pc:chgData name="이유림" userId="c4f7c10e-9591-4e08-8489-adf65147d8f2" providerId="ADAL" clId="{25144C95-969E-4398-BBC0-53EDEBF72BD7}" dt="2026-03-19T01:24:27.587" v="1173"/>
        <pc:sldMkLst>
          <pc:docMk/>
          <pc:sldMk cId="2141349456" sldId="280"/>
        </pc:sldMkLst>
        <pc:spChg chg="mod">
          <ac:chgData name="이유림" userId="c4f7c10e-9591-4e08-8489-adf65147d8f2" providerId="ADAL" clId="{25144C95-969E-4398-BBC0-53EDEBF72BD7}" dt="2026-03-18T07:05:47.128" v="31"/>
          <ac:spMkLst>
            <pc:docMk/>
            <pc:sldMk cId="2141349456" sldId="280"/>
            <ac:spMk id="5" creationId="{82305561-9C83-4AF0-BE74-852E6825B240}"/>
          </ac:spMkLst>
        </pc:spChg>
        <pc:spChg chg="mod">
          <ac:chgData name="이유림" userId="c4f7c10e-9591-4e08-8489-adf65147d8f2" providerId="ADAL" clId="{25144C95-969E-4398-BBC0-53EDEBF72BD7}" dt="2026-03-18T07:44:54.688" v="344"/>
          <ac:spMkLst>
            <pc:docMk/>
            <pc:sldMk cId="2141349456" sldId="280"/>
            <ac:spMk id="6" creationId="{C5253DE5-9576-DADB-F16A-687512EDACE9}"/>
          </ac:spMkLst>
        </pc:spChg>
        <pc:spChg chg="mod">
          <ac:chgData name="이유림" userId="c4f7c10e-9591-4e08-8489-adf65147d8f2" providerId="ADAL" clId="{25144C95-969E-4398-BBC0-53EDEBF72BD7}" dt="2026-03-18T07:10:50.356" v="33"/>
          <ac:spMkLst>
            <pc:docMk/>
            <pc:sldMk cId="2141349456" sldId="280"/>
            <ac:spMk id="9" creationId="{B74837E0-34DB-6BB4-F0F8-0D89B0316A3B}"/>
          </ac:spMkLst>
        </pc:spChg>
        <pc:spChg chg="mod">
          <ac:chgData name="이유림" userId="c4f7c10e-9591-4e08-8489-adf65147d8f2" providerId="ADAL" clId="{25144C95-969E-4398-BBC0-53EDEBF72BD7}" dt="2026-03-19T01:24:27.587" v="1173"/>
          <ac:spMkLst>
            <pc:docMk/>
            <pc:sldMk cId="2141349456" sldId="280"/>
            <ac:spMk id="59" creationId="{717697CB-F0A2-2344-1AAA-2A1A618CF0EC}"/>
          </ac:spMkLst>
        </pc:spChg>
        <pc:spChg chg="mod">
          <ac:chgData name="이유림" userId="c4f7c10e-9591-4e08-8489-adf65147d8f2" providerId="ADAL" clId="{25144C95-969E-4398-BBC0-53EDEBF72BD7}" dt="2026-03-18T07:10:50.356" v="33"/>
          <ac:spMkLst>
            <pc:docMk/>
            <pc:sldMk cId="2141349456" sldId="280"/>
            <ac:spMk id="60" creationId="{FBAE6AB4-8596-4E96-BF9A-6EFD14A3FCB8}"/>
          </ac:spMkLst>
        </pc:spChg>
        <pc:spChg chg="mod">
          <ac:chgData name="이유림" userId="c4f7c10e-9591-4e08-8489-adf65147d8f2" providerId="ADAL" clId="{25144C95-969E-4398-BBC0-53EDEBF72BD7}" dt="2026-03-18T07:21:02.875" v="117"/>
          <ac:spMkLst>
            <pc:docMk/>
            <pc:sldMk cId="2141349456" sldId="280"/>
            <ac:spMk id="71" creationId="{5863319B-2DD0-D6C4-A975-D14639DEC84D}"/>
          </ac:spMkLst>
        </pc:spChg>
        <pc:grpChg chg="add mod">
          <ac:chgData name="이유림" userId="c4f7c10e-9591-4e08-8489-adf65147d8f2" providerId="ADAL" clId="{25144C95-969E-4398-BBC0-53EDEBF72BD7}" dt="2026-03-18T07:10:50.356" v="33"/>
          <ac:grpSpMkLst>
            <pc:docMk/>
            <pc:sldMk cId="2141349456" sldId="280"/>
            <ac:grpSpMk id="4" creationId="{C6A86A03-191B-013E-AF2E-E6434D9C8DF2}"/>
          </ac:grpSpMkLst>
        </pc:grpChg>
        <pc:grpChg chg="del">
          <ac:chgData name="이유림" userId="c4f7c10e-9591-4e08-8489-adf65147d8f2" providerId="ADAL" clId="{25144C95-969E-4398-BBC0-53EDEBF72BD7}" dt="2026-03-18T07:10:50.040" v="32" actId="478"/>
          <ac:grpSpMkLst>
            <pc:docMk/>
            <pc:sldMk cId="2141349456" sldId="280"/>
            <ac:grpSpMk id="10" creationId="{57106EB0-23BC-CC28-9517-C1BA817ED650}"/>
          </ac:grpSpMkLst>
        </pc:grpChg>
        <pc:grpChg chg="mod">
          <ac:chgData name="이유림" userId="c4f7c10e-9591-4e08-8489-adf65147d8f2" providerId="ADAL" clId="{25144C95-969E-4398-BBC0-53EDEBF72BD7}" dt="2026-03-18T07:10:50.356" v="33"/>
          <ac:grpSpMkLst>
            <pc:docMk/>
            <pc:sldMk cId="2141349456" sldId="280"/>
            <ac:grpSpMk id="12" creationId="{2CEC13A9-B8B8-FF2C-7130-16171D382AB5}"/>
          </ac:grpSpMkLst>
        </pc:grpChg>
        <pc:grpChg chg="del">
          <ac:chgData name="이유림" userId="c4f7c10e-9591-4e08-8489-adf65147d8f2" providerId="ADAL" clId="{25144C95-969E-4398-BBC0-53EDEBF72BD7}" dt="2026-03-18T07:10:50.040" v="32" actId="478"/>
          <ac:grpSpMkLst>
            <pc:docMk/>
            <pc:sldMk cId="2141349456" sldId="280"/>
            <ac:grpSpMk id="46" creationId="{AE976AF2-FDA8-5E7D-E51A-EC10BBE76BD9}"/>
          </ac:grpSpMkLst>
        </pc:grpChg>
        <pc:grpChg chg="add mod">
          <ac:chgData name="이유림" userId="c4f7c10e-9591-4e08-8489-adf65147d8f2" providerId="ADAL" clId="{25144C95-969E-4398-BBC0-53EDEBF72BD7}" dt="2026-03-18T07:10:50.356" v="33"/>
          <ac:grpSpMkLst>
            <pc:docMk/>
            <pc:sldMk cId="2141349456" sldId="280"/>
            <ac:grpSpMk id="58" creationId="{F76DF436-1AE8-1414-E398-E7744878A006}"/>
          </ac:grpSpMkLst>
        </pc:grpChg>
        <pc:picChg chg="mod">
          <ac:chgData name="이유림" userId="c4f7c10e-9591-4e08-8489-adf65147d8f2" providerId="ADAL" clId="{25144C95-969E-4398-BBC0-53EDEBF72BD7}" dt="2026-03-18T07:10:50.356" v="33"/>
          <ac:picMkLst>
            <pc:docMk/>
            <pc:sldMk cId="2141349456" sldId="280"/>
            <ac:picMk id="14" creationId="{CAB4F693-D97D-4B9A-AF3E-3C3BBAB165CA}"/>
          </ac:picMkLst>
        </pc:picChg>
        <pc:picChg chg="mod">
          <ac:chgData name="이유림" userId="c4f7c10e-9591-4e08-8489-adf65147d8f2" providerId="ADAL" clId="{25144C95-969E-4398-BBC0-53EDEBF72BD7}" dt="2026-03-18T07:10:50.356" v="33"/>
          <ac:picMkLst>
            <pc:docMk/>
            <pc:sldMk cId="2141349456" sldId="280"/>
            <ac:picMk id="15" creationId="{3FBCCD2B-ACBD-5F58-5AA0-D35DBC80FDA1}"/>
          </ac:picMkLst>
        </pc:picChg>
        <pc:picChg chg="mod">
          <ac:chgData name="이유림" userId="c4f7c10e-9591-4e08-8489-adf65147d8f2" providerId="ADAL" clId="{25144C95-969E-4398-BBC0-53EDEBF72BD7}" dt="2026-03-18T07:10:50.356" v="33"/>
          <ac:picMkLst>
            <pc:docMk/>
            <pc:sldMk cId="2141349456" sldId="280"/>
            <ac:picMk id="16" creationId="{DBF748E5-CC29-764F-E736-8B301103C470}"/>
          </ac:picMkLst>
        </pc:picChg>
        <pc:picChg chg="mod">
          <ac:chgData name="이유림" userId="c4f7c10e-9591-4e08-8489-adf65147d8f2" providerId="ADAL" clId="{25144C95-969E-4398-BBC0-53EDEBF72BD7}" dt="2026-03-18T07:10:50.356" v="33"/>
          <ac:picMkLst>
            <pc:docMk/>
            <pc:sldMk cId="2141349456" sldId="280"/>
            <ac:picMk id="17" creationId="{3FCDBD7D-ECB5-9046-27C6-5DB3035B668B}"/>
          </ac:picMkLst>
        </pc:picChg>
        <pc:picChg chg="mod">
          <ac:chgData name="이유림" userId="c4f7c10e-9591-4e08-8489-adf65147d8f2" providerId="ADAL" clId="{25144C95-969E-4398-BBC0-53EDEBF72BD7}" dt="2026-03-18T07:10:50.356" v="33"/>
          <ac:picMkLst>
            <pc:docMk/>
            <pc:sldMk cId="2141349456" sldId="280"/>
            <ac:picMk id="18" creationId="{03EC04E4-3DBD-2AB5-9FDA-637EFC971A6C}"/>
          </ac:picMkLst>
        </pc:picChg>
        <pc:picChg chg="mod">
          <ac:chgData name="이유림" userId="c4f7c10e-9591-4e08-8489-adf65147d8f2" providerId="ADAL" clId="{25144C95-969E-4398-BBC0-53EDEBF72BD7}" dt="2026-03-18T07:10:50.356" v="33"/>
          <ac:picMkLst>
            <pc:docMk/>
            <pc:sldMk cId="2141349456" sldId="280"/>
            <ac:picMk id="19" creationId="{D997B719-70E5-5E18-88F3-5ED528B94F0C}"/>
          </ac:picMkLst>
        </pc:picChg>
        <pc:picChg chg="mod">
          <ac:chgData name="이유림" userId="c4f7c10e-9591-4e08-8489-adf65147d8f2" providerId="ADAL" clId="{25144C95-969E-4398-BBC0-53EDEBF72BD7}" dt="2026-03-18T07:10:50.356" v="33"/>
          <ac:picMkLst>
            <pc:docMk/>
            <pc:sldMk cId="2141349456" sldId="280"/>
            <ac:picMk id="20" creationId="{9C491362-FEEB-3233-42A7-48297BFC96F5}"/>
          </ac:picMkLst>
        </pc:picChg>
        <pc:picChg chg="mod">
          <ac:chgData name="이유림" userId="c4f7c10e-9591-4e08-8489-adf65147d8f2" providerId="ADAL" clId="{25144C95-969E-4398-BBC0-53EDEBF72BD7}" dt="2026-03-18T07:10:50.356" v="33"/>
          <ac:picMkLst>
            <pc:docMk/>
            <pc:sldMk cId="2141349456" sldId="280"/>
            <ac:picMk id="21" creationId="{049B3F5D-7D6E-EDC4-9A55-7DFD37898446}"/>
          </ac:picMkLst>
        </pc:picChg>
        <pc:picChg chg="mod">
          <ac:chgData name="이유림" userId="c4f7c10e-9591-4e08-8489-adf65147d8f2" providerId="ADAL" clId="{25144C95-969E-4398-BBC0-53EDEBF72BD7}" dt="2026-03-18T07:10:50.356" v="33"/>
          <ac:picMkLst>
            <pc:docMk/>
            <pc:sldMk cId="2141349456" sldId="280"/>
            <ac:picMk id="22" creationId="{CF9E2D89-001A-3D26-B2FD-ACF3734901A7}"/>
          </ac:picMkLst>
        </pc:picChg>
        <pc:picChg chg="mod">
          <ac:chgData name="이유림" userId="c4f7c10e-9591-4e08-8489-adf65147d8f2" providerId="ADAL" clId="{25144C95-969E-4398-BBC0-53EDEBF72BD7}" dt="2026-03-18T07:10:50.356" v="33"/>
          <ac:picMkLst>
            <pc:docMk/>
            <pc:sldMk cId="2141349456" sldId="280"/>
            <ac:picMk id="23" creationId="{9F158608-0AC0-AA65-BC91-386C542B2BFC}"/>
          </ac:picMkLst>
        </pc:picChg>
        <pc:picChg chg="mod">
          <ac:chgData name="이유림" userId="c4f7c10e-9591-4e08-8489-adf65147d8f2" providerId="ADAL" clId="{25144C95-969E-4398-BBC0-53EDEBF72BD7}" dt="2026-03-18T07:10:50.356" v="33"/>
          <ac:picMkLst>
            <pc:docMk/>
            <pc:sldMk cId="2141349456" sldId="280"/>
            <ac:picMk id="24" creationId="{8BB173C5-5286-D07F-CE2C-8E9F4D3094C6}"/>
          </ac:picMkLst>
        </pc:picChg>
        <pc:picChg chg="mod">
          <ac:chgData name="이유림" userId="c4f7c10e-9591-4e08-8489-adf65147d8f2" providerId="ADAL" clId="{25144C95-969E-4398-BBC0-53EDEBF72BD7}" dt="2026-03-18T07:10:50.356" v="33"/>
          <ac:picMkLst>
            <pc:docMk/>
            <pc:sldMk cId="2141349456" sldId="280"/>
            <ac:picMk id="25" creationId="{F439FBE6-C2DB-616E-24F6-D0FF7F496EA2}"/>
          </ac:picMkLst>
        </pc:picChg>
        <pc:picChg chg="mod">
          <ac:chgData name="이유림" userId="c4f7c10e-9591-4e08-8489-adf65147d8f2" providerId="ADAL" clId="{25144C95-969E-4398-BBC0-53EDEBF72BD7}" dt="2026-03-18T07:10:50.356" v="33"/>
          <ac:picMkLst>
            <pc:docMk/>
            <pc:sldMk cId="2141349456" sldId="280"/>
            <ac:picMk id="26" creationId="{E22999A5-DD92-489C-C7F3-01F5D81F6AA7}"/>
          </ac:picMkLst>
        </pc:picChg>
        <pc:picChg chg="mod">
          <ac:chgData name="이유림" userId="c4f7c10e-9591-4e08-8489-adf65147d8f2" providerId="ADAL" clId="{25144C95-969E-4398-BBC0-53EDEBF72BD7}" dt="2026-03-18T07:10:50.356" v="33"/>
          <ac:picMkLst>
            <pc:docMk/>
            <pc:sldMk cId="2141349456" sldId="280"/>
            <ac:picMk id="27" creationId="{02547198-BE3B-6B4C-4BAD-A77B5B0CE41E}"/>
          </ac:picMkLst>
        </pc:picChg>
        <pc:picChg chg="mod">
          <ac:chgData name="이유림" userId="c4f7c10e-9591-4e08-8489-adf65147d8f2" providerId="ADAL" clId="{25144C95-969E-4398-BBC0-53EDEBF72BD7}" dt="2026-03-18T07:10:50.356" v="33"/>
          <ac:picMkLst>
            <pc:docMk/>
            <pc:sldMk cId="2141349456" sldId="280"/>
            <ac:picMk id="55" creationId="{BBAC0228-CF83-0788-3D24-795F11014BB7}"/>
          </ac:picMkLst>
        </pc:picChg>
        <pc:picChg chg="mod">
          <ac:chgData name="이유림" userId="c4f7c10e-9591-4e08-8489-adf65147d8f2" providerId="ADAL" clId="{25144C95-969E-4398-BBC0-53EDEBF72BD7}" dt="2026-03-18T07:10:50.356" v="33"/>
          <ac:picMkLst>
            <pc:docMk/>
            <pc:sldMk cId="2141349456" sldId="280"/>
            <ac:picMk id="56" creationId="{065CF1BB-3387-2C92-4818-BF41FC30027E}"/>
          </ac:picMkLst>
        </pc:picChg>
        <pc:picChg chg="mod">
          <ac:chgData name="이유림" userId="c4f7c10e-9591-4e08-8489-adf65147d8f2" providerId="ADAL" clId="{25144C95-969E-4398-BBC0-53EDEBF72BD7}" dt="2026-03-18T07:10:50.356" v="33"/>
          <ac:picMkLst>
            <pc:docMk/>
            <pc:sldMk cId="2141349456" sldId="280"/>
            <ac:picMk id="57" creationId="{0A97423B-F40E-69DA-36C6-0734FBB73095}"/>
          </ac:picMkLst>
        </pc:picChg>
        <pc:picChg chg="mod">
          <ac:chgData name="이유림" userId="c4f7c10e-9591-4e08-8489-adf65147d8f2" providerId="ADAL" clId="{25144C95-969E-4398-BBC0-53EDEBF72BD7}" dt="2026-03-18T07:10:50.356" v="33"/>
          <ac:picMkLst>
            <pc:docMk/>
            <pc:sldMk cId="2141349456" sldId="280"/>
            <ac:picMk id="66" creationId="{844608DC-B7FA-BC12-7780-50CBED564000}"/>
          </ac:picMkLst>
        </pc:picChg>
        <pc:picChg chg="mod">
          <ac:chgData name="이유림" userId="c4f7c10e-9591-4e08-8489-adf65147d8f2" providerId="ADAL" clId="{25144C95-969E-4398-BBC0-53EDEBF72BD7}" dt="2026-03-18T07:10:50.356" v="33"/>
          <ac:picMkLst>
            <pc:docMk/>
            <pc:sldMk cId="2141349456" sldId="280"/>
            <ac:picMk id="67" creationId="{205F7227-E550-005C-2468-C1FDE90291D4}"/>
          </ac:picMkLst>
        </pc:picChg>
        <pc:cxnChg chg="mod">
          <ac:chgData name="이유림" userId="c4f7c10e-9591-4e08-8489-adf65147d8f2" providerId="ADAL" clId="{25144C95-969E-4398-BBC0-53EDEBF72BD7}" dt="2026-03-18T07:10:50.356" v="33"/>
          <ac:cxnSpMkLst>
            <pc:docMk/>
            <pc:sldMk cId="2141349456" sldId="280"/>
            <ac:cxnSpMk id="13" creationId="{E80225D0-AD5B-5A5E-DF9A-794526E70D36}"/>
          </ac:cxnSpMkLst>
        </pc:cxnChg>
        <pc:cxnChg chg="mod">
          <ac:chgData name="이유림" userId="c4f7c10e-9591-4e08-8489-adf65147d8f2" providerId="ADAL" clId="{25144C95-969E-4398-BBC0-53EDEBF72BD7}" dt="2026-03-18T07:10:50.040" v="32" actId="478"/>
          <ac:cxnSpMkLst>
            <pc:docMk/>
            <pc:sldMk cId="2141349456" sldId="280"/>
            <ac:cxnSpMk id="51" creationId="{00D1CCA8-F220-2849-2D31-19F5FBCF3B21}"/>
          </ac:cxnSpMkLst>
        </pc:cxnChg>
        <pc:cxnChg chg="mod">
          <ac:chgData name="이유림" userId="c4f7c10e-9591-4e08-8489-adf65147d8f2" providerId="ADAL" clId="{25144C95-969E-4398-BBC0-53EDEBF72BD7}" dt="2026-03-18T07:10:50.356" v="33"/>
          <ac:cxnSpMkLst>
            <pc:docMk/>
            <pc:sldMk cId="2141349456" sldId="280"/>
            <ac:cxnSpMk id="61" creationId="{3C26FFD6-1C46-A158-C646-FA58C8AAA500}"/>
          </ac:cxnSpMkLst>
        </pc:cxnChg>
      </pc:sldChg>
      <pc:sldChg chg="delSp modSp mod">
        <pc:chgData name="이유림" userId="c4f7c10e-9591-4e08-8489-adf65147d8f2" providerId="ADAL" clId="{25144C95-969E-4398-BBC0-53EDEBF72BD7}" dt="2026-03-19T01:24:05.124" v="1149"/>
        <pc:sldMkLst>
          <pc:docMk/>
          <pc:sldMk cId="4070630398" sldId="281"/>
        </pc:sldMkLst>
        <pc:spChg chg="mod">
          <ac:chgData name="이유림" userId="c4f7c10e-9591-4e08-8489-adf65147d8f2" providerId="ADAL" clId="{25144C95-969E-4398-BBC0-53EDEBF72BD7}" dt="2026-03-18T07:05:41.430" v="18"/>
          <ac:spMkLst>
            <pc:docMk/>
            <pc:sldMk cId="4070630398" sldId="281"/>
            <ac:spMk id="6" creationId="{15141728-A305-8742-8C53-C14A4823EEFE}"/>
          </ac:spMkLst>
        </pc:spChg>
        <pc:spChg chg="mod">
          <ac:chgData name="이유림" userId="c4f7c10e-9591-4e08-8489-adf65147d8f2" providerId="ADAL" clId="{25144C95-969E-4398-BBC0-53EDEBF72BD7}" dt="2026-03-18T07:22:12.248" v="118" actId="6549"/>
          <ac:spMkLst>
            <pc:docMk/>
            <pc:sldMk cId="4070630398" sldId="281"/>
            <ac:spMk id="15" creationId="{DD2BA9D1-889D-AEF8-BB7E-B25BCFC35209}"/>
          </ac:spMkLst>
        </pc:spChg>
        <pc:spChg chg="mod">
          <ac:chgData name="이유림" userId="c4f7c10e-9591-4e08-8489-adf65147d8f2" providerId="ADAL" clId="{25144C95-969E-4398-BBC0-53EDEBF72BD7}" dt="2026-03-18T07:29:27.920" v="253"/>
          <ac:spMkLst>
            <pc:docMk/>
            <pc:sldMk cId="4070630398" sldId="281"/>
            <ac:spMk id="17" creationId="{9B0C1535-B1E4-B210-1974-EDF1CE6AEC14}"/>
          </ac:spMkLst>
        </pc:spChg>
        <pc:spChg chg="mod">
          <ac:chgData name="이유림" userId="c4f7c10e-9591-4e08-8489-adf65147d8f2" providerId="ADAL" clId="{25144C95-969E-4398-BBC0-53EDEBF72BD7}" dt="2026-03-18T07:55:09.895" v="819" actId="1076"/>
          <ac:spMkLst>
            <pc:docMk/>
            <pc:sldMk cId="4070630398" sldId="281"/>
            <ac:spMk id="24" creationId="{62920AD4-7942-1BED-4284-E22921A7F674}"/>
          </ac:spMkLst>
        </pc:spChg>
        <pc:spChg chg="del">
          <ac:chgData name="이유림" userId="c4f7c10e-9591-4e08-8489-adf65147d8f2" providerId="ADAL" clId="{25144C95-969E-4398-BBC0-53EDEBF72BD7}" dt="2026-03-18T07:54:52.916" v="815" actId="478"/>
          <ac:spMkLst>
            <pc:docMk/>
            <pc:sldMk cId="4070630398" sldId="281"/>
            <ac:spMk id="25" creationId="{4E9CF9F7-D515-77C5-FE55-D74A3A50A30A}"/>
          </ac:spMkLst>
        </pc:spChg>
        <pc:spChg chg="mod">
          <ac:chgData name="이유림" userId="c4f7c10e-9591-4e08-8489-adf65147d8f2" providerId="ADAL" clId="{25144C95-969E-4398-BBC0-53EDEBF72BD7}" dt="2026-03-18T07:57:18.209" v="1080"/>
          <ac:spMkLst>
            <pc:docMk/>
            <pc:sldMk cId="4070630398" sldId="281"/>
            <ac:spMk id="26" creationId="{4926C1AC-7839-732B-9B96-3C3A1D6AFE60}"/>
          </ac:spMkLst>
        </pc:spChg>
        <pc:spChg chg="del">
          <ac:chgData name="이유림" userId="c4f7c10e-9591-4e08-8489-adf65147d8f2" providerId="ADAL" clId="{25144C95-969E-4398-BBC0-53EDEBF72BD7}" dt="2026-03-18T07:54:54.752" v="816" actId="478"/>
          <ac:spMkLst>
            <pc:docMk/>
            <pc:sldMk cId="4070630398" sldId="281"/>
            <ac:spMk id="27" creationId="{38EA2831-285C-F0AC-DB24-1E5C5F100C23}"/>
          </ac:spMkLst>
        </pc:spChg>
        <pc:spChg chg="mod">
          <ac:chgData name="이유림" userId="c4f7c10e-9591-4e08-8489-adf65147d8f2" providerId="ADAL" clId="{25144C95-969E-4398-BBC0-53EDEBF72BD7}" dt="2026-03-18T07:56:42.879" v="984"/>
          <ac:spMkLst>
            <pc:docMk/>
            <pc:sldMk cId="4070630398" sldId="281"/>
            <ac:spMk id="28" creationId="{13CD4AEA-CEE2-B2A9-0415-EAAAA9F0B440}"/>
          </ac:spMkLst>
        </pc:spChg>
        <pc:spChg chg="del">
          <ac:chgData name="이유림" userId="c4f7c10e-9591-4e08-8489-adf65147d8f2" providerId="ADAL" clId="{25144C95-969E-4398-BBC0-53EDEBF72BD7}" dt="2026-03-18T07:54:56.421" v="817" actId="478"/>
          <ac:spMkLst>
            <pc:docMk/>
            <pc:sldMk cId="4070630398" sldId="281"/>
            <ac:spMk id="29" creationId="{FC97D07A-6DEB-CA92-08AD-67FA8DFF0F08}"/>
          </ac:spMkLst>
        </pc:spChg>
        <pc:spChg chg="mod">
          <ac:chgData name="이유림" userId="c4f7c10e-9591-4e08-8489-adf65147d8f2" providerId="ADAL" clId="{25144C95-969E-4398-BBC0-53EDEBF72BD7}" dt="2026-03-18T07:55:50.533" v="875"/>
          <ac:spMkLst>
            <pc:docMk/>
            <pc:sldMk cId="4070630398" sldId="281"/>
            <ac:spMk id="33" creationId="{5CB8F92A-C939-8121-292A-79D60AE11AC9}"/>
          </ac:spMkLst>
        </pc:spChg>
        <pc:spChg chg="mod">
          <ac:chgData name="이유림" userId="c4f7c10e-9591-4e08-8489-adf65147d8f2" providerId="ADAL" clId="{25144C95-969E-4398-BBC0-53EDEBF72BD7}" dt="2026-03-18T07:58:04.268" v="1137"/>
          <ac:spMkLst>
            <pc:docMk/>
            <pc:sldMk cId="4070630398" sldId="281"/>
            <ac:spMk id="46" creationId="{7DA334C2-E384-CB47-2C11-DD1D0A0EE62A}"/>
          </ac:spMkLst>
        </pc:spChg>
        <pc:spChg chg="mod">
          <ac:chgData name="이유림" userId="c4f7c10e-9591-4e08-8489-adf65147d8f2" providerId="ADAL" clId="{25144C95-969E-4398-BBC0-53EDEBF72BD7}" dt="2026-03-18T07:30:23.596" v="310"/>
          <ac:spMkLst>
            <pc:docMk/>
            <pc:sldMk cId="4070630398" sldId="281"/>
            <ac:spMk id="136" creationId="{B4D65861-9355-82C7-901E-B4B1C92724AB}"/>
          </ac:spMkLst>
        </pc:spChg>
        <pc:spChg chg="mod">
          <ac:chgData name="이유림" userId="c4f7c10e-9591-4e08-8489-adf65147d8f2" providerId="ADAL" clId="{25144C95-969E-4398-BBC0-53EDEBF72BD7}" dt="2026-03-19T01:24:05.124" v="1149"/>
          <ac:spMkLst>
            <pc:docMk/>
            <pc:sldMk cId="4070630398" sldId="281"/>
            <ac:spMk id="138" creationId="{B2D2F8CE-754C-105D-0DB2-A42A8979DD3C}"/>
          </ac:spMkLst>
        </pc:spChg>
        <pc:grpChg chg="mod">
          <ac:chgData name="이유림" userId="c4f7c10e-9591-4e08-8489-adf65147d8f2" providerId="ADAL" clId="{25144C95-969E-4398-BBC0-53EDEBF72BD7}" dt="2026-03-18T07:55:20.005" v="820" actId="465"/>
          <ac:grpSpMkLst>
            <pc:docMk/>
            <pc:sldMk cId="4070630398" sldId="281"/>
            <ac:grpSpMk id="19" creationId="{3F8E5028-D3C3-4193-170E-FA92714BB681}"/>
          </ac:grpSpMkLst>
        </pc:grpChg>
        <pc:grpChg chg="del">
          <ac:chgData name="이유림" userId="c4f7c10e-9591-4e08-8489-adf65147d8f2" providerId="ADAL" clId="{25144C95-969E-4398-BBC0-53EDEBF72BD7}" dt="2026-03-18T07:54:56.421" v="817" actId="478"/>
          <ac:grpSpMkLst>
            <pc:docMk/>
            <pc:sldMk cId="4070630398" sldId="281"/>
            <ac:grpSpMk id="21" creationId="{7496FC3B-979E-F27D-3890-74A2E347CE76}"/>
          </ac:grpSpMkLst>
        </pc:grpChg>
        <pc:grpChg chg="del">
          <ac:chgData name="이유림" userId="c4f7c10e-9591-4e08-8489-adf65147d8f2" providerId="ADAL" clId="{25144C95-969E-4398-BBC0-53EDEBF72BD7}" dt="2026-03-18T07:54:54.752" v="816" actId="478"/>
          <ac:grpSpMkLst>
            <pc:docMk/>
            <pc:sldMk cId="4070630398" sldId="281"/>
            <ac:grpSpMk id="22" creationId="{87307EAD-EE01-B19E-01C8-F474C6648FDB}"/>
          </ac:grpSpMkLst>
        </pc:grpChg>
        <pc:grpChg chg="del">
          <ac:chgData name="이유림" userId="c4f7c10e-9591-4e08-8489-adf65147d8f2" providerId="ADAL" clId="{25144C95-969E-4398-BBC0-53EDEBF72BD7}" dt="2026-03-18T07:54:52.916" v="815" actId="478"/>
          <ac:grpSpMkLst>
            <pc:docMk/>
            <pc:sldMk cId="4070630398" sldId="281"/>
            <ac:grpSpMk id="23" creationId="{93ABE268-A4FB-586B-89B6-215493663041}"/>
          </ac:grpSpMkLst>
        </pc:grpChg>
        <pc:grpChg chg="mod">
          <ac:chgData name="이유림" userId="c4f7c10e-9591-4e08-8489-adf65147d8f2" providerId="ADAL" clId="{25144C95-969E-4398-BBC0-53EDEBF72BD7}" dt="2026-03-18T07:55:20.005" v="820" actId="465"/>
          <ac:grpSpMkLst>
            <pc:docMk/>
            <pc:sldMk cId="4070630398" sldId="281"/>
            <ac:grpSpMk id="54" creationId="{32EDFE4A-85BF-BD08-B38E-20CD1ABB09F3}"/>
          </ac:grpSpMkLst>
        </pc:grpChg>
      </pc:sldChg>
    </pc:docChg>
  </pc:docChgLst>
  <pc:docChgLst>
    <pc:chgData name="유승철" userId="9584054c-e08f-4935-bde6-b53c2dd0dfbc" providerId="ADAL" clId="{1A36ACC9-DD33-4048-93CD-16EA83E1252F}"/>
    <pc:docChg chg="undo custSel modSld">
      <pc:chgData name="유승철" userId="9584054c-e08f-4935-bde6-b53c2dd0dfbc" providerId="ADAL" clId="{1A36ACC9-DD33-4048-93CD-16EA83E1252F}" dt="2021-02-03T03:29:42.633" v="1470" actId="20577"/>
      <pc:docMkLst>
        <pc:docMk/>
      </pc:docMkLst>
      <pc:sldChg chg="modSp mod">
        <pc:chgData name="유승철" userId="9584054c-e08f-4935-bde6-b53c2dd0dfbc" providerId="ADAL" clId="{1A36ACC9-DD33-4048-93CD-16EA83E1252F}" dt="2021-02-03T03:29:42.633" v="1470" actId="20577"/>
        <pc:sldMkLst>
          <pc:docMk/>
          <pc:sldMk cId="3894148367" sldId="268"/>
        </pc:sldMkLst>
        <pc:spChg chg="mod">
          <ac:chgData name="유승철" userId="9584054c-e08f-4935-bde6-b53c2dd0dfbc" providerId="ADAL" clId="{1A36ACC9-DD33-4048-93CD-16EA83E1252F}" dt="2021-02-03T02:34:18.937" v="138" actId="20577"/>
          <ac:spMkLst>
            <pc:docMk/>
            <pc:sldMk cId="3894148367" sldId="268"/>
            <ac:spMk id="86" creationId="{2FB208A2-5040-435C-9D5C-77A79580CD48}"/>
          </ac:spMkLst>
        </pc:spChg>
        <pc:spChg chg="mod">
          <ac:chgData name="유승철" userId="9584054c-e08f-4935-bde6-b53c2dd0dfbc" providerId="ADAL" clId="{1A36ACC9-DD33-4048-93CD-16EA83E1252F}" dt="2021-02-03T02:42:03.494" v="397" actId="20577"/>
          <ac:spMkLst>
            <pc:docMk/>
            <pc:sldMk cId="3894148367" sldId="268"/>
            <ac:spMk id="88" creationId="{B9AF96FD-7095-4EA1-8FE3-8952A9F2407D}"/>
          </ac:spMkLst>
        </pc:spChg>
        <pc:spChg chg="mod">
          <ac:chgData name="유승철" userId="9584054c-e08f-4935-bde6-b53c2dd0dfbc" providerId="ADAL" clId="{1A36ACC9-DD33-4048-93CD-16EA83E1252F}" dt="2021-02-03T03:14:31.148" v="1122" actId="20577"/>
          <ac:spMkLst>
            <pc:docMk/>
            <pc:sldMk cId="3894148367" sldId="268"/>
            <ac:spMk id="93" creationId="{F4C162F3-CD18-4A27-9B6C-E5C8B9DE3435}"/>
          </ac:spMkLst>
        </pc:spChg>
        <pc:spChg chg="mod">
          <ac:chgData name="유승철" userId="9584054c-e08f-4935-bde6-b53c2dd0dfbc" providerId="ADAL" clId="{1A36ACC9-DD33-4048-93CD-16EA83E1252F}" dt="2021-02-03T03:09:35.333" v="989"/>
          <ac:spMkLst>
            <pc:docMk/>
            <pc:sldMk cId="3894148367" sldId="268"/>
            <ac:spMk id="94" creationId="{BDAE0E63-1D79-45CC-876C-21D594162BF0}"/>
          </ac:spMkLst>
        </pc:spChg>
        <pc:spChg chg="mod">
          <ac:chgData name="유승철" userId="9584054c-e08f-4935-bde6-b53c2dd0dfbc" providerId="ADAL" clId="{1A36ACC9-DD33-4048-93CD-16EA83E1252F}" dt="2021-02-03T03:09:35.333" v="989"/>
          <ac:spMkLst>
            <pc:docMk/>
            <pc:sldMk cId="3894148367" sldId="268"/>
            <ac:spMk id="95" creationId="{C3FFDAE9-4323-4C76-9D0F-BE6CAEAB8AB5}"/>
          </ac:spMkLst>
        </pc:spChg>
        <pc:spChg chg="mod">
          <ac:chgData name="유승철" userId="9584054c-e08f-4935-bde6-b53c2dd0dfbc" providerId="ADAL" clId="{1A36ACC9-DD33-4048-93CD-16EA83E1252F}" dt="2021-02-03T03:11:07.800" v="1036" actId="20577"/>
          <ac:spMkLst>
            <pc:docMk/>
            <pc:sldMk cId="3894148367" sldId="268"/>
            <ac:spMk id="96" creationId="{9486AA31-488D-48FD-9DA0-2E250C7EC552}"/>
          </ac:spMkLst>
        </pc:spChg>
        <pc:spChg chg="mod">
          <ac:chgData name="유승철" userId="9584054c-e08f-4935-bde6-b53c2dd0dfbc" providerId="ADAL" clId="{1A36ACC9-DD33-4048-93CD-16EA83E1252F}" dt="2021-02-03T03:26:48.910" v="1448" actId="20577"/>
          <ac:spMkLst>
            <pc:docMk/>
            <pc:sldMk cId="3894148367" sldId="268"/>
            <ac:spMk id="100" creationId="{412F53A5-E27C-4754-80D5-0162C06C89D6}"/>
          </ac:spMkLst>
        </pc:spChg>
        <pc:spChg chg="mod">
          <ac:chgData name="유승철" userId="9584054c-e08f-4935-bde6-b53c2dd0dfbc" providerId="ADAL" clId="{1A36ACC9-DD33-4048-93CD-16EA83E1252F}" dt="2021-02-03T03:29:42.633" v="1470" actId="20577"/>
          <ac:spMkLst>
            <pc:docMk/>
            <pc:sldMk cId="3894148367" sldId="268"/>
            <ac:spMk id="106" creationId="{3D87A129-D4DD-4D9F-B441-A63EA86B086F}"/>
          </ac:spMkLst>
        </pc:spChg>
        <pc:spChg chg="mod">
          <ac:chgData name="유승철" userId="9584054c-e08f-4935-bde6-b53c2dd0dfbc" providerId="ADAL" clId="{1A36ACC9-DD33-4048-93CD-16EA83E1252F}" dt="2021-02-03T03:06:19.940" v="923" actId="20577"/>
          <ac:spMkLst>
            <pc:docMk/>
            <pc:sldMk cId="3894148367" sldId="268"/>
            <ac:spMk id="107" creationId="{F7335B0A-DFBD-4C6E-B7E9-B3BFCF2C694D}"/>
          </ac:spMkLst>
        </pc:spChg>
        <pc:spChg chg="mod">
          <ac:chgData name="유승철" userId="9584054c-e08f-4935-bde6-b53c2dd0dfbc" providerId="ADAL" clId="{1A36ACC9-DD33-4048-93CD-16EA83E1252F}" dt="2021-02-03T03:04:08.098" v="907" actId="20577"/>
          <ac:spMkLst>
            <pc:docMk/>
            <pc:sldMk cId="3894148367" sldId="268"/>
            <ac:spMk id="109" creationId="{5A782F20-1206-4D59-882D-A453E290214D}"/>
          </ac:spMkLst>
        </pc:spChg>
        <pc:spChg chg="mod">
          <ac:chgData name="유승철" userId="9584054c-e08f-4935-bde6-b53c2dd0dfbc" providerId="ADAL" clId="{1A36ACC9-DD33-4048-93CD-16EA83E1252F}" dt="2021-02-03T03:05:56.244" v="919" actId="20577"/>
          <ac:spMkLst>
            <pc:docMk/>
            <pc:sldMk cId="3894148367" sldId="268"/>
            <ac:spMk id="110" creationId="{ACCA02C7-54D5-480F-B920-77B2A2C11171}"/>
          </ac:spMkLst>
        </pc:spChg>
        <pc:spChg chg="mod">
          <ac:chgData name="유승철" userId="9584054c-e08f-4935-bde6-b53c2dd0dfbc" providerId="ADAL" clId="{1A36ACC9-DD33-4048-93CD-16EA83E1252F}" dt="2021-02-03T03:28:00.383" v="1452" actId="20577"/>
          <ac:spMkLst>
            <pc:docMk/>
            <pc:sldMk cId="3894148367" sldId="268"/>
            <ac:spMk id="111" creationId="{8E87B08F-2845-48F9-BC2C-67EC43E32A5C}"/>
          </ac:spMkLst>
        </pc:spChg>
        <pc:spChg chg="mod">
          <ac:chgData name="유승철" userId="9584054c-e08f-4935-bde6-b53c2dd0dfbc" providerId="ADAL" clId="{1A36ACC9-DD33-4048-93CD-16EA83E1252F}" dt="2021-02-03T03:28:50.616" v="1463" actId="20577"/>
          <ac:spMkLst>
            <pc:docMk/>
            <pc:sldMk cId="3894148367" sldId="268"/>
            <ac:spMk id="112" creationId="{54500A70-C67A-4F3F-A8AC-612BFC81A1DF}"/>
          </ac:spMkLst>
        </pc:spChg>
        <pc:grpChg chg="mod">
          <ac:chgData name="유승철" userId="9584054c-e08f-4935-bde6-b53c2dd0dfbc" providerId="ADAL" clId="{1A36ACC9-DD33-4048-93CD-16EA83E1252F}" dt="2021-02-03T03:09:35.333" v="989"/>
          <ac:grpSpMkLst>
            <pc:docMk/>
            <pc:sldMk cId="3894148367" sldId="268"/>
            <ac:grpSpMk id="90" creationId="{4F2176D1-9A44-46E8-80BC-407B5EE83B89}"/>
          </ac:grpSpMkLst>
        </pc:grpChg>
        <pc:grpChg chg="mod">
          <ac:chgData name="유승철" userId="9584054c-e08f-4935-bde6-b53c2dd0dfbc" providerId="ADAL" clId="{1A36ACC9-DD33-4048-93CD-16EA83E1252F}" dt="2021-02-03T03:09:35.333" v="989"/>
          <ac:grpSpMkLst>
            <pc:docMk/>
            <pc:sldMk cId="3894148367" sldId="268"/>
            <ac:grpSpMk id="91" creationId="{C2323802-38B4-45E4-9802-C59C849CD41B}"/>
          </ac:grpSpMkLst>
        </pc:grpChg>
        <pc:grpChg chg="mod">
          <ac:chgData name="유승철" userId="9584054c-e08f-4935-bde6-b53c2dd0dfbc" providerId="ADAL" clId="{1A36ACC9-DD33-4048-93CD-16EA83E1252F}" dt="2021-02-03T03:09:35.333" v="989"/>
          <ac:grpSpMkLst>
            <pc:docMk/>
            <pc:sldMk cId="3894148367" sldId="268"/>
            <ac:grpSpMk id="92" creationId="{97FE54E5-2CDA-4D36-A644-31B8EF374E45}"/>
          </ac:grpSpMkLst>
        </pc:grpChg>
        <pc:picChg chg="mod">
          <ac:chgData name="유승철" userId="9584054c-e08f-4935-bde6-b53c2dd0dfbc" providerId="ADAL" clId="{1A36ACC9-DD33-4048-93CD-16EA83E1252F}" dt="2021-02-03T03:09:35.333" v="989"/>
          <ac:picMkLst>
            <pc:docMk/>
            <pc:sldMk cId="3894148367" sldId="268"/>
            <ac:picMk id="97" creationId="{08D27B19-8CA7-4E24-A255-C0A920418F95}"/>
          </ac:picMkLst>
        </pc:picChg>
      </pc:sldChg>
      <pc:sldChg chg="modSp mod">
        <pc:chgData name="유승철" userId="9584054c-e08f-4935-bde6-b53c2dd0dfbc" providerId="ADAL" clId="{1A36ACC9-DD33-4048-93CD-16EA83E1252F}" dt="2021-02-03T03:28:08.151" v="1460" actId="20577"/>
        <pc:sldMkLst>
          <pc:docMk/>
          <pc:sldMk cId="2782649627" sldId="272"/>
        </pc:sldMkLst>
        <pc:spChg chg="mod">
          <ac:chgData name="유승철" userId="9584054c-e08f-4935-bde6-b53c2dd0dfbc" providerId="ADAL" clId="{1A36ACC9-DD33-4048-93CD-16EA83E1252F}" dt="2021-02-03T03:28:08.151" v="1460" actId="20577"/>
          <ac:spMkLst>
            <pc:docMk/>
            <pc:sldMk cId="2782649627" sldId="272"/>
            <ac:spMk id="45" creationId="{AC9F5174-8B2C-4F80-B74D-4DBE7ABD9C0C}"/>
          </ac:spMkLst>
        </pc:spChg>
        <pc:spChg chg="mod">
          <ac:chgData name="유승철" userId="9584054c-e08f-4935-bde6-b53c2dd0dfbc" providerId="ADAL" clId="{1A36ACC9-DD33-4048-93CD-16EA83E1252F}" dt="2021-02-03T03:24:50.589" v="1429"/>
          <ac:spMkLst>
            <pc:docMk/>
            <pc:sldMk cId="2782649627" sldId="272"/>
            <ac:spMk id="46" creationId="{9F12C713-378E-44F3-9C6A-EE52E2F1AEF3}"/>
          </ac:spMkLst>
        </pc:spChg>
        <pc:grpChg chg="mod">
          <ac:chgData name="유승철" userId="9584054c-e08f-4935-bde6-b53c2dd0dfbc" providerId="ADAL" clId="{1A36ACC9-DD33-4048-93CD-16EA83E1252F}" dt="2021-02-03T03:24:50.589" v="1429"/>
          <ac:grpSpMkLst>
            <pc:docMk/>
            <pc:sldMk cId="2782649627" sldId="272"/>
            <ac:grpSpMk id="44" creationId="{A65330A1-E326-48FE-9D3D-8589500C5B15}"/>
          </ac:grpSpMkLst>
        </pc:grpChg>
      </pc:sldChg>
    </pc:docChg>
  </pc:docChgLst>
  <pc:docChgLst>
    <pc:chgData name="김예은" userId="6526923f-0c52-4639-9dbd-0f483d8fd367" providerId="ADAL" clId="{B4DBF246-7E20-4C1D-8E94-890ED8E698A0}"/>
    <pc:docChg chg="modSld">
      <pc:chgData name="김예은" userId="6526923f-0c52-4639-9dbd-0f483d8fd367" providerId="ADAL" clId="{B4DBF246-7E20-4C1D-8E94-890ED8E698A0}" dt="2025-03-14T00:56:30.260" v="427" actId="20577"/>
      <pc:docMkLst>
        <pc:docMk/>
      </pc:docMkLst>
      <pc:sldChg chg="modSp mod">
        <pc:chgData name="김예은" userId="6526923f-0c52-4639-9dbd-0f483d8fd367" providerId="ADAL" clId="{B4DBF246-7E20-4C1D-8E94-890ED8E698A0}" dt="2025-03-14T00:56:30.260" v="427" actId="20577"/>
        <pc:sldMkLst>
          <pc:docMk/>
          <pc:sldMk cId="2782649627" sldId="272"/>
        </pc:sldMkLst>
        <pc:spChg chg="mod">
          <ac:chgData name="김예은" userId="6526923f-0c52-4639-9dbd-0f483d8fd367" providerId="ADAL" clId="{B4DBF246-7E20-4C1D-8E94-890ED8E698A0}" dt="2025-03-14T00:56:30.260" v="427" actId="20577"/>
          <ac:spMkLst>
            <pc:docMk/>
            <pc:sldMk cId="2782649627" sldId="272"/>
            <ac:spMk id="6" creationId="{F7A2E0C1-8D91-5752-21D5-33B0ADC4A33D}"/>
          </ac:spMkLst>
        </pc:spChg>
      </pc:sldChg>
      <pc:sldChg chg="modSp mod">
        <pc:chgData name="김예은" userId="6526923f-0c52-4639-9dbd-0f483d8fd367" providerId="ADAL" clId="{B4DBF246-7E20-4C1D-8E94-890ED8E698A0}" dt="2025-03-14T00:42:57.824" v="108" actId="20577"/>
        <pc:sldMkLst>
          <pc:docMk/>
          <pc:sldMk cId="2466279025" sldId="276"/>
        </pc:sldMkLst>
        <pc:spChg chg="mod">
          <ac:chgData name="김예은" userId="6526923f-0c52-4639-9dbd-0f483d8fd367" providerId="ADAL" clId="{B4DBF246-7E20-4C1D-8E94-890ED8E698A0}" dt="2025-03-14T00:37:55.694" v="0" actId="20577"/>
          <ac:spMkLst>
            <pc:docMk/>
            <pc:sldMk cId="2466279025" sldId="276"/>
            <ac:spMk id="50" creationId="{EB7D61D9-3C96-5D9A-41EF-E60C8B2AADC2}"/>
          </ac:spMkLst>
        </pc:spChg>
        <pc:spChg chg="mod">
          <ac:chgData name="김예은" userId="6526923f-0c52-4639-9dbd-0f483d8fd367" providerId="ADAL" clId="{B4DBF246-7E20-4C1D-8E94-890ED8E698A0}" dt="2025-03-14T00:38:21.384" v="41" actId="20577"/>
          <ac:spMkLst>
            <pc:docMk/>
            <pc:sldMk cId="2466279025" sldId="276"/>
            <ac:spMk id="52" creationId="{7D8793DD-5632-37CB-DEFC-F8377686BF83}"/>
          </ac:spMkLst>
        </pc:spChg>
        <pc:spChg chg="mod">
          <ac:chgData name="김예은" userId="6526923f-0c52-4639-9dbd-0f483d8fd367" providerId="ADAL" clId="{B4DBF246-7E20-4C1D-8E94-890ED8E698A0}" dt="2025-03-14T00:42:29.568" v="95" actId="20577"/>
          <ac:spMkLst>
            <pc:docMk/>
            <pc:sldMk cId="2466279025" sldId="276"/>
            <ac:spMk id="56" creationId="{E9D28607-B0D6-75A7-47F7-8DD5D3172490}"/>
          </ac:spMkLst>
        </pc:spChg>
        <pc:spChg chg="mod">
          <ac:chgData name="김예은" userId="6526923f-0c52-4639-9dbd-0f483d8fd367" providerId="ADAL" clId="{B4DBF246-7E20-4C1D-8E94-890ED8E698A0}" dt="2025-03-14T00:42:08.353" v="60" actId="20577"/>
          <ac:spMkLst>
            <pc:docMk/>
            <pc:sldMk cId="2466279025" sldId="276"/>
            <ac:spMk id="63" creationId="{3D2ABEC0-FE94-A18C-5739-A185A38F80B4}"/>
          </ac:spMkLst>
        </pc:spChg>
        <pc:spChg chg="mod">
          <ac:chgData name="김예은" userId="6526923f-0c52-4639-9dbd-0f483d8fd367" providerId="ADAL" clId="{B4DBF246-7E20-4C1D-8E94-890ED8E698A0}" dt="2025-03-14T00:42:23.124" v="94" actId="207"/>
          <ac:spMkLst>
            <pc:docMk/>
            <pc:sldMk cId="2466279025" sldId="276"/>
            <ac:spMk id="130" creationId="{EE4C7E90-DA52-1EF3-D8E6-BF09A54A2E18}"/>
          </ac:spMkLst>
        </pc:spChg>
        <pc:spChg chg="mod">
          <ac:chgData name="김예은" userId="6526923f-0c52-4639-9dbd-0f483d8fd367" providerId="ADAL" clId="{B4DBF246-7E20-4C1D-8E94-890ED8E698A0}" dt="2025-03-14T00:38:48.073" v="42" actId="20577"/>
          <ac:spMkLst>
            <pc:docMk/>
            <pc:sldMk cId="2466279025" sldId="276"/>
            <ac:spMk id="132" creationId="{F30228F8-1758-35D1-B384-D47731624E75}"/>
          </ac:spMkLst>
        </pc:spChg>
        <pc:spChg chg="mod">
          <ac:chgData name="김예은" userId="6526923f-0c52-4639-9dbd-0f483d8fd367" providerId="ADAL" clId="{B4DBF246-7E20-4C1D-8E94-890ED8E698A0}" dt="2025-03-14T00:42:57.824" v="108" actId="20577"/>
          <ac:spMkLst>
            <pc:docMk/>
            <pc:sldMk cId="2466279025" sldId="276"/>
            <ac:spMk id="173" creationId="{0A1E09A7-076E-1743-BC0F-172F6CCD32CB}"/>
          </ac:spMkLst>
        </pc:spChg>
        <pc:spChg chg="mod">
          <ac:chgData name="김예은" userId="6526923f-0c52-4639-9dbd-0f483d8fd367" providerId="ADAL" clId="{B4DBF246-7E20-4C1D-8E94-890ED8E698A0}" dt="2025-03-14T00:42:53.336" v="105" actId="20577"/>
          <ac:spMkLst>
            <pc:docMk/>
            <pc:sldMk cId="2466279025" sldId="276"/>
            <ac:spMk id="174" creationId="{594865E3-3C50-FB48-8316-2CD3220D232E}"/>
          </ac:spMkLst>
        </pc:spChg>
        <pc:spChg chg="mod">
          <ac:chgData name="김예은" userId="6526923f-0c52-4639-9dbd-0f483d8fd367" providerId="ADAL" clId="{B4DBF246-7E20-4C1D-8E94-890ED8E698A0}" dt="2025-03-14T00:42:45.391" v="103" actId="20577"/>
          <ac:spMkLst>
            <pc:docMk/>
            <pc:sldMk cId="2466279025" sldId="276"/>
            <ac:spMk id="176" creationId="{BD1BC246-BA7D-3AD7-9AA1-F5C69D1B2C48}"/>
          </ac:spMkLst>
        </pc:spChg>
        <pc:spChg chg="mod">
          <ac:chgData name="김예은" userId="6526923f-0c52-4639-9dbd-0f483d8fd367" providerId="ADAL" clId="{B4DBF246-7E20-4C1D-8E94-890ED8E698A0}" dt="2025-03-14T00:42:39.224" v="102" actId="20577"/>
          <ac:spMkLst>
            <pc:docMk/>
            <pc:sldMk cId="2466279025" sldId="276"/>
            <ac:spMk id="178" creationId="{44247B0E-BD32-3F4F-6353-7CD3B7209D74}"/>
          </ac:spMkLst>
        </pc:spChg>
      </pc:sldChg>
    </pc:docChg>
  </pc:docChgLst>
  <pc:docChgLst>
    <pc:chgData name="김예은" userId="6526923f-0c52-4639-9dbd-0f483d8fd367" providerId="ADAL" clId="{2865A8CC-2AA2-4795-B631-0C8F62FBCA94}"/>
    <pc:docChg chg="undo custSel modSld">
      <pc:chgData name="김예은" userId="6526923f-0c52-4639-9dbd-0f483d8fd367" providerId="ADAL" clId="{2865A8CC-2AA2-4795-B631-0C8F62FBCA94}" dt="2022-05-11T06:54:20.549" v="279" actId="20577"/>
      <pc:docMkLst>
        <pc:docMk/>
      </pc:docMkLst>
      <pc:sldChg chg="modSp mod">
        <pc:chgData name="김예은" userId="6526923f-0c52-4639-9dbd-0f483d8fd367" providerId="ADAL" clId="{2865A8CC-2AA2-4795-B631-0C8F62FBCA94}" dt="2022-05-11T06:54:20.549" v="279" actId="20577"/>
        <pc:sldMkLst>
          <pc:docMk/>
          <pc:sldMk cId="2782649627" sldId="272"/>
        </pc:sldMkLst>
        <pc:spChg chg="mod">
          <ac:chgData name="김예은" userId="6526923f-0c52-4639-9dbd-0f483d8fd367" providerId="ADAL" clId="{2865A8CC-2AA2-4795-B631-0C8F62FBCA94}" dt="2022-05-11T06:53:34.640" v="243" actId="21"/>
          <ac:spMkLst>
            <pc:docMk/>
            <pc:sldMk cId="2782649627" sldId="272"/>
            <ac:spMk id="47" creationId="{DBBC2B04-4085-B1BF-8DA8-8B0E4A245AF6}"/>
          </ac:spMkLst>
        </pc:spChg>
        <pc:spChg chg="mod">
          <ac:chgData name="김예은" userId="6526923f-0c52-4639-9dbd-0f483d8fd367" providerId="ADAL" clId="{2865A8CC-2AA2-4795-B631-0C8F62FBCA94}" dt="2022-05-11T06:54:20.549" v="279" actId="20577"/>
          <ac:spMkLst>
            <pc:docMk/>
            <pc:sldMk cId="2782649627" sldId="272"/>
            <ac:spMk id="62" creationId="{1321BA7F-4BAB-1E32-5A4D-A68F396DD844}"/>
          </ac:spMkLst>
        </pc:spChg>
      </pc:sldChg>
      <pc:sldChg chg="modSp mod">
        <pc:chgData name="김예은" userId="6526923f-0c52-4639-9dbd-0f483d8fd367" providerId="ADAL" clId="{2865A8CC-2AA2-4795-B631-0C8F62FBCA94}" dt="2022-05-11T06:46:43.048" v="188" actId="20577"/>
        <pc:sldMkLst>
          <pc:docMk/>
          <pc:sldMk cId="2577289479" sldId="275"/>
        </pc:sldMkLst>
        <pc:spChg chg="mod">
          <ac:chgData name="김예은" userId="6526923f-0c52-4639-9dbd-0f483d8fd367" providerId="ADAL" clId="{2865A8CC-2AA2-4795-B631-0C8F62FBCA94}" dt="2022-05-11T06:41:10.846" v="17" actId="20577"/>
          <ac:spMkLst>
            <pc:docMk/>
            <pc:sldMk cId="2577289479" sldId="275"/>
            <ac:spMk id="45" creationId="{9100926E-D99C-68D4-76E9-560D98A82DDB}"/>
          </ac:spMkLst>
        </pc:spChg>
        <pc:spChg chg="mod">
          <ac:chgData name="김예은" userId="6526923f-0c52-4639-9dbd-0f483d8fd367" providerId="ADAL" clId="{2865A8CC-2AA2-4795-B631-0C8F62FBCA94}" dt="2022-05-11T06:43:27.687" v="118" actId="20577"/>
          <ac:spMkLst>
            <pc:docMk/>
            <pc:sldMk cId="2577289479" sldId="275"/>
            <ac:spMk id="47" creationId="{6E80EAB7-5CDF-0EDE-447E-F22BACA68749}"/>
          </ac:spMkLst>
        </pc:spChg>
        <pc:spChg chg="mod">
          <ac:chgData name="김예은" userId="6526923f-0c52-4639-9dbd-0f483d8fd367" providerId="ADAL" clId="{2865A8CC-2AA2-4795-B631-0C8F62FBCA94}" dt="2022-05-11T06:44:55.494" v="180" actId="20577"/>
          <ac:spMkLst>
            <pc:docMk/>
            <pc:sldMk cId="2577289479" sldId="275"/>
            <ac:spMk id="56" creationId="{3AE6DA9C-6F14-D422-1B95-D780EC4B11F2}"/>
          </ac:spMkLst>
        </pc:spChg>
        <pc:spChg chg="mod">
          <ac:chgData name="김예은" userId="6526923f-0c52-4639-9dbd-0f483d8fd367" providerId="ADAL" clId="{2865A8CC-2AA2-4795-B631-0C8F62FBCA94}" dt="2022-05-11T06:44:35.334" v="160" actId="20577"/>
          <ac:spMkLst>
            <pc:docMk/>
            <pc:sldMk cId="2577289479" sldId="275"/>
            <ac:spMk id="59" creationId="{E630B651-393D-37CD-A1B1-6F69EAD2B113}"/>
          </ac:spMkLst>
        </pc:spChg>
        <pc:spChg chg="mod">
          <ac:chgData name="김예은" userId="6526923f-0c52-4639-9dbd-0f483d8fd367" providerId="ADAL" clId="{2865A8CC-2AA2-4795-B631-0C8F62FBCA94}" dt="2022-05-11T06:44:24.919" v="159" actId="20577"/>
          <ac:spMkLst>
            <pc:docMk/>
            <pc:sldMk cId="2577289479" sldId="275"/>
            <ac:spMk id="61" creationId="{9C63966C-1282-D4CB-ADA9-4CACE77816FA}"/>
          </ac:spMkLst>
        </pc:spChg>
        <pc:spChg chg="mod">
          <ac:chgData name="김예은" userId="6526923f-0c52-4639-9dbd-0f483d8fd367" providerId="ADAL" clId="{2865A8CC-2AA2-4795-B631-0C8F62FBCA94}" dt="2022-05-11T06:44:03.246" v="153" actId="21"/>
          <ac:spMkLst>
            <pc:docMk/>
            <pc:sldMk cId="2577289479" sldId="275"/>
            <ac:spMk id="63" creationId="{88916DC0-009E-60B0-29CC-CF71F66EF821}"/>
          </ac:spMkLst>
        </pc:spChg>
        <pc:spChg chg="mod">
          <ac:chgData name="김예은" userId="6526923f-0c52-4639-9dbd-0f483d8fd367" providerId="ADAL" clId="{2865A8CC-2AA2-4795-B631-0C8F62FBCA94}" dt="2022-05-11T06:46:43.048" v="188" actId="20577"/>
          <ac:spMkLst>
            <pc:docMk/>
            <pc:sldMk cId="2577289479" sldId="275"/>
            <ac:spMk id="74" creationId="{125ADC94-9D16-FA1B-072A-08131C194B72}"/>
          </ac:spMkLst>
        </pc:spChg>
      </pc:sldChg>
    </pc:docChg>
  </pc:docChgLst>
  <pc:docChgLst>
    <pc:chgData name="이유림" userId="c4f7c10e-9591-4e08-8489-adf65147d8f2" providerId="ADAL" clId="{439181D4-8011-4F59-9FCD-2DCD17860447}"/>
    <pc:docChg chg="undo custSel modSld">
      <pc:chgData name="이유림" userId="c4f7c10e-9591-4e08-8489-adf65147d8f2" providerId="ADAL" clId="{439181D4-8011-4F59-9FCD-2DCD17860447}" dt="2025-11-20T03:48:11.157" v="902" actId="1076"/>
      <pc:docMkLst>
        <pc:docMk/>
      </pc:docMkLst>
      <pc:sldChg chg="addSp delSp modSp mod">
        <pc:chgData name="이유림" userId="c4f7c10e-9591-4e08-8489-adf65147d8f2" providerId="ADAL" clId="{439181D4-8011-4F59-9FCD-2DCD17860447}" dt="2025-11-20T03:46:47.169" v="889" actId="5793"/>
        <pc:sldMkLst>
          <pc:docMk/>
          <pc:sldMk cId="2141349456" sldId="280"/>
        </pc:sldMkLst>
        <pc:spChg chg="mod">
          <ac:chgData name="이유림" userId="c4f7c10e-9591-4e08-8489-adf65147d8f2" providerId="ADAL" clId="{439181D4-8011-4F59-9FCD-2DCD17860447}" dt="2025-11-19T08:40:18.359" v="13" actId="20577"/>
          <ac:spMkLst>
            <pc:docMk/>
            <pc:sldMk cId="2141349456" sldId="280"/>
            <ac:spMk id="5" creationId="{82305561-9C83-4AF0-BE74-852E6825B240}"/>
          </ac:spMkLst>
        </pc:spChg>
        <pc:spChg chg="mod">
          <ac:chgData name="이유림" userId="c4f7c10e-9591-4e08-8489-adf65147d8f2" providerId="ADAL" clId="{439181D4-8011-4F59-9FCD-2DCD17860447}" dt="2025-11-19T08:46:53.790" v="101" actId="20577"/>
          <ac:spMkLst>
            <pc:docMk/>
            <pc:sldMk cId="2141349456" sldId="280"/>
            <ac:spMk id="6" creationId="{3BE20872-972F-3DAD-1CD1-6464C41A730E}"/>
          </ac:spMkLst>
        </pc:spChg>
        <pc:spChg chg="mod">
          <ac:chgData name="이유림" userId="c4f7c10e-9591-4e08-8489-adf65147d8f2" providerId="ADAL" clId="{439181D4-8011-4F59-9FCD-2DCD17860447}" dt="2025-11-19T08:41:00.135" v="15"/>
          <ac:spMkLst>
            <pc:docMk/>
            <pc:sldMk cId="2141349456" sldId="280"/>
            <ac:spMk id="9" creationId="{062288A1-1C9D-075B-7B50-5F017BC9A4BB}"/>
          </ac:spMkLst>
        </pc:spChg>
        <pc:spChg chg="mod">
          <ac:chgData name="이유림" userId="c4f7c10e-9591-4e08-8489-adf65147d8f2" providerId="ADAL" clId="{439181D4-8011-4F59-9FCD-2DCD17860447}" dt="2025-11-19T09:27:05.877" v="691" actId="20577"/>
          <ac:spMkLst>
            <pc:docMk/>
            <pc:sldMk cId="2141349456" sldId="280"/>
            <ac:spMk id="59" creationId="{F4C629D1-6EC9-25A5-D422-3D4B00CDBF6D}"/>
          </ac:spMkLst>
        </pc:spChg>
        <pc:spChg chg="mod">
          <ac:chgData name="이유림" userId="c4f7c10e-9591-4e08-8489-adf65147d8f2" providerId="ADAL" clId="{439181D4-8011-4F59-9FCD-2DCD17860447}" dt="2025-11-19T08:41:09.983" v="17"/>
          <ac:spMkLst>
            <pc:docMk/>
            <pc:sldMk cId="2141349456" sldId="280"/>
            <ac:spMk id="60" creationId="{CCD0387E-769C-B539-1685-35C7C33105ED}"/>
          </ac:spMkLst>
        </pc:spChg>
        <pc:spChg chg="mod">
          <ac:chgData name="이유림" userId="c4f7c10e-9591-4e08-8489-adf65147d8f2" providerId="ADAL" clId="{439181D4-8011-4F59-9FCD-2DCD17860447}" dt="2025-11-20T03:46:47.169" v="889" actId="5793"/>
          <ac:spMkLst>
            <pc:docMk/>
            <pc:sldMk cId="2141349456" sldId="280"/>
            <ac:spMk id="71" creationId="{5863319B-2DD0-D6C4-A975-D14639DEC84D}"/>
          </ac:spMkLst>
        </pc:spChg>
        <pc:spChg chg="add del">
          <ac:chgData name="이유림" userId="c4f7c10e-9591-4e08-8489-adf65147d8f2" providerId="ADAL" clId="{439181D4-8011-4F59-9FCD-2DCD17860447}" dt="2025-11-19T09:30:38.434" v="803" actId="22"/>
          <ac:spMkLst>
            <pc:docMk/>
            <pc:sldMk cId="2141349456" sldId="280"/>
            <ac:spMk id="72" creationId="{BDF0FF11-741D-FEAB-5ADE-949CABCC4BCF}"/>
          </ac:spMkLst>
        </pc:spChg>
        <pc:spChg chg="add del">
          <ac:chgData name="이유림" userId="c4f7c10e-9591-4e08-8489-adf65147d8f2" providerId="ADAL" clId="{439181D4-8011-4F59-9FCD-2DCD17860447}" dt="2025-11-19T09:30:43.477" v="806" actId="22"/>
          <ac:spMkLst>
            <pc:docMk/>
            <pc:sldMk cId="2141349456" sldId="280"/>
            <ac:spMk id="81" creationId="{C15356C8-F099-D7C0-0BBC-4788F9E389E8}"/>
          </ac:spMkLst>
        </pc:spChg>
        <pc:grpChg chg="add mod">
          <ac:chgData name="이유림" userId="c4f7c10e-9591-4e08-8489-adf65147d8f2" providerId="ADAL" clId="{439181D4-8011-4F59-9FCD-2DCD17860447}" dt="2025-11-19T08:41:00.135" v="15"/>
          <ac:grpSpMkLst>
            <pc:docMk/>
            <pc:sldMk cId="2141349456" sldId="280"/>
            <ac:grpSpMk id="4" creationId="{8029C3D9-AFEA-2250-83CC-F7AF8F60A4D5}"/>
          </ac:grpSpMkLst>
        </pc:grpChg>
        <pc:grpChg chg="del">
          <ac:chgData name="이유림" userId="c4f7c10e-9591-4e08-8489-adf65147d8f2" providerId="ADAL" clId="{439181D4-8011-4F59-9FCD-2DCD17860447}" dt="2025-11-19T08:40:59.761" v="14" actId="478"/>
          <ac:grpSpMkLst>
            <pc:docMk/>
            <pc:sldMk cId="2141349456" sldId="280"/>
            <ac:grpSpMk id="10" creationId="{58E16674-4B76-E854-FCA4-0CFD3553B549}"/>
          </ac:grpSpMkLst>
        </pc:grpChg>
        <pc:grpChg chg="mod">
          <ac:chgData name="이유림" userId="c4f7c10e-9591-4e08-8489-adf65147d8f2" providerId="ADAL" clId="{439181D4-8011-4F59-9FCD-2DCD17860447}" dt="2025-11-19T08:41:00.135" v="15"/>
          <ac:grpSpMkLst>
            <pc:docMk/>
            <pc:sldMk cId="2141349456" sldId="280"/>
            <ac:grpSpMk id="12" creationId="{6019BB65-C21E-4C3C-7C8B-CC6ECDD5A1D9}"/>
          </ac:grpSpMkLst>
        </pc:grpChg>
        <pc:grpChg chg="del">
          <ac:chgData name="이유림" userId="c4f7c10e-9591-4e08-8489-adf65147d8f2" providerId="ADAL" clId="{439181D4-8011-4F59-9FCD-2DCD17860447}" dt="2025-11-19T08:41:09.709" v="16" actId="478"/>
          <ac:grpSpMkLst>
            <pc:docMk/>
            <pc:sldMk cId="2141349456" sldId="280"/>
            <ac:grpSpMk id="51" creationId="{049AAAF2-9053-7B5D-FEFD-CE2DE5C097A4}"/>
          </ac:grpSpMkLst>
        </pc:grpChg>
        <pc:grpChg chg="add mod">
          <ac:chgData name="이유림" userId="c4f7c10e-9591-4e08-8489-adf65147d8f2" providerId="ADAL" clId="{439181D4-8011-4F59-9FCD-2DCD17860447}" dt="2025-11-19T08:41:09.983" v="17"/>
          <ac:grpSpMkLst>
            <pc:docMk/>
            <pc:sldMk cId="2141349456" sldId="280"/>
            <ac:grpSpMk id="55" creationId="{32F8A65D-A657-5D09-998D-FF35CD4F9FB8}"/>
          </ac:grpSpMkLst>
        </pc:grpChg>
        <pc:grpChg chg="mod">
          <ac:chgData name="이유림" userId="c4f7c10e-9591-4e08-8489-adf65147d8f2" providerId="ADAL" clId="{439181D4-8011-4F59-9FCD-2DCD17860447}" dt="2025-11-19T08:41:09.983" v="17"/>
          <ac:grpSpMkLst>
            <pc:docMk/>
            <pc:sldMk cId="2141349456" sldId="280"/>
            <ac:grpSpMk id="57" creationId="{9679E169-4251-A837-6473-C0C1889A7DBD}"/>
          </ac:grpSpMkLst>
        </pc:grpChg>
        <pc:picChg chg="mod">
          <ac:chgData name="이유림" userId="c4f7c10e-9591-4e08-8489-adf65147d8f2" providerId="ADAL" clId="{439181D4-8011-4F59-9FCD-2DCD17860447}" dt="2025-11-19T08:41:00.135" v="15"/>
          <ac:picMkLst>
            <pc:docMk/>
            <pc:sldMk cId="2141349456" sldId="280"/>
            <ac:picMk id="14" creationId="{DB7DB1E3-4E18-04B3-AA6C-D00807B5FD98}"/>
          </ac:picMkLst>
        </pc:picChg>
        <pc:picChg chg="mod">
          <ac:chgData name="이유림" userId="c4f7c10e-9591-4e08-8489-adf65147d8f2" providerId="ADAL" clId="{439181D4-8011-4F59-9FCD-2DCD17860447}" dt="2025-11-19T08:41:00.135" v="15"/>
          <ac:picMkLst>
            <pc:docMk/>
            <pc:sldMk cId="2141349456" sldId="280"/>
            <ac:picMk id="15" creationId="{72655546-50A0-EB61-25ED-DB567F74E301}"/>
          </ac:picMkLst>
        </pc:picChg>
        <pc:picChg chg="mod">
          <ac:chgData name="이유림" userId="c4f7c10e-9591-4e08-8489-adf65147d8f2" providerId="ADAL" clId="{439181D4-8011-4F59-9FCD-2DCD17860447}" dt="2025-11-19T08:41:00.135" v="15"/>
          <ac:picMkLst>
            <pc:docMk/>
            <pc:sldMk cId="2141349456" sldId="280"/>
            <ac:picMk id="16" creationId="{5A0C2E56-FF55-36CD-6559-550E28C5A95A}"/>
          </ac:picMkLst>
        </pc:picChg>
        <pc:picChg chg="mod">
          <ac:chgData name="이유림" userId="c4f7c10e-9591-4e08-8489-adf65147d8f2" providerId="ADAL" clId="{439181D4-8011-4F59-9FCD-2DCD17860447}" dt="2025-11-19T08:41:00.135" v="15"/>
          <ac:picMkLst>
            <pc:docMk/>
            <pc:sldMk cId="2141349456" sldId="280"/>
            <ac:picMk id="17" creationId="{1635DBBD-68AF-6E09-2356-D04E13CF83ED}"/>
          </ac:picMkLst>
        </pc:picChg>
        <pc:picChg chg="mod">
          <ac:chgData name="이유림" userId="c4f7c10e-9591-4e08-8489-adf65147d8f2" providerId="ADAL" clId="{439181D4-8011-4F59-9FCD-2DCD17860447}" dt="2025-11-19T08:41:00.135" v="15"/>
          <ac:picMkLst>
            <pc:docMk/>
            <pc:sldMk cId="2141349456" sldId="280"/>
            <ac:picMk id="18" creationId="{A9EE39BB-3504-B31C-99F6-3B72DBA30B93}"/>
          </ac:picMkLst>
        </pc:picChg>
        <pc:picChg chg="mod">
          <ac:chgData name="이유림" userId="c4f7c10e-9591-4e08-8489-adf65147d8f2" providerId="ADAL" clId="{439181D4-8011-4F59-9FCD-2DCD17860447}" dt="2025-11-19T08:41:00.135" v="15"/>
          <ac:picMkLst>
            <pc:docMk/>
            <pc:sldMk cId="2141349456" sldId="280"/>
            <ac:picMk id="19" creationId="{9C5D9354-C7C2-02E7-F321-0010AA62DB63}"/>
          </ac:picMkLst>
        </pc:picChg>
        <pc:picChg chg="mod">
          <ac:chgData name="이유림" userId="c4f7c10e-9591-4e08-8489-adf65147d8f2" providerId="ADAL" clId="{439181D4-8011-4F59-9FCD-2DCD17860447}" dt="2025-11-19T08:41:00.135" v="15"/>
          <ac:picMkLst>
            <pc:docMk/>
            <pc:sldMk cId="2141349456" sldId="280"/>
            <ac:picMk id="20" creationId="{2E8D6480-E3B3-3AED-AB1E-FADBFBB3B275}"/>
          </ac:picMkLst>
        </pc:picChg>
        <pc:picChg chg="mod">
          <ac:chgData name="이유림" userId="c4f7c10e-9591-4e08-8489-adf65147d8f2" providerId="ADAL" clId="{439181D4-8011-4F59-9FCD-2DCD17860447}" dt="2025-11-19T08:41:00.135" v="15"/>
          <ac:picMkLst>
            <pc:docMk/>
            <pc:sldMk cId="2141349456" sldId="280"/>
            <ac:picMk id="21" creationId="{43F8004D-075E-0DE7-6A82-468556F5C485}"/>
          </ac:picMkLst>
        </pc:picChg>
        <pc:picChg chg="mod">
          <ac:chgData name="이유림" userId="c4f7c10e-9591-4e08-8489-adf65147d8f2" providerId="ADAL" clId="{439181D4-8011-4F59-9FCD-2DCD17860447}" dt="2025-11-19T08:41:00.135" v="15"/>
          <ac:picMkLst>
            <pc:docMk/>
            <pc:sldMk cId="2141349456" sldId="280"/>
            <ac:picMk id="22" creationId="{73EDBF17-08E3-E454-152A-5B14F4593943}"/>
          </ac:picMkLst>
        </pc:picChg>
        <pc:picChg chg="mod">
          <ac:chgData name="이유림" userId="c4f7c10e-9591-4e08-8489-adf65147d8f2" providerId="ADAL" clId="{439181D4-8011-4F59-9FCD-2DCD17860447}" dt="2025-11-19T08:41:00.135" v="15"/>
          <ac:picMkLst>
            <pc:docMk/>
            <pc:sldMk cId="2141349456" sldId="280"/>
            <ac:picMk id="23" creationId="{D4B32D5F-15F9-DD5B-F489-B2F8BD49FD16}"/>
          </ac:picMkLst>
        </pc:picChg>
        <pc:picChg chg="mod">
          <ac:chgData name="이유림" userId="c4f7c10e-9591-4e08-8489-adf65147d8f2" providerId="ADAL" clId="{439181D4-8011-4F59-9FCD-2DCD17860447}" dt="2025-11-19T08:41:00.135" v="15"/>
          <ac:picMkLst>
            <pc:docMk/>
            <pc:sldMk cId="2141349456" sldId="280"/>
            <ac:picMk id="24" creationId="{8E0FB131-8F74-21D0-B252-192558C51EE9}"/>
          </ac:picMkLst>
        </pc:picChg>
        <pc:picChg chg="mod">
          <ac:chgData name="이유림" userId="c4f7c10e-9591-4e08-8489-adf65147d8f2" providerId="ADAL" clId="{439181D4-8011-4F59-9FCD-2DCD17860447}" dt="2025-11-19T08:41:00.135" v="15"/>
          <ac:picMkLst>
            <pc:docMk/>
            <pc:sldMk cId="2141349456" sldId="280"/>
            <ac:picMk id="25" creationId="{53EC638A-34A4-BE70-E66B-A444FEFB70AE}"/>
          </ac:picMkLst>
        </pc:picChg>
        <pc:picChg chg="mod">
          <ac:chgData name="이유림" userId="c4f7c10e-9591-4e08-8489-adf65147d8f2" providerId="ADAL" clId="{439181D4-8011-4F59-9FCD-2DCD17860447}" dt="2025-11-19T08:41:00.135" v="15"/>
          <ac:picMkLst>
            <pc:docMk/>
            <pc:sldMk cId="2141349456" sldId="280"/>
            <ac:picMk id="26" creationId="{5B2E8E47-14E3-9CA4-E86C-9BF29BEB5731}"/>
          </ac:picMkLst>
        </pc:picChg>
        <pc:picChg chg="mod">
          <ac:chgData name="이유림" userId="c4f7c10e-9591-4e08-8489-adf65147d8f2" providerId="ADAL" clId="{439181D4-8011-4F59-9FCD-2DCD17860447}" dt="2025-11-19T08:41:00.135" v="15"/>
          <ac:picMkLst>
            <pc:docMk/>
            <pc:sldMk cId="2141349456" sldId="280"/>
            <ac:picMk id="27" creationId="{2DA01F69-5E44-010B-5A96-A4CBB7BA5EF4}"/>
          </ac:picMkLst>
        </pc:picChg>
        <pc:picChg chg="mod">
          <ac:chgData name="이유림" userId="c4f7c10e-9591-4e08-8489-adf65147d8f2" providerId="ADAL" clId="{439181D4-8011-4F59-9FCD-2DCD17860447}" dt="2025-11-19T08:41:09.983" v="17"/>
          <ac:picMkLst>
            <pc:docMk/>
            <pc:sldMk cId="2141349456" sldId="280"/>
            <ac:picMk id="58" creationId="{7E1F2D5F-EE76-D54C-E6DB-0DD004CBD14D}"/>
          </ac:picMkLst>
        </pc:picChg>
        <pc:picChg chg="mod">
          <ac:chgData name="이유림" userId="c4f7c10e-9591-4e08-8489-adf65147d8f2" providerId="ADAL" clId="{439181D4-8011-4F59-9FCD-2DCD17860447}" dt="2025-11-19T08:41:09.983" v="17"/>
          <ac:picMkLst>
            <pc:docMk/>
            <pc:sldMk cId="2141349456" sldId="280"/>
            <ac:picMk id="67" creationId="{20DF1E98-505D-7A84-9FEB-635B1CC91D98}"/>
          </ac:picMkLst>
        </pc:picChg>
        <pc:picChg chg="mod">
          <ac:chgData name="이유림" userId="c4f7c10e-9591-4e08-8489-adf65147d8f2" providerId="ADAL" clId="{439181D4-8011-4F59-9FCD-2DCD17860447}" dt="2025-11-19T08:41:09.983" v="17"/>
          <ac:picMkLst>
            <pc:docMk/>
            <pc:sldMk cId="2141349456" sldId="280"/>
            <ac:picMk id="69" creationId="{2315F7DD-363F-34E0-43EB-3F966CF6A3F8}"/>
          </ac:picMkLst>
        </pc:picChg>
        <pc:cxnChg chg="mod">
          <ac:chgData name="이유림" userId="c4f7c10e-9591-4e08-8489-adf65147d8f2" providerId="ADAL" clId="{439181D4-8011-4F59-9FCD-2DCD17860447}" dt="2025-11-19T08:41:00.135" v="15"/>
          <ac:cxnSpMkLst>
            <pc:docMk/>
            <pc:sldMk cId="2141349456" sldId="280"/>
            <ac:cxnSpMk id="13" creationId="{F95AF03D-EEFA-A312-C1B0-55CFE79197A1}"/>
          </ac:cxnSpMkLst>
        </pc:cxnChg>
        <pc:cxnChg chg="mod">
          <ac:chgData name="이유림" userId="c4f7c10e-9591-4e08-8489-adf65147d8f2" providerId="ADAL" clId="{439181D4-8011-4F59-9FCD-2DCD17860447}" dt="2025-11-19T08:41:09.983" v="17"/>
          <ac:cxnSpMkLst>
            <pc:docMk/>
            <pc:sldMk cId="2141349456" sldId="280"/>
            <ac:cxnSpMk id="61" creationId="{517A28BA-0AEF-7108-D4B7-41DB7CF1ED25}"/>
          </ac:cxnSpMkLst>
        </pc:cxnChg>
        <pc:cxnChg chg="mod">
          <ac:chgData name="이유림" userId="c4f7c10e-9591-4e08-8489-adf65147d8f2" providerId="ADAL" clId="{439181D4-8011-4F59-9FCD-2DCD17860447}" dt="2025-11-19T08:41:09.709" v="16" actId="478"/>
          <ac:cxnSpMkLst>
            <pc:docMk/>
            <pc:sldMk cId="2141349456" sldId="280"/>
            <ac:cxnSpMk id="77" creationId="{F6C7412D-1AD9-62A5-024F-42C0D5A9CC7E}"/>
          </ac:cxnSpMkLst>
        </pc:cxnChg>
      </pc:sldChg>
      <pc:sldChg chg="modSp mod">
        <pc:chgData name="이유림" userId="c4f7c10e-9591-4e08-8489-adf65147d8f2" providerId="ADAL" clId="{439181D4-8011-4F59-9FCD-2DCD17860447}" dt="2025-11-20T03:48:11.157" v="902" actId="1076"/>
        <pc:sldMkLst>
          <pc:docMk/>
          <pc:sldMk cId="4070630398" sldId="281"/>
        </pc:sldMkLst>
        <pc:spChg chg="mod">
          <ac:chgData name="이유림" userId="c4f7c10e-9591-4e08-8489-adf65147d8f2" providerId="ADAL" clId="{439181D4-8011-4F59-9FCD-2DCD17860447}" dt="2025-11-19T08:40:11.532" v="6" actId="20577"/>
          <ac:spMkLst>
            <pc:docMk/>
            <pc:sldMk cId="4070630398" sldId="281"/>
            <ac:spMk id="6" creationId="{15141728-A305-8742-8C53-C14A4823EEFE}"/>
          </ac:spMkLst>
        </pc:spChg>
        <pc:spChg chg="mod">
          <ac:chgData name="이유림" userId="c4f7c10e-9591-4e08-8489-adf65147d8f2" providerId="ADAL" clId="{439181D4-8011-4F59-9FCD-2DCD17860447}" dt="2025-11-19T08:47:12.383" v="107" actId="20577"/>
          <ac:spMkLst>
            <pc:docMk/>
            <pc:sldMk cId="4070630398" sldId="281"/>
            <ac:spMk id="15" creationId="{DD2BA9D1-889D-AEF8-BB7E-B25BCFC35209}"/>
          </ac:spMkLst>
        </pc:spChg>
        <pc:spChg chg="mod">
          <ac:chgData name="이유림" userId="c4f7c10e-9591-4e08-8489-adf65147d8f2" providerId="ADAL" clId="{439181D4-8011-4F59-9FCD-2DCD17860447}" dt="2025-11-19T08:52:53.566" v="179" actId="20577"/>
          <ac:spMkLst>
            <pc:docMk/>
            <pc:sldMk cId="4070630398" sldId="281"/>
            <ac:spMk id="17" creationId="{9B0C1535-B1E4-B210-1974-EDF1CE6AEC14}"/>
          </ac:spMkLst>
        </pc:spChg>
        <pc:spChg chg="mod">
          <ac:chgData name="이유림" userId="c4f7c10e-9591-4e08-8489-adf65147d8f2" providerId="ADAL" clId="{439181D4-8011-4F59-9FCD-2DCD17860447}" dt="2025-11-19T09:21:15.832" v="534" actId="313"/>
          <ac:spMkLst>
            <pc:docMk/>
            <pc:sldMk cId="4070630398" sldId="281"/>
            <ac:spMk id="24" creationId="{62920AD4-7942-1BED-4284-E22921A7F674}"/>
          </ac:spMkLst>
        </pc:spChg>
        <pc:spChg chg="mod">
          <ac:chgData name="이유림" userId="c4f7c10e-9591-4e08-8489-adf65147d8f2" providerId="ADAL" clId="{439181D4-8011-4F59-9FCD-2DCD17860447}" dt="2025-11-19T09:55:35.829" v="836" actId="20577"/>
          <ac:spMkLst>
            <pc:docMk/>
            <pc:sldMk cId="4070630398" sldId="281"/>
            <ac:spMk id="25" creationId="{4E9CF9F7-D515-77C5-FE55-D74A3A50A30A}"/>
          </ac:spMkLst>
        </pc:spChg>
        <pc:spChg chg="mod">
          <ac:chgData name="이유림" userId="c4f7c10e-9591-4e08-8489-adf65147d8f2" providerId="ADAL" clId="{439181D4-8011-4F59-9FCD-2DCD17860447}" dt="2025-11-20T03:48:11.157" v="902" actId="1076"/>
          <ac:spMkLst>
            <pc:docMk/>
            <pc:sldMk cId="4070630398" sldId="281"/>
            <ac:spMk id="26" creationId="{4926C1AC-7839-732B-9B96-3C3A1D6AFE60}"/>
          </ac:spMkLst>
        </pc:spChg>
        <pc:spChg chg="mod">
          <ac:chgData name="이유림" userId="c4f7c10e-9591-4e08-8489-adf65147d8f2" providerId="ADAL" clId="{439181D4-8011-4F59-9FCD-2DCD17860447}" dt="2025-11-20T03:48:11.157" v="902" actId="1076"/>
          <ac:spMkLst>
            <pc:docMk/>
            <pc:sldMk cId="4070630398" sldId="281"/>
            <ac:spMk id="27" creationId="{38EA2831-285C-F0AC-DB24-1E5C5F100C23}"/>
          </ac:spMkLst>
        </pc:spChg>
        <pc:spChg chg="mod">
          <ac:chgData name="이유림" userId="c4f7c10e-9591-4e08-8489-adf65147d8f2" providerId="ADAL" clId="{439181D4-8011-4F59-9FCD-2DCD17860447}" dt="2025-11-20T03:48:04.175" v="901" actId="1076"/>
          <ac:spMkLst>
            <pc:docMk/>
            <pc:sldMk cId="4070630398" sldId="281"/>
            <ac:spMk id="28" creationId="{13CD4AEA-CEE2-B2A9-0415-EAAAA9F0B440}"/>
          </ac:spMkLst>
        </pc:spChg>
        <pc:spChg chg="mod">
          <ac:chgData name="이유림" userId="c4f7c10e-9591-4e08-8489-adf65147d8f2" providerId="ADAL" clId="{439181D4-8011-4F59-9FCD-2DCD17860447}" dt="2025-11-20T03:48:04.175" v="901" actId="1076"/>
          <ac:spMkLst>
            <pc:docMk/>
            <pc:sldMk cId="4070630398" sldId="281"/>
            <ac:spMk id="29" creationId="{FC97D07A-6DEB-CA92-08AD-67FA8DFF0F08}"/>
          </ac:spMkLst>
        </pc:spChg>
        <pc:spChg chg="mod">
          <ac:chgData name="이유림" userId="c4f7c10e-9591-4e08-8489-adf65147d8f2" providerId="ADAL" clId="{439181D4-8011-4F59-9FCD-2DCD17860447}" dt="2025-11-19T09:12:06.164" v="335" actId="20577"/>
          <ac:spMkLst>
            <pc:docMk/>
            <pc:sldMk cId="4070630398" sldId="281"/>
            <ac:spMk id="31" creationId="{6F2A1BD8-B677-9F0A-0B8C-8392A2C05CEE}"/>
          </ac:spMkLst>
        </pc:spChg>
        <pc:spChg chg="mod">
          <ac:chgData name="이유림" userId="c4f7c10e-9591-4e08-8489-adf65147d8f2" providerId="ADAL" clId="{439181D4-8011-4F59-9FCD-2DCD17860447}" dt="2025-11-19T09:11:44.917" v="308" actId="6549"/>
          <ac:spMkLst>
            <pc:docMk/>
            <pc:sldMk cId="4070630398" sldId="281"/>
            <ac:spMk id="33" creationId="{5CB8F92A-C939-8121-292A-79D60AE11AC9}"/>
          </ac:spMkLst>
        </pc:spChg>
        <pc:spChg chg="mod">
          <ac:chgData name="이유림" userId="c4f7c10e-9591-4e08-8489-adf65147d8f2" providerId="ADAL" clId="{439181D4-8011-4F59-9FCD-2DCD17860447}" dt="2025-11-19T09:29:08.325" v="768" actId="20577"/>
          <ac:spMkLst>
            <pc:docMk/>
            <pc:sldMk cId="4070630398" sldId="281"/>
            <ac:spMk id="41" creationId="{CF59AD6E-4677-0047-41F2-2CE029064BA7}"/>
          </ac:spMkLst>
        </pc:spChg>
        <pc:spChg chg="mod">
          <ac:chgData name="이유림" userId="c4f7c10e-9591-4e08-8489-adf65147d8f2" providerId="ADAL" clId="{439181D4-8011-4F59-9FCD-2DCD17860447}" dt="2025-11-19T09:29:21.325" v="801" actId="20577"/>
          <ac:spMkLst>
            <pc:docMk/>
            <pc:sldMk cId="4070630398" sldId="281"/>
            <ac:spMk id="42" creationId="{83E1B563-1F12-F072-2510-A2FE0C948CD9}"/>
          </ac:spMkLst>
        </pc:spChg>
        <pc:spChg chg="mod">
          <ac:chgData name="이유림" userId="c4f7c10e-9591-4e08-8489-adf65147d8f2" providerId="ADAL" clId="{439181D4-8011-4F59-9FCD-2DCD17860447}" dt="2025-11-19T09:26:23.605" v="671" actId="20577"/>
          <ac:spMkLst>
            <pc:docMk/>
            <pc:sldMk cId="4070630398" sldId="281"/>
            <ac:spMk id="43" creationId="{6FDED833-9209-F168-81E2-8F75D3E6AC0B}"/>
          </ac:spMkLst>
        </pc:spChg>
        <pc:spChg chg="mod">
          <ac:chgData name="이유림" userId="c4f7c10e-9591-4e08-8489-adf65147d8f2" providerId="ADAL" clId="{439181D4-8011-4F59-9FCD-2DCD17860447}" dt="2025-11-19T09:28:07.664" v="739" actId="20577"/>
          <ac:spMkLst>
            <pc:docMk/>
            <pc:sldMk cId="4070630398" sldId="281"/>
            <ac:spMk id="44" creationId="{72EE6F18-228A-11A7-901A-8C112B5F30E8}"/>
          </ac:spMkLst>
        </pc:spChg>
        <pc:spChg chg="mod">
          <ac:chgData name="이유림" userId="c4f7c10e-9591-4e08-8489-adf65147d8f2" providerId="ADAL" clId="{439181D4-8011-4F59-9FCD-2DCD17860447}" dt="2025-11-19T09:25:56.570" v="658" actId="6549"/>
          <ac:spMkLst>
            <pc:docMk/>
            <pc:sldMk cId="4070630398" sldId="281"/>
            <ac:spMk id="46" creationId="{7DA334C2-E384-CB47-2C11-DD1D0A0EE62A}"/>
          </ac:spMkLst>
        </pc:spChg>
        <pc:spChg chg="mod">
          <ac:chgData name="이유림" userId="c4f7c10e-9591-4e08-8489-adf65147d8f2" providerId="ADAL" clId="{439181D4-8011-4F59-9FCD-2DCD17860447}" dt="2025-11-20T03:47:09.688" v="892" actId="21"/>
          <ac:spMkLst>
            <pc:docMk/>
            <pc:sldMk cId="4070630398" sldId="281"/>
            <ac:spMk id="136" creationId="{B4D65861-9355-82C7-901E-B4B1C92724AB}"/>
          </ac:spMkLst>
        </pc:spChg>
        <pc:spChg chg="mod">
          <ac:chgData name="이유림" userId="c4f7c10e-9591-4e08-8489-adf65147d8f2" providerId="ADAL" clId="{439181D4-8011-4F59-9FCD-2DCD17860447}" dt="2025-11-20T03:47:16.646" v="896" actId="6549"/>
          <ac:spMkLst>
            <pc:docMk/>
            <pc:sldMk cId="4070630398" sldId="281"/>
            <ac:spMk id="138" creationId="{B2D2F8CE-754C-105D-0DB2-A42A8979DD3C}"/>
          </ac:spMkLst>
        </pc:spChg>
      </pc:sldChg>
    </pc:docChg>
  </pc:docChgLst>
  <pc:docChgLst>
    <pc:chgData name="승철 유" userId="9584054c-e08f-4935-bde6-b53c2dd0dfbc" providerId="ADAL" clId="{EC5762DD-34A8-470D-A099-607054C77BA0}"/>
    <pc:docChg chg="custSel modSld">
      <pc:chgData name="승철 유" userId="9584054c-e08f-4935-bde6-b53c2dd0dfbc" providerId="ADAL" clId="{EC5762DD-34A8-470D-A099-607054C77BA0}" dt="2021-03-04T06:11:09.020" v="82" actId="313"/>
      <pc:docMkLst>
        <pc:docMk/>
      </pc:docMkLst>
      <pc:sldChg chg="modSp mod">
        <pc:chgData name="승철 유" userId="9584054c-e08f-4935-bde6-b53c2dd0dfbc" providerId="ADAL" clId="{EC5762DD-34A8-470D-A099-607054C77BA0}" dt="2021-03-04T06:11:09.020" v="82" actId="313"/>
        <pc:sldMkLst>
          <pc:docMk/>
          <pc:sldMk cId="3894148367" sldId="268"/>
        </pc:sldMkLst>
        <pc:spChg chg="mod">
          <ac:chgData name="승철 유" userId="9584054c-e08f-4935-bde6-b53c2dd0dfbc" providerId="ADAL" clId="{EC5762DD-34A8-470D-A099-607054C77BA0}" dt="2021-03-04T02:45:43.919" v="30" actId="20577"/>
          <ac:spMkLst>
            <pc:docMk/>
            <pc:sldMk cId="3894148367" sldId="268"/>
            <ac:spMk id="86" creationId="{2FB208A2-5040-435C-9D5C-77A79580CD48}"/>
          </ac:spMkLst>
        </pc:spChg>
        <pc:spChg chg="mod">
          <ac:chgData name="승철 유" userId="9584054c-e08f-4935-bde6-b53c2dd0dfbc" providerId="ADAL" clId="{EC5762DD-34A8-470D-A099-607054C77BA0}" dt="2021-03-04T06:11:09.020" v="82" actId="313"/>
          <ac:spMkLst>
            <pc:docMk/>
            <pc:sldMk cId="3894148367" sldId="268"/>
            <ac:spMk id="146" creationId="{47BFD19F-12F6-4E27-A042-37A64722DBEA}"/>
          </ac:spMkLst>
        </pc:spChg>
        <pc:spChg chg="mod">
          <ac:chgData name="승철 유" userId="9584054c-e08f-4935-bde6-b53c2dd0dfbc" providerId="ADAL" clId="{EC5762DD-34A8-470D-A099-607054C77BA0}" dt="2021-03-04T02:51:46.406" v="81" actId="20577"/>
          <ac:spMkLst>
            <pc:docMk/>
            <pc:sldMk cId="3894148367" sldId="268"/>
            <ac:spMk id="148" creationId="{FEC109BE-4D27-4196-9D6E-BB9939B53EE3}"/>
          </ac:spMkLst>
        </pc:spChg>
      </pc:sldChg>
    </pc:docChg>
  </pc:docChgLst>
  <pc:docChgLst>
    <pc:chgData name="유승철" userId="9584054c-e08f-4935-bde6-b53c2dd0dfbc" providerId="ADAL" clId="{09A4782B-3A32-4D8D-B154-FF1B85ACC9AD}"/>
    <pc:docChg chg="undo custSel modSld">
      <pc:chgData name="유승철" userId="9584054c-e08f-4935-bde6-b53c2dd0dfbc" providerId="ADAL" clId="{09A4782B-3A32-4D8D-B154-FF1B85ACC9AD}" dt="2021-11-02T08:05:24.893" v="664" actId="20577"/>
      <pc:docMkLst>
        <pc:docMk/>
      </pc:docMkLst>
      <pc:sldChg chg="modSp mod">
        <pc:chgData name="유승철" userId="9584054c-e08f-4935-bde6-b53c2dd0dfbc" providerId="ADAL" clId="{09A4782B-3A32-4D8D-B154-FF1B85ACC9AD}" dt="2021-11-02T08:05:24.893" v="664" actId="20577"/>
        <pc:sldMkLst>
          <pc:docMk/>
          <pc:sldMk cId="1676419962" sldId="273"/>
        </pc:sldMkLst>
        <pc:spChg chg="mod">
          <ac:chgData name="유승철" userId="9584054c-e08f-4935-bde6-b53c2dd0dfbc" providerId="ADAL" clId="{09A4782B-3A32-4D8D-B154-FF1B85ACC9AD}" dt="2021-11-02T07:55:54.260" v="639" actId="20577"/>
          <ac:spMkLst>
            <pc:docMk/>
            <pc:sldMk cId="1676419962" sldId="273"/>
            <ac:spMk id="87" creationId="{44D718C2-60B3-4532-AAA2-36852E65086A}"/>
          </ac:spMkLst>
        </pc:spChg>
        <pc:spChg chg="mod">
          <ac:chgData name="유승철" userId="9584054c-e08f-4935-bde6-b53c2dd0dfbc" providerId="ADAL" clId="{09A4782B-3A32-4D8D-B154-FF1B85ACC9AD}" dt="2021-11-02T07:57:55.365" v="655" actId="20577"/>
          <ac:spMkLst>
            <pc:docMk/>
            <pc:sldMk cId="1676419962" sldId="273"/>
            <ac:spMk id="88" creationId="{B7905ADF-C346-4343-AF95-5463EB6D74CD}"/>
          </ac:spMkLst>
        </pc:spChg>
        <pc:spChg chg="mod">
          <ac:chgData name="유승철" userId="9584054c-e08f-4935-bde6-b53c2dd0dfbc" providerId="ADAL" clId="{09A4782B-3A32-4D8D-B154-FF1B85ACC9AD}" dt="2021-11-02T08:05:24.893" v="664" actId="20577"/>
          <ac:spMkLst>
            <pc:docMk/>
            <pc:sldMk cId="1676419962" sldId="273"/>
            <ac:spMk id="92" creationId="{24C66627-37B1-4E15-B61B-8074A1FFC201}"/>
          </ac:spMkLst>
        </pc:spChg>
        <pc:spChg chg="mod">
          <ac:chgData name="유승철" userId="9584054c-e08f-4935-bde6-b53c2dd0dfbc" providerId="ADAL" clId="{09A4782B-3A32-4D8D-B154-FF1B85ACC9AD}" dt="2021-11-02T07:53:32.835" v="612" actId="20577"/>
          <ac:spMkLst>
            <pc:docMk/>
            <pc:sldMk cId="1676419962" sldId="273"/>
            <ac:spMk id="94" creationId="{5572E458-5F7E-4F1D-AFCD-47CCCBDC3B12}"/>
          </ac:spMkLst>
        </pc:spChg>
      </pc:sldChg>
    </pc:docChg>
  </pc:docChgLst>
  <pc:docChgLst>
    <pc:chgData name="유승철" userId="9584054c-e08f-4935-bde6-b53c2dd0dfbc" providerId="ADAL" clId="{FE2E7B3F-FADE-4C57-9332-8C10D39F25A1}"/>
    <pc:docChg chg="modSld">
      <pc:chgData name="유승철" userId="9584054c-e08f-4935-bde6-b53c2dd0dfbc" providerId="ADAL" clId="{FE2E7B3F-FADE-4C57-9332-8C10D39F25A1}" dt="2022-07-28T09:56:53.248" v="7" actId="20577"/>
      <pc:docMkLst>
        <pc:docMk/>
      </pc:docMkLst>
      <pc:sldChg chg="modSp mod">
        <pc:chgData name="유승철" userId="9584054c-e08f-4935-bde6-b53c2dd0dfbc" providerId="ADAL" clId="{FE2E7B3F-FADE-4C57-9332-8C10D39F25A1}" dt="2022-07-28T09:56:53.248" v="7" actId="20577"/>
        <pc:sldMkLst>
          <pc:docMk/>
          <pc:sldMk cId="2782649627" sldId="272"/>
        </pc:sldMkLst>
        <pc:spChg chg="mod">
          <ac:chgData name="유승철" userId="9584054c-e08f-4935-bde6-b53c2dd0dfbc" providerId="ADAL" clId="{FE2E7B3F-FADE-4C57-9332-8C10D39F25A1}" dt="2022-07-28T09:56:53.248" v="7" actId="20577"/>
          <ac:spMkLst>
            <pc:docMk/>
            <pc:sldMk cId="2782649627" sldId="272"/>
            <ac:spMk id="5" creationId="{82305561-9C83-4AF0-BE74-852E6825B240}"/>
          </ac:spMkLst>
        </pc:spChg>
      </pc:sldChg>
      <pc:sldChg chg="modSp mod">
        <pc:chgData name="유승철" userId="9584054c-e08f-4935-bde6-b53c2dd0dfbc" providerId="ADAL" clId="{FE2E7B3F-FADE-4C57-9332-8C10D39F25A1}" dt="2022-07-28T09:56:46.778" v="3" actId="20577"/>
        <pc:sldMkLst>
          <pc:docMk/>
          <pc:sldMk cId="2466279025" sldId="276"/>
        </pc:sldMkLst>
        <pc:spChg chg="mod">
          <ac:chgData name="유승철" userId="9584054c-e08f-4935-bde6-b53c2dd0dfbc" providerId="ADAL" clId="{FE2E7B3F-FADE-4C57-9332-8C10D39F25A1}" dt="2022-07-28T09:56:46.778" v="3" actId="20577"/>
          <ac:spMkLst>
            <pc:docMk/>
            <pc:sldMk cId="2466279025" sldId="276"/>
            <ac:spMk id="6" creationId="{15141728-A305-8742-8C53-C14A4823EEFE}"/>
          </ac:spMkLst>
        </pc:spChg>
      </pc:sldChg>
    </pc:docChg>
  </pc:docChgLst>
  <pc:docChgLst>
    <pc:chgData name="유승철" userId="9584054c-e08f-4935-bde6-b53c2dd0dfbc" providerId="ADAL" clId="{FA21FE85-3312-44CF-9B06-4B0F30517E9B}"/>
    <pc:docChg chg="undo custSel modSld">
      <pc:chgData name="유승철" userId="9584054c-e08f-4935-bde6-b53c2dd0dfbc" providerId="ADAL" clId="{FA21FE85-3312-44CF-9B06-4B0F30517E9B}" dt="2021-02-03T02:32:00.105" v="1275" actId="20577"/>
      <pc:docMkLst>
        <pc:docMk/>
      </pc:docMkLst>
      <pc:sldChg chg="addSp delSp modSp mod">
        <pc:chgData name="유승철" userId="9584054c-e08f-4935-bde6-b53c2dd0dfbc" providerId="ADAL" clId="{FA21FE85-3312-44CF-9B06-4B0F30517E9B}" dt="2021-02-03T02:32:00.105" v="1275" actId="20577"/>
        <pc:sldMkLst>
          <pc:docMk/>
          <pc:sldMk cId="3894148367" sldId="268"/>
        </pc:sldMkLst>
        <pc:spChg chg="mod">
          <ac:chgData name="유승철" userId="9584054c-e08f-4935-bde6-b53c2dd0dfbc" providerId="ADAL" clId="{FA21FE85-3312-44CF-9B06-4B0F30517E9B}" dt="2021-02-03T02:31:59.936" v="1274"/>
          <ac:spMkLst>
            <pc:docMk/>
            <pc:sldMk cId="3894148367" sldId="268"/>
            <ac:spMk id="85" creationId="{05B50246-8F46-43FE-9FB1-5FEA777987CB}"/>
          </ac:spMkLst>
        </pc:spChg>
        <pc:spChg chg="mod">
          <ac:chgData name="유승철" userId="9584054c-e08f-4935-bde6-b53c2dd0dfbc" providerId="ADAL" clId="{FA21FE85-3312-44CF-9B06-4B0F30517E9B}" dt="2021-02-03T02:32:00.105" v="1275" actId="20577"/>
          <ac:spMkLst>
            <pc:docMk/>
            <pc:sldMk cId="3894148367" sldId="268"/>
            <ac:spMk id="86" creationId="{2FB208A2-5040-435C-9D5C-77A79580CD48}"/>
          </ac:spMkLst>
        </pc:spChg>
        <pc:spChg chg="mod">
          <ac:chgData name="유승철" userId="9584054c-e08f-4935-bde6-b53c2dd0dfbc" providerId="ADAL" clId="{FA21FE85-3312-44CF-9B06-4B0F30517E9B}" dt="2021-02-03T02:31:59.936" v="1274"/>
          <ac:spMkLst>
            <pc:docMk/>
            <pc:sldMk cId="3894148367" sldId="268"/>
            <ac:spMk id="88" creationId="{B9AF96FD-7095-4EA1-8FE3-8952A9F2407D}"/>
          </ac:spMkLst>
        </pc:spChg>
        <pc:spChg chg="mod">
          <ac:chgData name="유승철" userId="9584054c-e08f-4935-bde6-b53c2dd0dfbc" providerId="ADAL" clId="{FA21FE85-3312-44CF-9B06-4B0F30517E9B}" dt="2021-02-03T02:31:59.936" v="1274"/>
          <ac:spMkLst>
            <pc:docMk/>
            <pc:sldMk cId="3894148367" sldId="268"/>
            <ac:spMk id="89" creationId="{DF1D4483-B4D2-48EA-9C58-839FB39A279F}"/>
          </ac:spMkLst>
        </pc:spChg>
        <pc:spChg chg="mod">
          <ac:chgData name="유승철" userId="9584054c-e08f-4935-bde6-b53c2dd0dfbc" providerId="ADAL" clId="{FA21FE85-3312-44CF-9B06-4B0F30517E9B}" dt="2021-02-02T02:18:26.191" v="1163" actId="555"/>
          <ac:spMkLst>
            <pc:docMk/>
            <pc:sldMk cId="3894148367" sldId="268"/>
            <ac:spMk id="93" creationId="{F4C162F3-CD18-4A27-9B6C-E5C8B9DE3435}"/>
          </ac:spMkLst>
        </pc:spChg>
        <pc:spChg chg="mod">
          <ac:chgData name="유승철" userId="9584054c-e08f-4935-bde6-b53c2dd0dfbc" providerId="ADAL" clId="{FA21FE85-3312-44CF-9B06-4B0F30517E9B}" dt="2021-02-02T02:18:26.191" v="1163" actId="555"/>
          <ac:spMkLst>
            <pc:docMk/>
            <pc:sldMk cId="3894148367" sldId="268"/>
            <ac:spMk id="94" creationId="{BDAE0E63-1D79-45CC-876C-21D594162BF0}"/>
          </ac:spMkLst>
        </pc:spChg>
        <pc:spChg chg="mod">
          <ac:chgData name="유승철" userId="9584054c-e08f-4935-bde6-b53c2dd0dfbc" providerId="ADAL" clId="{FA21FE85-3312-44CF-9B06-4B0F30517E9B}" dt="2021-02-02T02:18:26.191" v="1163" actId="555"/>
          <ac:spMkLst>
            <pc:docMk/>
            <pc:sldMk cId="3894148367" sldId="268"/>
            <ac:spMk id="95" creationId="{C3FFDAE9-4323-4C76-9D0F-BE6CAEAB8AB5}"/>
          </ac:spMkLst>
        </pc:spChg>
        <pc:spChg chg="mod">
          <ac:chgData name="유승철" userId="9584054c-e08f-4935-bde6-b53c2dd0dfbc" providerId="ADAL" clId="{FA21FE85-3312-44CF-9B06-4B0F30517E9B}" dt="2021-02-02T02:18:26.191" v="1163" actId="555"/>
          <ac:spMkLst>
            <pc:docMk/>
            <pc:sldMk cId="3894148367" sldId="268"/>
            <ac:spMk id="96" creationId="{9486AA31-488D-48FD-9DA0-2E250C7EC552}"/>
          </ac:spMkLst>
        </pc:spChg>
        <pc:spChg chg="mod topLvl">
          <ac:chgData name="유승철" userId="9584054c-e08f-4935-bde6-b53c2dd0dfbc" providerId="ADAL" clId="{FA21FE85-3312-44CF-9B06-4B0F30517E9B}" dt="2021-02-02T02:27:58.844" v="1225" actId="20577"/>
          <ac:spMkLst>
            <pc:docMk/>
            <pc:sldMk cId="3894148367" sldId="268"/>
            <ac:spMk id="100" creationId="{412F53A5-E27C-4754-80D5-0162C06C89D6}"/>
          </ac:spMkLst>
        </pc:spChg>
        <pc:spChg chg="mod">
          <ac:chgData name="유승철" userId="9584054c-e08f-4935-bde6-b53c2dd0dfbc" providerId="ADAL" clId="{FA21FE85-3312-44CF-9B06-4B0F30517E9B}" dt="2021-02-02T02:18:31.312" v="1168" actId="465"/>
          <ac:spMkLst>
            <pc:docMk/>
            <pc:sldMk cId="3894148367" sldId="268"/>
            <ac:spMk id="105" creationId="{7257E63F-74EE-4808-AE09-6ADC95118B7E}"/>
          </ac:spMkLst>
        </pc:spChg>
        <pc:spChg chg="mod">
          <ac:chgData name="유승철" userId="9584054c-e08f-4935-bde6-b53c2dd0dfbc" providerId="ADAL" clId="{FA21FE85-3312-44CF-9B06-4B0F30517E9B}" dt="2021-02-02T02:18:31.312" v="1168" actId="465"/>
          <ac:spMkLst>
            <pc:docMk/>
            <pc:sldMk cId="3894148367" sldId="268"/>
            <ac:spMk id="106" creationId="{3D87A129-D4DD-4D9F-B441-A63EA86B086F}"/>
          </ac:spMkLst>
        </pc:spChg>
        <pc:spChg chg="mod">
          <ac:chgData name="유승철" userId="9584054c-e08f-4935-bde6-b53c2dd0dfbc" providerId="ADAL" clId="{FA21FE85-3312-44CF-9B06-4B0F30517E9B}" dt="2021-02-02T02:18:31.312" v="1168" actId="465"/>
          <ac:spMkLst>
            <pc:docMk/>
            <pc:sldMk cId="3894148367" sldId="268"/>
            <ac:spMk id="107" creationId="{F7335B0A-DFBD-4C6E-B7E9-B3BFCF2C694D}"/>
          </ac:spMkLst>
        </pc:spChg>
        <pc:spChg chg="mod">
          <ac:chgData name="유승철" userId="9584054c-e08f-4935-bde6-b53c2dd0dfbc" providerId="ADAL" clId="{FA21FE85-3312-44CF-9B06-4B0F30517E9B}" dt="2021-02-02T02:18:31.312" v="1168" actId="465"/>
          <ac:spMkLst>
            <pc:docMk/>
            <pc:sldMk cId="3894148367" sldId="268"/>
            <ac:spMk id="108" creationId="{2208B16F-A57D-477B-B768-FE216F691CBA}"/>
          </ac:spMkLst>
        </pc:spChg>
        <pc:spChg chg="mod">
          <ac:chgData name="유승철" userId="9584054c-e08f-4935-bde6-b53c2dd0dfbc" providerId="ADAL" clId="{FA21FE85-3312-44CF-9B06-4B0F30517E9B}" dt="2021-02-02T02:18:29.731" v="1166" actId="465"/>
          <ac:spMkLst>
            <pc:docMk/>
            <pc:sldMk cId="3894148367" sldId="268"/>
            <ac:spMk id="109" creationId="{5A782F20-1206-4D59-882D-A453E290214D}"/>
          </ac:spMkLst>
        </pc:spChg>
        <pc:spChg chg="mod">
          <ac:chgData name="유승철" userId="9584054c-e08f-4935-bde6-b53c2dd0dfbc" providerId="ADAL" clId="{FA21FE85-3312-44CF-9B06-4B0F30517E9B}" dt="2021-02-02T02:19:22.941" v="1223" actId="313"/>
          <ac:spMkLst>
            <pc:docMk/>
            <pc:sldMk cId="3894148367" sldId="268"/>
            <ac:spMk id="110" creationId="{ACCA02C7-54D5-480F-B920-77B2A2C11171}"/>
          </ac:spMkLst>
        </pc:spChg>
        <pc:spChg chg="mod">
          <ac:chgData name="유승철" userId="9584054c-e08f-4935-bde6-b53c2dd0dfbc" providerId="ADAL" clId="{FA21FE85-3312-44CF-9B06-4B0F30517E9B}" dt="2021-02-02T02:18:31.312" v="1168" actId="465"/>
          <ac:spMkLst>
            <pc:docMk/>
            <pc:sldMk cId="3894148367" sldId="268"/>
            <ac:spMk id="111" creationId="{8E87B08F-2845-48F9-BC2C-67EC43E32A5C}"/>
          </ac:spMkLst>
        </pc:spChg>
        <pc:spChg chg="mod">
          <ac:chgData name="유승철" userId="9584054c-e08f-4935-bde6-b53c2dd0dfbc" providerId="ADAL" clId="{FA21FE85-3312-44CF-9B06-4B0F30517E9B}" dt="2021-02-02T02:18:31.312" v="1168" actId="465"/>
          <ac:spMkLst>
            <pc:docMk/>
            <pc:sldMk cId="3894148367" sldId="268"/>
            <ac:spMk id="112" creationId="{54500A70-C67A-4F3F-A8AC-612BFC81A1DF}"/>
          </ac:spMkLst>
        </pc:spChg>
        <pc:spChg chg="mod">
          <ac:chgData name="유승철" userId="9584054c-e08f-4935-bde6-b53c2dd0dfbc" providerId="ADAL" clId="{FA21FE85-3312-44CF-9B06-4B0F30517E9B}" dt="2021-02-02T02:18:31.312" v="1168" actId="465"/>
          <ac:spMkLst>
            <pc:docMk/>
            <pc:sldMk cId="3894148367" sldId="268"/>
            <ac:spMk id="113" creationId="{D356733D-8EE0-4AC6-B027-2DA2ED0CA294}"/>
          </ac:spMkLst>
        </pc:spChg>
        <pc:spChg chg="mod">
          <ac:chgData name="유승철" userId="9584054c-e08f-4935-bde6-b53c2dd0dfbc" providerId="ADAL" clId="{FA21FE85-3312-44CF-9B06-4B0F30517E9B}" dt="2021-02-02T02:18:31.312" v="1168" actId="465"/>
          <ac:spMkLst>
            <pc:docMk/>
            <pc:sldMk cId="3894148367" sldId="268"/>
            <ac:spMk id="114" creationId="{9D73037A-339E-407D-9048-EC577AFA503F}"/>
          </ac:spMkLst>
        </pc:spChg>
        <pc:spChg chg="mod">
          <ac:chgData name="유승철" userId="9584054c-e08f-4935-bde6-b53c2dd0dfbc" providerId="ADAL" clId="{FA21FE85-3312-44CF-9B06-4B0F30517E9B}" dt="2021-02-02T02:18:16.413" v="1160" actId="465"/>
          <ac:spMkLst>
            <pc:docMk/>
            <pc:sldMk cId="3894148367" sldId="268"/>
            <ac:spMk id="225" creationId="{23D752DC-73B6-4A17-AF34-BFA1B1DD46F2}"/>
          </ac:spMkLst>
        </pc:spChg>
        <pc:grpChg chg="add del mod">
          <ac:chgData name="유승철" userId="9584054c-e08f-4935-bde6-b53c2dd0dfbc" providerId="ADAL" clId="{FA21FE85-3312-44CF-9B06-4B0F30517E9B}" dt="2021-02-02T02:18:31.312" v="1168" actId="465"/>
          <ac:grpSpMkLst>
            <pc:docMk/>
            <pc:sldMk cId="3894148367" sldId="268"/>
            <ac:grpSpMk id="2" creationId="{46542FAB-36F4-48A3-BB5D-915763235739}"/>
          </ac:grpSpMkLst>
        </pc:grpChg>
        <pc:grpChg chg="add mod">
          <ac:chgData name="유승철" userId="9584054c-e08f-4935-bde6-b53c2dd0dfbc" providerId="ADAL" clId="{FA21FE85-3312-44CF-9B06-4B0F30517E9B}" dt="2021-02-02T02:18:29.106" v="1165" actId="164"/>
          <ac:grpSpMkLst>
            <pc:docMk/>
            <pc:sldMk cId="3894148367" sldId="268"/>
            <ac:grpSpMk id="5" creationId="{BBA7ACF2-4210-4598-B6D2-2B7CB73A781B}"/>
          </ac:grpSpMkLst>
        </pc:grpChg>
        <pc:grpChg chg="mod">
          <ac:chgData name="유승철" userId="9584054c-e08f-4935-bde6-b53c2dd0dfbc" providerId="ADAL" clId="{FA21FE85-3312-44CF-9B06-4B0F30517E9B}" dt="2021-02-03T02:31:59.936" v="1274"/>
          <ac:grpSpMkLst>
            <pc:docMk/>
            <pc:sldMk cId="3894148367" sldId="268"/>
            <ac:grpSpMk id="84" creationId="{AE8F26BF-B761-4498-8DE7-914D8EC55508}"/>
          </ac:grpSpMkLst>
        </pc:grpChg>
        <pc:grpChg chg="mod">
          <ac:chgData name="유승철" userId="9584054c-e08f-4935-bde6-b53c2dd0dfbc" providerId="ADAL" clId="{FA21FE85-3312-44CF-9B06-4B0F30517E9B}" dt="2021-02-02T02:18:26.191" v="1163" actId="555"/>
          <ac:grpSpMkLst>
            <pc:docMk/>
            <pc:sldMk cId="3894148367" sldId="268"/>
            <ac:grpSpMk id="90" creationId="{4F2176D1-9A44-46E8-80BC-407B5EE83B89}"/>
          </ac:grpSpMkLst>
        </pc:grpChg>
        <pc:grpChg chg="mod">
          <ac:chgData name="유승철" userId="9584054c-e08f-4935-bde6-b53c2dd0dfbc" providerId="ADAL" clId="{FA21FE85-3312-44CF-9B06-4B0F30517E9B}" dt="2021-02-02T02:18:26.191" v="1163" actId="555"/>
          <ac:grpSpMkLst>
            <pc:docMk/>
            <pc:sldMk cId="3894148367" sldId="268"/>
            <ac:grpSpMk id="91" creationId="{C2323802-38B4-45E4-9802-C59C849CD41B}"/>
          </ac:grpSpMkLst>
        </pc:grpChg>
        <pc:grpChg chg="mod">
          <ac:chgData name="유승철" userId="9584054c-e08f-4935-bde6-b53c2dd0dfbc" providerId="ADAL" clId="{FA21FE85-3312-44CF-9B06-4B0F30517E9B}" dt="2021-02-02T02:18:26.191" v="1163" actId="555"/>
          <ac:grpSpMkLst>
            <pc:docMk/>
            <pc:sldMk cId="3894148367" sldId="268"/>
            <ac:grpSpMk id="92" creationId="{97FE54E5-2CDA-4D36-A644-31B8EF374E45}"/>
          </ac:grpSpMkLst>
        </pc:grpChg>
        <pc:grpChg chg="del mod">
          <ac:chgData name="유승철" userId="9584054c-e08f-4935-bde6-b53c2dd0dfbc" providerId="ADAL" clId="{FA21FE85-3312-44CF-9B06-4B0F30517E9B}" dt="2021-02-02T02:16:27.683" v="1144" actId="165"/>
          <ac:grpSpMkLst>
            <pc:docMk/>
            <pc:sldMk cId="3894148367" sldId="268"/>
            <ac:grpSpMk id="98" creationId="{EBB07EEF-476C-4ADB-96C9-98F33D8A38C9}"/>
          </ac:grpSpMkLst>
        </pc:grpChg>
        <pc:grpChg chg="mod topLvl">
          <ac:chgData name="유승철" userId="9584054c-e08f-4935-bde6-b53c2dd0dfbc" providerId="ADAL" clId="{FA21FE85-3312-44CF-9B06-4B0F30517E9B}" dt="2021-02-02T02:18:31.312" v="1168" actId="465"/>
          <ac:grpSpMkLst>
            <pc:docMk/>
            <pc:sldMk cId="3894148367" sldId="268"/>
            <ac:grpSpMk id="99" creationId="{5A61A996-8EE8-48CB-8000-EC9E240B0E2D}"/>
          </ac:grpSpMkLst>
        </pc:grpChg>
        <pc:grpChg chg="mod topLvl">
          <ac:chgData name="유승철" userId="9584054c-e08f-4935-bde6-b53c2dd0dfbc" providerId="ADAL" clId="{FA21FE85-3312-44CF-9B06-4B0F30517E9B}" dt="2021-02-02T02:18:31.312" v="1168" actId="465"/>
          <ac:grpSpMkLst>
            <pc:docMk/>
            <pc:sldMk cId="3894148367" sldId="268"/>
            <ac:grpSpMk id="101" creationId="{2153E846-28E8-40AF-83CE-5667B7E1B82D}"/>
          </ac:grpSpMkLst>
        </pc:grpChg>
        <pc:grpChg chg="mod topLvl">
          <ac:chgData name="유승철" userId="9584054c-e08f-4935-bde6-b53c2dd0dfbc" providerId="ADAL" clId="{FA21FE85-3312-44CF-9B06-4B0F30517E9B}" dt="2021-02-02T02:18:29.731" v="1166" actId="465"/>
          <ac:grpSpMkLst>
            <pc:docMk/>
            <pc:sldMk cId="3894148367" sldId="268"/>
            <ac:grpSpMk id="102" creationId="{7A7D7332-2891-4A87-8618-B9137A02D766}"/>
          </ac:grpSpMkLst>
        </pc:grpChg>
        <pc:grpChg chg="mod topLvl">
          <ac:chgData name="유승철" userId="9584054c-e08f-4935-bde6-b53c2dd0dfbc" providerId="ADAL" clId="{FA21FE85-3312-44CF-9B06-4B0F30517E9B}" dt="2021-02-02T02:18:31.312" v="1168" actId="465"/>
          <ac:grpSpMkLst>
            <pc:docMk/>
            <pc:sldMk cId="3894148367" sldId="268"/>
            <ac:grpSpMk id="103" creationId="{7D6C21B7-87AB-4120-A32A-ADA7BCC9C29F}"/>
          </ac:grpSpMkLst>
        </pc:grpChg>
        <pc:grpChg chg="mod topLvl">
          <ac:chgData name="유승철" userId="9584054c-e08f-4935-bde6-b53c2dd0dfbc" providerId="ADAL" clId="{FA21FE85-3312-44CF-9B06-4B0F30517E9B}" dt="2021-02-02T02:18:31.312" v="1168" actId="465"/>
          <ac:grpSpMkLst>
            <pc:docMk/>
            <pc:sldMk cId="3894148367" sldId="268"/>
            <ac:grpSpMk id="104" creationId="{2EC44CE0-4735-4484-ADA5-621381E26584}"/>
          </ac:grpSpMkLst>
        </pc:grpChg>
        <pc:grpChg chg="del">
          <ac:chgData name="유승철" userId="9584054c-e08f-4935-bde6-b53c2dd0dfbc" providerId="ADAL" clId="{FA21FE85-3312-44CF-9B06-4B0F30517E9B}" dt="2021-02-02T01:20:42.584" v="160" actId="478"/>
          <ac:grpSpMkLst>
            <pc:docMk/>
            <pc:sldMk cId="3894148367" sldId="268"/>
            <ac:grpSpMk id="156" creationId="{E6524A67-6FD2-4303-82EC-D5387F7C1F4D}"/>
          </ac:grpSpMkLst>
        </pc:grpChg>
        <pc:picChg chg="mod">
          <ac:chgData name="유승철" userId="9584054c-e08f-4935-bde6-b53c2dd0dfbc" providerId="ADAL" clId="{FA21FE85-3312-44CF-9B06-4B0F30517E9B}" dt="2021-02-03T02:31:59.936" v="1274"/>
          <ac:picMkLst>
            <pc:docMk/>
            <pc:sldMk cId="3894148367" sldId="268"/>
            <ac:picMk id="87" creationId="{71649611-7F2D-4181-B446-D5D39D084A01}"/>
          </ac:picMkLst>
        </pc:picChg>
        <pc:picChg chg="mod">
          <ac:chgData name="유승철" userId="9584054c-e08f-4935-bde6-b53c2dd0dfbc" providerId="ADAL" clId="{FA21FE85-3312-44CF-9B06-4B0F30517E9B}" dt="2021-02-02T02:18:26.191" v="1163" actId="555"/>
          <ac:picMkLst>
            <pc:docMk/>
            <pc:sldMk cId="3894148367" sldId="268"/>
            <ac:picMk id="97" creationId="{08D27B19-8CA7-4E24-A255-C0A920418F95}"/>
          </ac:picMkLst>
        </pc:picChg>
        <pc:picChg chg="mod">
          <ac:chgData name="유승철" userId="9584054c-e08f-4935-bde6-b53c2dd0dfbc" providerId="ADAL" clId="{FA21FE85-3312-44CF-9B06-4B0F30517E9B}" dt="2021-02-02T02:18:31.312" v="1168" actId="465"/>
          <ac:picMkLst>
            <pc:docMk/>
            <pc:sldMk cId="3894148367" sldId="268"/>
            <ac:picMk id="115" creationId="{8BC4112A-3E45-41AD-9332-23DCA92C5387}"/>
          </ac:picMkLst>
        </pc:picChg>
      </pc:sldChg>
      <pc:sldChg chg="addSp delSp modSp mod">
        <pc:chgData name="유승철" userId="9584054c-e08f-4935-bde6-b53c2dd0dfbc" providerId="ADAL" clId="{FA21FE85-3312-44CF-9B06-4B0F30517E9B}" dt="2021-02-02T02:37:41.457" v="1235" actId="1035"/>
        <pc:sldMkLst>
          <pc:docMk/>
          <pc:sldMk cId="2782649627" sldId="272"/>
        </pc:sldMkLst>
        <pc:spChg chg="mod">
          <ac:chgData name="유승철" userId="9584054c-e08f-4935-bde6-b53c2dd0dfbc" providerId="ADAL" clId="{FA21FE85-3312-44CF-9B06-4B0F30517E9B}" dt="2021-02-02T02:37:34.200" v="1229" actId="164"/>
          <ac:spMkLst>
            <pc:docMk/>
            <pc:sldMk cId="2782649627" sldId="272"/>
            <ac:spMk id="19" creationId="{268A7E56-B1EB-A148-84AF-B9F8FF9450F5}"/>
          </ac:spMkLst>
        </pc:spChg>
        <pc:spChg chg="mod">
          <ac:chgData name="유승철" userId="9584054c-e08f-4935-bde6-b53c2dd0dfbc" providerId="ADAL" clId="{FA21FE85-3312-44CF-9B06-4B0F30517E9B}" dt="2021-02-02T02:37:34.200" v="1229" actId="164"/>
          <ac:spMkLst>
            <pc:docMk/>
            <pc:sldMk cId="2782649627" sldId="272"/>
            <ac:spMk id="20" creationId="{471E1807-55C6-904E-B5A1-82391BB97EA1}"/>
          </ac:spMkLst>
        </pc:spChg>
        <pc:spChg chg="mod">
          <ac:chgData name="유승철" userId="9584054c-e08f-4935-bde6-b53c2dd0dfbc" providerId="ADAL" clId="{FA21FE85-3312-44CF-9B06-4B0F30517E9B}" dt="2021-02-02T02:37:34.200" v="1229" actId="164"/>
          <ac:spMkLst>
            <pc:docMk/>
            <pc:sldMk cId="2782649627" sldId="272"/>
            <ac:spMk id="21" creationId="{384A2B45-8C15-B84A-AC12-FF540FC75BFA}"/>
          </ac:spMkLst>
        </pc:spChg>
        <pc:spChg chg="mod">
          <ac:chgData name="유승철" userId="9584054c-e08f-4935-bde6-b53c2dd0dfbc" providerId="ADAL" clId="{FA21FE85-3312-44CF-9B06-4B0F30517E9B}" dt="2021-02-02T02:31:31.305" v="1226" actId="165"/>
          <ac:spMkLst>
            <pc:docMk/>
            <pc:sldMk cId="2782649627" sldId="272"/>
            <ac:spMk id="66" creationId="{0FF3D9F8-03FC-446F-8E66-7FA9E2624CCD}"/>
          </ac:spMkLst>
        </pc:spChg>
        <pc:spChg chg="mod">
          <ac:chgData name="유승철" userId="9584054c-e08f-4935-bde6-b53c2dd0dfbc" providerId="ADAL" clId="{FA21FE85-3312-44CF-9B06-4B0F30517E9B}" dt="2021-02-02T02:31:31.305" v="1226" actId="165"/>
          <ac:spMkLst>
            <pc:docMk/>
            <pc:sldMk cId="2782649627" sldId="272"/>
            <ac:spMk id="67" creationId="{FE2C91B8-DB55-4D39-ACE7-96BCAC935B91}"/>
          </ac:spMkLst>
        </pc:spChg>
        <pc:grpChg chg="del">
          <ac:chgData name="유승철" userId="9584054c-e08f-4935-bde6-b53c2dd0dfbc" providerId="ADAL" clId="{FA21FE85-3312-44CF-9B06-4B0F30517E9B}" dt="2021-02-02T01:10:23.615" v="3" actId="165"/>
          <ac:grpSpMkLst>
            <pc:docMk/>
            <pc:sldMk cId="2782649627" sldId="272"/>
            <ac:grpSpMk id="4" creationId="{07FD8F46-74B5-4F56-81F1-EC7AACA5E7D7}"/>
          </ac:grpSpMkLst>
        </pc:grpChg>
        <pc:grpChg chg="add mod">
          <ac:chgData name="유승철" userId="9584054c-e08f-4935-bde6-b53c2dd0dfbc" providerId="ADAL" clId="{FA21FE85-3312-44CF-9B06-4B0F30517E9B}" dt="2021-02-02T02:31:37.981" v="1228" actId="164"/>
          <ac:grpSpMkLst>
            <pc:docMk/>
            <pc:sldMk cId="2782649627" sldId="272"/>
            <ac:grpSpMk id="4" creationId="{D3830147-8CF5-45AB-9CCE-2496364629F9}"/>
          </ac:grpSpMkLst>
        </pc:grpChg>
        <pc:grpChg chg="add mod">
          <ac:chgData name="유승철" userId="9584054c-e08f-4935-bde6-b53c2dd0dfbc" providerId="ADAL" clId="{FA21FE85-3312-44CF-9B06-4B0F30517E9B}" dt="2021-02-02T02:37:41.457" v="1235" actId="1035"/>
          <ac:grpSpMkLst>
            <pc:docMk/>
            <pc:sldMk cId="2782649627" sldId="272"/>
            <ac:grpSpMk id="6" creationId="{4E899D25-A936-4831-9E00-7369A08F1A39}"/>
          </ac:grpSpMkLst>
        </pc:grpChg>
        <pc:grpChg chg="add del mod">
          <ac:chgData name="유승철" userId="9584054c-e08f-4935-bde6-b53c2dd0dfbc" providerId="ADAL" clId="{FA21FE85-3312-44CF-9B06-4B0F30517E9B}" dt="2021-02-02T01:11:27.761" v="11" actId="165"/>
          <ac:grpSpMkLst>
            <pc:docMk/>
            <pc:sldMk cId="2782649627" sldId="272"/>
            <ac:grpSpMk id="6" creationId="{73ADB933-09E1-4F2B-84C1-1AE996F6C0C9}"/>
          </ac:grpSpMkLst>
        </pc:grpChg>
        <pc:grpChg chg="add del mod">
          <ac:chgData name="유승철" userId="9584054c-e08f-4935-bde6-b53c2dd0dfbc" providerId="ADAL" clId="{FA21FE85-3312-44CF-9B06-4B0F30517E9B}" dt="2021-02-02T02:31:31.305" v="1226" actId="165"/>
          <ac:grpSpMkLst>
            <pc:docMk/>
            <pc:sldMk cId="2782649627" sldId="272"/>
            <ac:grpSpMk id="9" creationId="{99145204-000B-4F6E-89D6-EBE5754151AC}"/>
          </ac:grpSpMkLst>
        </pc:grpChg>
        <pc:grpChg chg="del mod topLvl">
          <ac:chgData name="유승철" userId="9584054c-e08f-4935-bde6-b53c2dd0dfbc" providerId="ADAL" clId="{FA21FE85-3312-44CF-9B06-4B0F30517E9B}" dt="2021-02-02T01:10:27.272" v="4" actId="165"/>
          <ac:grpSpMkLst>
            <pc:docMk/>
            <pc:sldMk cId="2782649627" sldId="272"/>
            <ac:grpSpMk id="37" creationId="{B0C9D051-1F22-4729-A2DD-10393AB4CEA9}"/>
          </ac:grpSpMkLst>
        </pc:grpChg>
        <pc:grpChg chg="mod topLvl">
          <ac:chgData name="유승철" userId="9584054c-e08f-4935-bde6-b53c2dd0dfbc" providerId="ADAL" clId="{FA21FE85-3312-44CF-9B06-4B0F30517E9B}" dt="2021-02-02T02:31:37.981" v="1228" actId="164"/>
          <ac:grpSpMkLst>
            <pc:docMk/>
            <pc:sldMk cId="2782649627" sldId="272"/>
            <ac:grpSpMk id="65" creationId="{E22634BD-6D4C-4B97-B7CB-A77BD0C1149B}"/>
          </ac:grpSpMkLst>
        </pc:grpChg>
        <pc:picChg chg="mod topLvl">
          <ac:chgData name="유승철" userId="9584054c-e08f-4935-bde6-b53c2dd0dfbc" providerId="ADAL" clId="{FA21FE85-3312-44CF-9B06-4B0F30517E9B}" dt="2021-02-02T02:31:37.981" v="1228" actId="164"/>
          <ac:picMkLst>
            <pc:docMk/>
            <pc:sldMk cId="2782649627" sldId="272"/>
            <ac:picMk id="64" creationId="{37C39273-A30D-4BF4-9594-7BE069B8EFEC}"/>
          </ac:picMkLst>
        </pc:picChg>
        <pc:picChg chg="mod topLvl">
          <ac:chgData name="유승철" userId="9584054c-e08f-4935-bde6-b53c2dd0dfbc" providerId="ADAL" clId="{FA21FE85-3312-44CF-9B06-4B0F30517E9B}" dt="2021-02-02T02:31:37.981" v="1228" actId="164"/>
          <ac:picMkLst>
            <pc:docMk/>
            <pc:sldMk cId="2782649627" sldId="272"/>
            <ac:picMk id="68" creationId="{D3A0CF89-6850-49DC-AE75-5B292A5F95C7}"/>
          </ac:picMkLst>
        </pc:picChg>
        <pc:picChg chg="mod topLvl">
          <ac:chgData name="유승철" userId="9584054c-e08f-4935-bde6-b53c2dd0dfbc" providerId="ADAL" clId="{FA21FE85-3312-44CF-9B06-4B0F30517E9B}" dt="2021-02-02T02:31:37.981" v="1228" actId="164"/>
          <ac:picMkLst>
            <pc:docMk/>
            <pc:sldMk cId="2782649627" sldId="272"/>
            <ac:picMk id="69" creationId="{107B8D02-0B93-4117-B019-33A47D28DC6C}"/>
          </ac:picMkLst>
        </pc:picChg>
        <pc:cxnChg chg="mod topLvl">
          <ac:chgData name="유승철" userId="9584054c-e08f-4935-bde6-b53c2dd0dfbc" providerId="ADAL" clId="{FA21FE85-3312-44CF-9B06-4B0F30517E9B}" dt="2021-02-02T02:31:37.981" v="1228" actId="164"/>
          <ac:cxnSpMkLst>
            <pc:docMk/>
            <pc:sldMk cId="2782649627" sldId="272"/>
            <ac:cxnSpMk id="38" creationId="{DC32AA61-B3C6-44F2-AACE-3AB3B4B1471B}"/>
          </ac:cxnSpMkLst>
        </pc:cxnChg>
      </pc:sldChg>
    </pc:docChg>
  </pc:docChgLst>
  <pc:docChgLst>
    <pc:chgData name="유승철" userId="9584054c-e08f-4935-bde6-b53c2dd0dfbc" providerId="ADAL" clId="{BDF87E7B-46CF-4FEA-A0C3-16754A739EE6}"/>
    <pc:docChg chg="undo redo custSel modSld">
      <pc:chgData name="유승철" userId="9584054c-e08f-4935-bde6-b53c2dd0dfbc" providerId="ADAL" clId="{BDF87E7B-46CF-4FEA-A0C3-16754A739EE6}" dt="2022-02-07T05:16:02.393" v="2594"/>
      <pc:docMkLst>
        <pc:docMk/>
      </pc:docMkLst>
      <pc:sldChg chg="addSp modSp mod">
        <pc:chgData name="유승철" userId="9584054c-e08f-4935-bde6-b53c2dd0dfbc" providerId="ADAL" clId="{BDF87E7B-46CF-4FEA-A0C3-16754A739EE6}" dt="2022-02-07T05:16:02.393" v="2594"/>
        <pc:sldMkLst>
          <pc:docMk/>
          <pc:sldMk cId="882373454" sldId="274"/>
        </pc:sldMkLst>
        <pc:spChg chg="add mod">
          <ac:chgData name="유승철" userId="9584054c-e08f-4935-bde6-b53c2dd0dfbc" providerId="ADAL" clId="{BDF87E7B-46CF-4FEA-A0C3-16754A739EE6}" dt="2022-02-03T10:09:57.442" v="1214" actId="1038"/>
          <ac:spMkLst>
            <pc:docMk/>
            <pc:sldMk cId="882373454" sldId="274"/>
            <ac:spMk id="43" creationId="{BA847C91-CC62-4481-B2C5-FC0652D4C52E}"/>
          </ac:spMkLst>
        </pc:spChg>
        <pc:spChg chg="mod">
          <ac:chgData name="유승철" userId="9584054c-e08f-4935-bde6-b53c2dd0dfbc" providerId="ADAL" clId="{BDF87E7B-46CF-4FEA-A0C3-16754A739EE6}" dt="2022-02-07T04:35:50.545" v="2038" actId="313"/>
          <ac:spMkLst>
            <pc:docMk/>
            <pc:sldMk cId="882373454" sldId="274"/>
            <ac:spMk id="111" creationId="{DBDB8DD5-5529-4E2C-9BDB-5CAB844DDD5F}"/>
          </ac:spMkLst>
        </pc:spChg>
        <pc:spChg chg="mod">
          <ac:chgData name="유승철" userId="9584054c-e08f-4935-bde6-b53c2dd0dfbc" providerId="ADAL" clId="{BDF87E7B-46CF-4FEA-A0C3-16754A739EE6}" dt="2022-02-07T04:44:18.986" v="2360" actId="20577"/>
          <ac:spMkLst>
            <pc:docMk/>
            <pc:sldMk cId="882373454" sldId="274"/>
            <ac:spMk id="113" creationId="{EB58FF82-05F3-4413-9FB5-F5EA9CADDCA7}"/>
          </ac:spMkLst>
        </pc:spChg>
        <pc:spChg chg="mod">
          <ac:chgData name="유승철" userId="9584054c-e08f-4935-bde6-b53c2dd0dfbc" providerId="ADAL" clId="{BDF87E7B-46CF-4FEA-A0C3-16754A739EE6}" dt="2022-02-07T04:58:00.282" v="2570"/>
          <ac:spMkLst>
            <pc:docMk/>
            <pc:sldMk cId="882373454" sldId="274"/>
            <ac:spMk id="120" creationId="{EB967800-E859-441B-8863-D4C44B7097F0}"/>
          </ac:spMkLst>
        </pc:spChg>
        <pc:spChg chg="mod">
          <ac:chgData name="유승철" userId="9584054c-e08f-4935-bde6-b53c2dd0dfbc" providerId="ADAL" clId="{BDF87E7B-46CF-4FEA-A0C3-16754A739EE6}" dt="2022-02-07T04:58:00.282" v="2570"/>
          <ac:spMkLst>
            <pc:docMk/>
            <pc:sldMk cId="882373454" sldId="274"/>
            <ac:spMk id="121" creationId="{659ACBE8-EF0A-44CE-BF82-06A74681EE4B}"/>
          </ac:spMkLst>
        </pc:spChg>
        <pc:spChg chg="mod">
          <ac:chgData name="유승철" userId="9584054c-e08f-4935-bde6-b53c2dd0dfbc" providerId="ADAL" clId="{BDF87E7B-46CF-4FEA-A0C3-16754A739EE6}" dt="2022-02-07T04:58:00.282" v="2570"/>
          <ac:spMkLst>
            <pc:docMk/>
            <pc:sldMk cId="882373454" sldId="274"/>
            <ac:spMk id="122" creationId="{68D86FB5-FE22-4A5C-9881-2ABD30ED15CD}"/>
          </ac:spMkLst>
        </pc:spChg>
        <pc:spChg chg="mod">
          <ac:chgData name="유승철" userId="9584054c-e08f-4935-bde6-b53c2dd0dfbc" providerId="ADAL" clId="{BDF87E7B-46CF-4FEA-A0C3-16754A739EE6}" dt="2022-02-07T04:58:00.282" v="2570"/>
          <ac:spMkLst>
            <pc:docMk/>
            <pc:sldMk cId="882373454" sldId="274"/>
            <ac:spMk id="123" creationId="{F91271BF-7767-419F-B9D9-00CD1CF74A69}"/>
          </ac:spMkLst>
        </pc:spChg>
        <pc:spChg chg="mod">
          <ac:chgData name="유승철" userId="9584054c-e08f-4935-bde6-b53c2dd0dfbc" providerId="ADAL" clId="{BDF87E7B-46CF-4FEA-A0C3-16754A739EE6}" dt="2022-02-07T05:16:02.393" v="2594"/>
          <ac:spMkLst>
            <pc:docMk/>
            <pc:sldMk cId="882373454" sldId="274"/>
            <ac:spMk id="124" creationId="{64B7CCAC-2819-43E1-AB74-8C89226C4573}"/>
          </ac:spMkLst>
        </pc:spChg>
        <pc:spChg chg="mod">
          <ac:chgData name="유승철" userId="9584054c-e08f-4935-bde6-b53c2dd0dfbc" providerId="ADAL" clId="{BDF87E7B-46CF-4FEA-A0C3-16754A739EE6}" dt="2022-02-07T04:58:44.575" v="2586"/>
          <ac:spMkLst>
            <pc:docMk/>
            <pc:sldMk cId="882373454" sldId="274"/>
            <ac:spMk id="125" creationId="{C3317DC3-88E8-4464-9234-FBB132137B2C}"/>
          </ac:spMkLst>
        </pc:spChg>
        <pc:spChg chg="mod">
          <ac:chgData name="유승철" userId="9584054c-e08f-4935-bde6-b53c2dd0dfbc" providerId="ADAL" clId="{BDF87E7B-46CF-4FEA-A0C3-16754A739EE6}" dt="2022-02-07T04:58:33.748" v="2584" actId="20577"/>
          <ac:spMkLst>
            <pc:docMk/>
            <pc:sldMk cId="882373454" sldId="274"/>
            <ac:spMk id="127" creationId="{A9756532-47B7-4712-A28F-D1EFE3461750}"/>
          </ac:spMkLst>
        </pc:spChg>
        <pc:spChg chg="mod">
          <ac:chgData name="유승철" userId="9584054c-e08f-4935-bde6-b53c2dd0dfbc" providerId="ADAL" clId="{BDF87E7B-46CF-4FEA-A0C3-16754A739EE6}" dt="2022-02-07T04:58:00.282" v="2570"/>
          <ac:spMkLst>
            <pc:docMk/>
            <pc:sldMk cId="882373454" sldId="274"/>
            <ac:spMk id="128" creationId="{8E7328AE-2828-4833-8F17-5DE70A848F3E}"/>
          </ac:spMkLst>
        </pc:spChg>
        <pc:spChg chg="mod">
          <ac:chgData name="유승철" userId="9584054c-e08f-4935-bde6-b53c2dd0dfbc" providerId="ADAL" clId="{BDF87E7B-46CF-4FEA-A0C3-16754A739EE6}" dt="2022-02-07T04:58:51.431" v="2588"/>
          <ac:spMkLst>
            <pc:docMk/>
            <pc:sldMk cId="882373454" sldId="274"/>
            <ac:spMk id="130" creationId="{77C85092-3F0B-4B18-934D-0B5941FB7FD1}"/>
          </ac:spMkLst>
        </pc:spChg>
        <pc:spChg chg="mod">
          <ac:chgData name="유승철" userId="9584054c-e08f-4935-bde6-b53c2dd0dfbc" providerId="ADAL" clId="{BDF87E7B-46CF-4FEA-A0C3-16754A739EE6}" dt="2022-02-07T04:58:59.527" v="2590"/>
          <ac:spMkLst>
            <pc:docMk/>
            <pc:sldMk cId="882373454" sldId="274"/>
            <ac:spMk id="136" creationId="{A1F6E6E5-8AD2-4B1D-8B30-C78E7E9AACF6}"/>
          </ac:spMkLst>
        </pc:spChg>
        <pc:spChg chg="mod">
          <ac:chgData name="유승철" userId="9584054c-e08f-4935-bde6-b53c2dd0dfbc" providerId="ADAL" clId="{BDF87E7B-46CF-4FEA-A0C3-16754A739EE6}" dt="2022-02-07T04:59:04.248" v="2592"/>
          <ac:spMkLst>
            <pc:docMk/>
            <pc:sldMk cId="882373454" sldId="274"/>
            <ac:spMk id="137" creationId="{3CB0CD89-CF11-4458-860B-ED11913BD7BE}"/>
          </ac:spMkLst>
        </pc:spChg>
        <pc:spChg chg="mod">
          <ac:chgData name="유승철" userId="9584054c-e08f-4935-bde6-b53c2dd0dfbc" providerId="ADAL" clId="{BDF87E7B-46CF-4FEA-A0C3-16754A739EE6}" dt="2022-02-07T04:58:59.527" v="2590"/>
          <ac:spMkLst>
            <pc:docMk/>
            <pc:sldMk cId="882373454" sldId="274"/>
            <ac:spMk id="138" creationId="{1F856BF8-66D5-4613-9430-3D1397B50422}"/>
          </ac:spMkLst>
        </pc:spChg>
        <pc:spChg chg="mod">
          <ac:chgData name="유승철" userId="9584054c-e08f-4935-bde6-b53c2dd0dfbc" providerId="ADAL" clId="{BDF87E7B-46CF-4FEA-A0C3-16754A739EE6}" dt="2022-02-07T04:58:59.527" v="2590"/>
          <ac:spMkLst>
            <pc:docMk/>
            <pc:sldMk cId="882373454" sldId="274"/>
            <ac:spMk id="139" creationId="{21E0BDBC-66AC-485A-801C-218154DF3576}"/>
          </ac:spMkLst>
        </pc:spChg>
        <pc:spChg chg="mod">
          <ac:chgData name="유승철" userId="9584054c-e08f-4935-bde6-b53c2dd0dfbc" providerId="ADAL" clId="{BDF87E7B-46CF-4FEA-A0C3-16754A739EE6}" dt="2022-02-07T04:58:59.527" v="2590"/>
          <ac:spMkLst>
            <pc:docMk/>
            <pc:sldMk cId="882373454" sldId="274"/>
            <ac:spMk id="140" creationId="{00CD9B01-DEC9-4F37-8F72-B1EBECE1F0F1}"/>
          </ac:spMkLst>
        </pc:spChg>
        <pc:spChg chg="mod">
          <ac:chgData name="유승철" userId="9584054c-e08f-4935-bde6-b53c2dd0dfbc" providerId="ADAL" clId="{BDF87E7B-46CF-4FEA-A0C3-16754A739EE6}" dt="2022-02-07T04:58:59.527" v="2590"/>
          <ac:spMkLst>
            <pc:docMk/>
            <pc:sldMk cId="882373454" sldId="274"/>
            <ac:spMk id="141" creationId="{856439B5-C347-42C8-878D-9AD9014DC92C}"/>
          </ac:spMkLst>
        </pc:spChg>
        <pc:grpChg chg="mod">
          <ac:chgData name="유승철" userId="9584054c-e08f-4935-bde6-b53c2dd0dfbc" providerId="ADAL" clId="{BDF87E7B-46CF-4FEA-A0C3-16754A739EE6}" dt="2022-02-07T04:58:00.282" v="2570"/>
          <ac:grpSpMkLst>
            <pc:docMk/>
            <pc:sldMk cId="882373454" sldId="274"/>
            <ac:grpSpMk id="115" creationId="{A4CE1D3A-5EB7-4BAE-87D1-0CAD11259B22}"/>
          </ac:grpSpMkLst>
        </pc:grpChg>
        <pc:grpChg chg="mod">
          <ac:chgData name="유승철" userId="9584054c-e08f-4935-bde6-b53c2dd0dfbc" providerId="ADAL" clId="{BDF87E7B-46CF-4FEA-A0C3-16754A739EE6}" dt="2022-02-07T04:58:00.282" v="2570"/>
          <ac:grpSpMkLst>
            <pc:docMk/>
            <pc:sldMk cId="882373454" sldId="274"/>
            <ac:grpSpMk id="116" creationId="{281284E7-E1D3-47FC-9FF2-1D6DE5B963E2}"/>
          </ac:grpSpMkLst>
        </pc:grpChg>
        <pc:grpChg chg="mod">
          <ac:chgData name="유승철" userId="9584054c-e08f-4935-bde6-b53c2dd0dfbc" providerId="ADAL" clId="{BDF87E7B-46CF-4FEA-A0C3-16754A739EE6}" dt="2022-02-07T04:58:00.282" v="2570"/>
          <ac:grpSpMkLst>
            <pc:docMk/>
            <pc:sldMk cId="882373454" sldId="274"/>
            <ac:grpSpMk id="117" creationId="{530BE63E-7FDF-41F2-964F-150DE91774E3}"/>
          </ac:grpSpMkLst>
        </pc:grpChg>
        <pc:grpChg chg="mod">
          <ac:chgData name="유승철" userId="9584054c-e08f-4935-bde6-b53c2dd0dfbc" providerId="ADAL" clId="{BDF87E7B-46CF-4FEA-A0C3-16754A739EE6}" dt="2022-02-07T04:58:00.282" v="2570"/>
          <ac:grpSpMkLst>
            <pc:docMk/>
            <pc:sldMk cId="882373454" sldId="274"/>
            <ac:grpSpMk id="118" creationId="{08E925E5-B044-4721-A7CD-7A81B2225DA9}"/>
          </ac:grpSpMkLst>
        </pc:grpChg>
        <pc:grpChg chg="mod">
          <ac:chgData name="유승철" userId="9584054c-e08f-4935-bde6-b53c2dd0dfbc" providerId="ADAL" clId="{BDF87E7B-46CF-4FEA-A0C3-16754A739EE6}" dt="2022-02-07T04:58:00.282" v="2570"/>
          <ac:grpSpMkLst>
            <pc:docMk/>
            <pc:sldMk cId="882373454" sldId="274"/>
            <ac:grpSpMk id="119" creationId="{FF851E07-7E2B-47E0-96DA-CC1CA1E6FEAA}"/>
          </ac:grpSpMkLst>
        </pc:grpChg>
        <pc:grpChg chg="mod">
          <ac:chgData name="유승철" userId="9584054c-e08f-4935-bde6-b53c2dd0dfbc" providerId="ADAL" clId="{BDF87E7B-46CF-4FEA-A0C3-16754A739EE6}" dt="2022-02-07T04:58:00.282" v="2570"/>
          <ac:grpSpMkLst>
            <pc:docMk/>
            <pc:sldMk cId="882373454" sldId="274"/>
            <ac:grpSpMk id="126" creationId="{93B88F50-7FCF-4050-B588-02A9FDE6C11B}"/>
          </ac:grpSpMkLst>
        </pc:grpChg>
        <pc:grpChg chg="mod">
          <ac:chgData name="유승철" userId="9584054c-e08f-4935-bde6-b53c2dd0dfbc" providerId="ADAL" clId="{BDF87E7B-46CF-4FEA-A0C3-16754A739EE6}" dt="2022-02-07T04:58:59.527" v="2590"/>
          <ac:grpSpMkLst>
            <pc:docMk/>
            <pc:sldMk cId="882373454" sldId="274"/>
            <ac:grpSpMk id="132" creationId="{09C44648-97FC-4D91-979F-38DCEFE3B56B}"/>
          </ac:grpSpMkLst>
        </pc:grpChg>
        <pc:grpChg chg="mod">
          <ac:chgData name="유승철" userId="9584054c-e08f-4935-bde6-b53c2dd0dfbc" providerId="ADAL" clId="{BDF87E7B-46CF-4FEA-A0C3-16754A739EE6}" dt="2022-02-07T04:58:59.527" v="2590"/>
          <ac:grpSpMkLst>
            <pc:docMk/>
            <pc:sldMk cId="882373454" sldId="274"/>
            <ac:grpSpMk id="133" creationId="{F5E8CC30-5AD3-43DC-A249-E0E9F6EC1405}"/>
          </ac:grpSpMkLst>
        </pc:grpChg>
        <pc:grpChg chg="mod">
          <ac:chgData name="유승철" userId="9584054c-e08f-4935-bde6-b53c2dd0dfbc" providerId="ADAL" clId="{BDF87E7B-46CF-4FEA-A0C3-16754A739EE6}" dt="2022-02-07T04:58:59.527" v="2590"/>
          <ac:grpSpMkLst>
            <pc:docMk/>
            <pc:sldMk cId="882373454" sldId="274"/>
            <ac:grpSpMk id="134" creationId="{898EF8BE-4ECB-4521-BFC7-426618EF4006}"/>
          </ac:grpSpMkLst>
        </pc:grpChg>
        <pc:grpChg chg="mod">
          <ac:chgData name="유승철" userId="9584054c-e08f-4935-bde6-b53c2dd0dfbc" providerId="ADAL" clId="{BDF87E7B-46CF-4FEA-A0C3-16754A739EE6}" dt="2022-02-07T04:58:59.527" v="2590"/>
          <ac:grpSpMkLst>
            <pc:docMk/>
            <pc:sldMk cId="882373454" sldId="274"/>
            <ac:grpSpMk id="135" creationId="{7C5343B3-BC3F-4DF8-B754-62D83A9357F9}"/>
          </ac:grpSpMkLst>
        </pc:grpChg>
        <pc:picChg chg="mod">
          <ac:chgData name="유승철" userId="9584054c-e08f-4935-bde6-b53c2dd0dfbc" providerId="ADAL" clId="{BDF87E7B-46CF-4FEA-A0C3-16754A739EE6}" dt="2022-02-07T04:58:00.282" v="2570"/>
          <ac:picMkLst>
            <pc:docMk/>
            <pc:sldMk cId="882373454" sldId="274"/>
            <ac:picMk id="131" creationId="{883A5044-89BA-4570-A83D-438AB426A4EF}"/>
          </ac:picMkLst>
        </pc:picChg>
        <pc:picChg chg="mod">
          <ac:chgData name="유승철" userId="9584054c-e08f-4935-bde6-b53c2dd0dfbc" providerId="ADAL" clId="{BDF87E7B-46CF-4FEA-A0C3-16754A739EE6}" dt="2022-02-07T04:58:59.527" v="2590"/>
          <ac:picMkLst>
            <pc:docMk/>
            <pc:sldMk cId="882373454" sldId="274"/>
            <ac:picMk id="142" creationId="{6CC4D5EC-24C6-4F0D-BADE-602738A101BC}"/>
          </ac:picMkLst>
        </pc:picChg>
      </pc:sldChg>
    </pc:docChg>
  </pc:docChgLst>
  <pc:docChgLst>
    <pc:chgData name="유승철" userId="9584054c-e08f-4935-bde6-b53c2dd0dfbc" providerId="ADAL" clId="{44BA6A1D-BCA6-4F60-9B7C-0F8C89E3454F}"/>
    <pc:docChg chg="undo custSel modSld">
      <pc:chgData name="유승철" userId="9584054c-e08f-4935-bde6-b53c2dd0dfbc" providerId="ADAL" clId="{44BA6A1D-BCA6-4F60-9B7C-0F8C89E3454F}" dt="2022-01-13T09:42:51.519" v="1322" actId="33524"/>
      <pc:docMkLst>
        <pc:docMk/>
      </pc:docMkLst>
      <pc:sldChg chg="addSp modSp mod">
        <pc:chgData name="유승철" userId="9584054c-e08f-4935-bde6-b53c2dd0dfbc" providerId="ADAL" clId="{44BA6A1D-BCA6-4F60-9B7C-0F8C89E3454F}" dt="2022-01-13T09:42:51.519" v="1322" actId="33524"/>
        <pc:sldMkLst>
          <pc:docMk/>
          <pc:sldMk cId="2782649627" sldId="272"/>
        </pc:sldMkLst>
        <pc:spChg chg="mod">
          <ac:chgData name="유승철" userId="9584054c-e08f-4935-bde6-b53c2dd0dfbc" providerId="ADAL" clId="{44BA6A1D-BCA6-4F60-9B7C-0F8C89E3454F}" dt="2022-01-13T09:42:51.519" v="1322" actId="33524"/>
          <ac:spMkLst>
            <pc:docMk/>
            <pc:sldMk cId="2782649627" sldId="272"/>
            <ac:spMk id="47" creationId="{373EF603-C53A-4E07-AFCB-6FE79C904B66}"/>
          </ac:spMkLst>
        </pc:spChg>
        <pc:spChg chg="mod">
          <ac:chgData name="유승철" userId="9584054c-e08f-4935-bde6-b53c2dd0dfbc" providerId="ADAL" clId="{44BA6A1D-BCA6-4F60-9B7C-0F8C89E3454F}" dt="2022-01-12T05:16:33.189" v="154" actId="571"/>
          <ac:spMkLst>
            <pc:docMk/>
            <pc:sldMk cId="2782649627" sldId="272"/>
            <ac:spMk id="99" creationId="{848EAD98-174F-457B-95FA-F8BAFD72A9B4}"/>
          </ac:spMkLst>
        </pc:spChg>
        <pc:spChg chg="mod">
          <ac:chgData name="유승철" userId="9584054c-e08f-4935-bde6-b53c2dd0dfbc" providerId="ADAL" clId="{44BA6A1D-BCA6-4F60-9B7C-0F8C89E3454F}" dt="2022-01-12T05:16:33.189" v="154" actId="571"/>
          <ac:spMkLst>
            <pc:docMk/>
            <pc:sldMk cId="2782649627" sldId="272"/>
            <ac:spMk id="100" creationId="{9F82071E-C5C6-4EC6-99E9-2FAD2EE1C43B}"/>
          </ac:spMkLst>
        </pc:spChg>
        <pc:grpChg chg="mod">
          <ac:chgData name="유승철" userId="9584054c-e08f-4935-bde6-b53c2dd0dfbc" providerId="ADAL" clId="{44BA6A1D-BCA6-4F60-9B7C-0F8C89E3454F}" dt="2022-01-12T05:16:33.189" v="154" actId="571"/>
          <ac:grpSpMkLst>
            <pc:docMk/>
            <pc:sldMk cId="2782649627" sldId="272"/>
            <ac:grpSpMk id="98" creationId="{839BBC90-FB15-40B8-A6A2-6CFB01CB706C}"/>
          </ac:grpSpMkLst>
        </pc:grpChg>
        <pc:picChg chg="add mod">
          <ac:chgData name="유승철" userId="9584054c-e08f-4935-bde6-b53c2dd0dfbc" providerId="ADAL" clId="{44BA6A1D-BCA6-4F60-9B7C-0F8C89E3454F}" dt="2022-01-12T05:16:33.189" v="154" actId="571"/>
          <ac:picMkLst>
            <pc:docMk/>
            <pc:sldMk cId="2782649627" sldId="272"/>
            <ac:picMk id="45" creationId="{B6BC6E4B-BE14-4499-BF28-A74AD68D9BC2}"/>
          </ac:picMkLst>
        </pc:picChg>
        <pc:picChg chg="add mod">
          <ac:chgData name="유승철" userId="9584054c-e08f-4935-bde6-b53c2dd0dfbc" providerId="ADAL" clId="{44BA6A1D-BCA6-4F60-9B7C-0F8C89E3454F}" dt="2022-01-12T05:16:33.189" v="154" actId="571"/>
          <ac:picMkLst>
            <pc:docMk/>
            <pc:sldMk cId="2782649627" sldId="272"/>
            <ac:picMk id="61" creationId="{1F4D1639-0FE9-4213-8420-3A5C106C799B}"/>
          </ac:picMkLst>
        </pc:picChg>
        <pc:picChg chg="mod">
          <ac:chgData name="유승철" userId="9584054c-e08f-4935-bde6-b53c2dd0dfbc" providerId="ADAL" clId="{44BA6A1D-BCA6-4F60-9B7C-0F8C89E3454F}" dt="2022-01-12T05:16:33.189" v="154" actId="571"/>
          <ac:picMkLst>
            <pc:docMk/>
            <pc:sldMk cId="2782649627" sldId="272"/>
            <ac:picMk id="102" creationId="{72BE0A62-01BF-4C18-8096-C846AFC6124B}"/>
          </ac:picMkLst>
        </pc:picChg>
        <pc:picChg chg="mod">
          <ac:chgData name="유승철" userId="9584054c-e08f-4935-bde6-b53c2dd0dfbc" providerId="ADAL" clId="{44BA6A1D-BCA6-4F60-9B7C-0F8C89E3454F}" dt="2022-01-12T05:16:33.189" v="154" actId="571"/>
          <ac:picMkLst>
            <pc:docMk/>
            <pc:sldMk cId="2782649627" sldId="272"/>
            <ac:picMk id="103" creationId="{DF7AB0BF-A693-4B3B-9DC5-EDA722F9E84F}"/>
          </ac:picMkLst>
        </pc:picChg>
        <pc:picChg chg="mod">
          <ac:chgData name="유승철" userId="9584054c-e08f-4935-bde6-b53c2dd0dfbc" providerId="ADAL" clId="{44BA6A1D-BCA6-4F60-9B7C-0F8C89E3454F}" dt="2022-01-12T05:16:33.189" v="154" actId="571"/>
          <ac:picMkLst>
            <pc:docMk/>
            <pc:sldMk cId="2782649627" sldId="272"/>
            <ac:picMk id="104" creationId="{3E185006-B5AB-4461-AA04-D0379A315F1D}"/>
          </ac:picMkLst>
        </pc:picChg>
        <pc:cxnChg chg="mod">
          <ac:chgData name="유승철" userId="9584054c-e08f-4935-bde6-b53c2dd0dfbc" providerId="ADAL" clId="{44BA6A1D-BCA6-4F60-9B7C-0F8C89E3454F}" dt="2022-01-12T05:16:39.506" v="156" actId="14100"/>
          <ac:cxnSpMkLst>
            <pc:docMk/>
            <pc:sldMk cId="2782649627" sldId="272"/>
            <ac:cxnSpMk id="101" creationId="{F48C9F8E-7881-490D-8B84-7ED5C32D1589}"/>
          </ac:cxnSpMkLst>
        </pc:cxnChg>
      </pc:sldChg>
      <pc:sldChg chg="modSp mod">
        <pc:chgData name="유승철" userId="9584054c-e08f-4935-bde6-b53c2dd0dfbc" providerId="ADAL" clId="{44BA6A1D-BCA6-4F60-9B7C-0F8C89E3454F}" dt="2022-01-13T03:19:06.878" v="1321" actId="20577"/>
        <pc:sldMkLst>
          <pc:docMk/>
          <pc:sldMk cId="882373454" sldId="274"/>
        </pc:sldMkLst>
        <pc:spChg chg="mod">
          <ac:chgData name="유승철" userId="9584054c-e08f-4935-bde6-b53c2dd0dfbc" providerId="ADAL" clId="{44BA6A1D-BCA6-4F60-9B7C-0F8C89E3454F}" dt="2022-01-13T03:14:36.047" v="1183" actId="1076"/>
          <ac:spMkLst>
            <pc:docMk/>
            <pc:sldMk cId="882373454" sldId="274"/>
            <ac:spMk id="44" creationId="{B792748D-837A-4BDB-9F4A-2B36C0B18BFE}"/>
          </ac:spMkLst>
        </pc:spChg>
        <pc:spChg chg="mod">
          <ac:chgData name="유승철" userId="9584054c-e08f-4935-bde6-b53c2dd0dfbc" providerId="ADAL" clId="{44BA6A1D-BCA6-4F60-9B7C-0F8C89E3454F}" dt="2022-01-12T02:21:13.074" v="9" actId="5793"/>
          <ac:spMkLst>
            <pc:docMk/>
            <pc:sldMk cId="882373454" sldId="274"/>
            <ac:spMk id="111" creationId="{DBDB8DD5-5529-4E2C-9BDB-5CAB844DDD5F}"/>
          </ac:spMkLst>
        </pc:spChg>
        <pc:spChg chg="mod">
          <ac:chgData name="유승철" userId="9584054c-e08f-4935-bde6-b53c2dd0dfbc" providerId="ADAL" clId="{44BA6A1D-BCA6-4F60-9B7C-0F8C89E3454F}" dt="2022-01-13T03:19:06.878" v="1321" actId="20577"/>
          <ac:spMkLst>
            <pc:docMk/>
            <pc:sldMk cId="882373454" sldId="274"/>
            <ac:spMk id="113" creationId="{EB58FF82-05F3-4413-9FB5-F5EA9CADDCA7}"/>
          </ac:spMkLst>
        </pc:spChg>
        <pc:spChg chg="mod">
          <ac:chgData name="유승철" userId="9584054c-e08f-4935-bde6-b53c2dd0dfbc" providerId="ADAL" clId="{44BA6A1D-BCA6-4F60-9B7C-0F8C89E3454F}" dt="2022-01-12T05:23:39.300" v="164" actId="20577"/>
          <ac:spMkLst>
            <pc:docMk/>
            <pc:sldMk cId="882373454" sldId="274"/>
            <ac:spMk id="120" creationId="{EB967800-E859-441B-8863-D4C44B7097F0}"/>
          </ac:spMkLst>
        </pc:spChg>
        <pc:spChg chg="mod">
          <ac:chgData name="유승철" userId="9584054c-e08f-4935-bde6-b53c2dd0dfbc" providerId="ADAL" clId="{44BA6A1D-BCA6-4F60-9B7C-0F8C89E3454F}" dt="2022-01-12T05:24:46.153" v="244" actId="20577"/>
          <ac:spMkLst>
            <pc:docMk/>
            <pc:sldMk cId="882373454" sldId="274"/>
            <ac:spMk id="121" creationId="{659ACBE8-EF0A-44CE-BF82-06A74681EE4B}"/>
          </ac:spMkLst>
        </pc:spChg>
        <pc:spChg chg="mod">
          <ac:chgData name="유승철" userId="9584054c-e08f-4935-bde6-b53c2dd0dfbc" providerId="ADAL" clId="{44BA6A1D-BCA6-4F60-9B7C-0F8C89E3454F}" dt="2022-01-12T05:12:58.267" v="139" actId="20577"/>
          <ac:spMkLst>
            <pc:docMk/>
            <pc:sldMk cId="882373454" sldId="274"/>
            <ac:spMk id="123" creationId="{F91271BF-7767-419F-B9D9-00CD1CF74A69}"/>
          </ac:spMkLst>
        </pc:spChg>
        <pc:spChg chg="mod">
          <ac:chgData name="유승철" userId="9584054c-e08f-4935-bde6-b53c2dd0dfbc" providerId="ADAL" clId="{44BA6A1D-BCA6-4F60-9B7C-0F8C89E3454F}" dt="2022-01-13T01:41:37.211" v="787" actId="20577"/>
          <ac:spMkLst>
            <pc:docMk/>
            <pc:sldMk cId="882373454" sldId="274"/>
            <ac:spMk id="124" creationId="{64B7CCAC-2819-43E1-AB74-8C89226C4573}"/>
          </ac:spMkLst>
        </pc:spChg>
        <pc:spChg chg="mod">
          <ac:chgData name="유승철" userId="9584054c-e08f-4935-bde6-b53c2dd0dfbc" providerId="ADAL" clId="{44BA6A1D-BCA6-4F60-9B7C-0F8C89E3454F}" dt="2022-01-13T01:18:51.706" v="599" actId="20577"/>
          <ac:spMkLst>
            <pc:docMk/>
            <pc:sldMk cId="882373454" sldId="274"/>
            <ac:spMk id="125" creationId="{C3317DC3-88E8-4464-9234-FBB132137B2C}"/>
          </ac:spMkLst>
        </pc:spChg>
        <pc:spChg chg="mod">
          <ac:chgData name="유승철" userId="9584054c-e08f-4935-bde6-b53c2dd0dfbc" providerId="ADAL" clId="{44BA6A1D-BCA6-4F60-9B7C-0F8C89E3454F}" dt="2022-01-12T05:27:51.816" v="285" actId="20577"/>
          <ac:spMkLst>
            <pc:docMk/>
            <pc:sldMk cId="882373454" sldId="274"/>
            <ac:spMk id="136" creationId="{A1F6E6E5-8AD2-4B1D-8B30-C78E7E9AACF6}"/>
          </ac:spMkLst>
        </pc:spChg>
        <pc:spChg chg="mod">
          <ac:chgData name="유승철" userId="9584054c-e08f-4935-bde6-b53c2dd0dfbc" providerId="ADAL" clId="{44BA6A1D-BCA6-4F60-9B7C-0F8C89E3454F}" dt="2022-01-12T02:28:49.039" v="116" actId="20577"/>
          <ac:spMkLst>
            <pc:docMk/>
            <pc:sldMk cId="882373454" sldId="274"/>
            <ac:spMk id="138" creationId="{1F856BF8-66D5-4613-9430-3D1397B50422}"/>
          </ac:spMkLst>
        </pc:spChg>
        <pc:spChg chg="mod">
          <ac:chgData name="유승철" userId="9584054c-e08f-4935-bde6-b53c2dd0dfbc" providerId="ADAL" clId="{44BA6A1D-BCA6-4F60-9B7C-0F8C89E3454F}" dt="2022-01-12T05:27:06.170" v="283" actId="20577"/>
          <ac:spMkLst>
            <pc:docMk/>
            <pc:sldMk cId="882373454" sldId="274"/>
            <ac:spMk id="139" creationId="{21E0BDBC-66AC-485A-801C-218154DF3576}"/>
          </ac:spMkLst>
        </pc:spChg>
        <pc:spChg chg="mod">
          <ac:chgData name="유승철" userId="9584054c-e08f-4935-bde6-b53c2dd0dfbc" providerId="ADAL" clId="{44BA6A1D-BCA6-4F60-9B7C-0F8C89E3454F}" dt="2022-01-12T05:54:53.366" v="542" actId="20577"/>
          <ac:spMkLst>
            <pc:docMk/>
            <pc:sldMk cId="882373454" sldId="274"/>
            <ac:spMk id="141" creationId="{856439B5-C347-42C8-878D-9AD9014DC92C}"/>
          </ac:spMkLst>
        </pc:spChg>
        <pc:grpChg chg="mod">
          <ac:chgData name="유승철" userId="9584054c-e08f-4935-bde6-b53c2dd0dfbc" providerId="ADAL" clId="{44BA6A1D-BCA6-4F60-9B7C-0F8C89E3454F}" dt="2022-01-13T03:14:49.203" v="1184" actId="465"/>
          <ac:grpSpMkLst>
            <pc:docMk/>
            <pc:sldMk cId="882373454" sldId="274"/>
            <ac:grpSpMk id="115" creationId="{A4CE1D3A-5EB7-4BAE-87D1-0CAD11259B22}"/>
          </ac:grpSpMkLst>
        </pc:grpChg>
      </pc:sldChg>
    </pc:docChg>
  </pc:docChgLst>
  <pc:docChgLst>
    <pc:chgData name="이유림" userId="c4f7c10e-9591-4e08-8489-adf65147d8f2" providerId="ADAL" clId="{9D529316-6B5D-450F-91BE-478AD5869D02}"/>
    <pc:docChg chg="undo redo custSel modSld modNotesMaster">
      <pc:chgData name="이유림" userId="c4f7c10e-9591-4e08-8489-adf65147d8f2" providerId="ADAL" clId="{9D529316-6B5D-450F-91BE-478AD5869D02}" dt="2025-02-14T07:10:27.214" v="4942"/>
      <pc:docMkLst>
        <pc:docMk/>
      </pc:docMkLst>
      <pc:sldChg chg="addSp delSp modSp mod">
        <pc:chgData name="이유림" userId="c4f7c10e-9591-4e08-8489-adf65147d8f2" providerId="ADAL" clId="{9D529316-6B5D-450F-91BE-478AD5869D02}" dt="2025-02-14T07:10:27.214" v="4942"/>
        <pc:sldMkLst>
          <pc:docMk/>
          <pc:sldMk cId="2782649627" sldId="272"/>
        </pc:sldMkLst>
        <pc:spChg chg="mod">
          <ac:chgData name="이유림" userId="c4f7c10e-9591-4e08-8489-adf65147d8f2" providerId="ADAL" clId="{9D529316-6B5D-450F-91BE-478AD5869D02}" dt="2025-02-11T05:36:20.063" v="27"/>
          <ac:spMkLst>
            <pc:docMk/>
            <pc:sldMk cId="2782649627" sldId="272"/>
            <ac:spMk id="5" creationId="{82305561-9C83-4AF0-BE74-852E6825B240}"/>
          </ac:spMkLst>
        </pc:spChg>
        <pc:spChg chg="mod">
          <ac:chgData name="이유림" userId="c4f7c10e-9591-4e08-8489-adf65147d8f2" providerId="ADAL" clId="{9D529316-6B5D-450F-91BE-478AD5869D02}" dt="2025-02-12T08:00:25.016" v="4852"/>
          <ac:spMkLst>
            <pc:docMk/>
            <pc:sldMk cId="2782649627" sldId="272"/>
            <ac:spMk id="11" creationId="{36AA5479-47ED-4F83-C213-BE858A3081CD}"/>
          </ac:spMkLst>
        </pc:spChg>
        <pc:spChg chg="mod">
          <ac:chgData name="이유림" userId="c4f7c10e-9591-4e08-8489-adf65147d8f2" providerId="ADAL" clId="{9D529316-6B5D-450F-91BE-478AD5869D02}" dt="2025-02-11T05:45:35.355" v="29"/>
          <ac:spMkLst>
            <pc:docMk/>
            <pc:sldMk cId="2782649627" sldId="272"/>
            <ac:spMk id="29" creationId="{C3763EC6-B335-B5DF-A1C9-DEC642B24522}"/>
          </ac:spMkLst>
        </pc:spChg>
        <pc:spChg chg="mod">
          <ac:chgData name="이유림" userId="c4f7c10e-9591-4e08-8489-adf65147d8f2" providerId="ADAL" clId="{9D529316-6B5D-450F-91BE-478AD5869D02}" dt="2025-02-12T05:25:55.599" v="4010" actId="207"/>
          <ac:spMkLst>
            <pc:docMk/>
            <pc:sldMk cId="2782649627" sldId="272"/>
            <ac:spMk id="48" creationId="{D461C6C1-0714-4640-444E-48DA11551DD3}"/>
          </ac:spMkLst>
        </pc:spChg>
        <pc:spChg chg="mod">
          <ac:chgData name="이유림" userId="c4f7c10e-9591-4e08-8489-adf65147d8f2" providerId="ADAL" clId="{9D529316-6B5D-450F-91BE-478AD5869D02}" dt="2025-02-14T07:10:27.214" v="4942"/>
          <ac:spMkLst>
            <pc:docMk/>
            <pc:sldMk cId="2782649627" sldId="272"/>
            <ac:spMk id="59" creationId="{EC3F25DE-800A-CBD7-2EF9-A07834B9067E}"/>
          </ac:spMkLst>
        </pc:spChg>
        <pc:spChg chg="mod">
          <ac:chgData name="이유림" userId="c4f7c10e-9591-4e08-8489-adf65147d8f2" providerId="ADAL" clId="{9D529316-6B5D-450F-91BE-478AD5869D02}" dt="2025-02-11T05:45:35.355" v="29"/>
          <ac:spMkLst>
            <pc:docMk/>
            <pc:sldMk cId="2782649627" sldId="272"/>
            <ac:spMk id="60" creationId="{470A45BD-A3D5-71A1-C3D8-FA73EA63C98C}"/>
          </ac:spMkLst>
        </pc:spChg>
        <pc:spChg chg="mod">
          <ac:chgData name="이유림" userId="c4f7c10e-9591-4e08-8489-adf65147d8f2" providerId="ADAL" clId="{9D529316-6B5D-450F-91BE-478AD5869D02}" dt="2025-02-12T07:45:39.452" v="4061"/>
          <ac:spMkLst>
            <pc:docMk/>
            <pc:sldMk cId="2782649627" sldId="272"/>
            <ac:spMk id="65" creationId="{A8B70E2F-0FB7-D45E-B52B-5D078ADA1A3D}"/>
          </ac:spMkLst>
        </pc:spChg>
        <pc:grpChg chg="del">
          <ac:chgData name="이유림" userId="c4f7c10e-9591-4e08-8489-adf65147d8f2" providerId="ADAL" clId="{9D529316-6B5D-450F-91BE-478AD5869D02}" dt="2025-02-11T05:45:35.054" v="28" actId="478"/>
          <ac:grpSpMkLst>
            <pc:docMk/>
            <pc:sldMk cId="2782649627" sldId="272"/>
            <ac:grpSpMk id="4" creationId="{F696FF78-C518-64C0-E4A8-F539300F4832}"/>
          </ac:grpSpMkLst>
        </pc:grpChg>
        <pc:grpChg chg="add mod">
          <ac:chgData name="이유림" userId="c4f7c10e-9591-4e08-8489-adf65147d8f2" providerId="ADAL" clId="{9D529316-6B5D-450F-91BE-478AD5869D02}" dt="2025-02-11T05:45:35.355" v="29"/>
          <ac:grpSpMkLst>
            <pc:docMk/>
            <pc:sldMk cId="2782649627" sldId="272"/>
            <ac:grpSpMk id="10" creationId="{FD6106B4-F85C-2E36-39BC-6EF8690F3539}"/>
          </ac:grpSpMkLst>
        </pc:grpChg>
        <pc:grpChg chg="del">
          <ac:chgData name="이유림" userId="c4f7c10e-9591-4e08-8489-adf65147d8f2" providerId="ADAL" clId="{9D529316-6B5D-450F-91BE-478AD5869D02}" dt="2025-02-11T05:45:35.054" v="28" actId="478"/>
          <ac:grpSpMkLst>
            <pc:docMk/>
            <pc:sldMk cId="2782649627" sldId="272"/>
            <ac:grpSpMk id="15" creationId="{5F0C535E-95ED-B717-EA34-446CE7D4C87B}"/>
          </ac:grpSpMkLst>
        </pc:grpChg>
        <pc:grpChg chg="add mod">
          <ac:chgData name="이유림" userId="c4f7c10e-9591-4e08-8489-adf65147d8f2" providerId="ADAL" clId="{9D529316-6B5D-450F-91BE-478AD5869D02}" dt="2025-02-11T05:45:35.355" v="29"/>
          <ac:grpSpMkLst>
            <pc:docMk/>
            <pc:sldMk cId="2782649627" sldId="272"/>
            <ac:grpSpMk id="55" creationId="{89AC6AF9-634D-54C0-B6D5-4B9D498FCF4C}"/>
          </ac:grpSpMkLst>
        </pc:grpChg>
        <pc:grpChg chg="mod">
          <ac:chgData name="이유림" userId="c4f7c10e-9591-4e08-8489-adf65147d8f2" providerId="ADAL" clId="{9D529316-6B5D-450F-91BE-478AD5869D02}" dt="2025-02-11T05:45:35.355" v="29"/>
          <ac:grpSpMkLst>
            <pc:docMk/>
            <pc:sldMk cId="2782649627" sldId="272"/>
            <ac:grpSpMk id="57" creationId="{41BBB541-903C-9DA7-BA8C-0728FB51C8F6}"/>
          </ac:grpSpMkLst>
        </pc:grpChg>
        <pc:picChg chg="mod">
          <ac:chgData name="이유림" userId="c4f7c10e-9591-4e08-8489-adf65147d8f2" providerId="ADAL" clId="{9D529316-6B5D-450F-91BE-478AD5869D02}" dt="2025-02-11T05:45:35.355" v="29"/>
          <ac:picMkLst>
            <pc:docMk/>
            <pc:sldMk cId="2782649627" sldId="272"/>
            <ac:picMk id="33" creationId="{1E476B41-1A8F-8C9A-F74E-1DBBCCBF8A6C}"/>
          </ac:picMkLst>
        </pc:picChg>
        <pc:picChg chg="mod">
          <ac:chgData name="이유림" userId="c4f7c10e-9591-4e08-8489-adf65147d8f2" providerId="ADAL" clId="{9D529316-6B5D-450F-91BE-478AD5869D02}" dt="2025-02-11T05:45:35.355" v="29"/>
          <ac:picMkLst>
            <pc:docMk/>
            <pc:sldMk cId="2782649627" sldId="272"/>
            <ac:picMk id="34" creationId="{FBB2EEF1-26B2-58B5-03C4-05723A94AEBA}"/>
          </ac:picMkLst>
        </pc:picChg>
        <pc:picChg chg="mod">
          <ac:chgData name="이유림" userId="c4f7c10e-9591-4e08-8489-adf65147d8f2" providerId="ADAL" clId="{9D529316-6B5D-450F-91BE-478AD5869D02}" dt="2025-02-11T05:45:35.355" v="29"/>
          <ac:picMkLst>
            <pc:docMk/>
            <pc:sldMk cId="2782649627" sldId="272"/>
            <ac:picMk id="35" creationId="{E966166D-C259-C1F8-EAE6-A30C7F9DA525}"/>
          </ac:picMkLst>
        </pc:picChg>
        <pc:picChg chg="mod">
          <ac:chgData name="이유림" userId="c4f7c10e-9591-4e08-8489-adf65147d8f2" providerId="ADAL" clId="{9D529316-6B5D-450F-91BE-478AD5869D02}" dt="2025-02-11T05:45:35.355" v="29"/>
          <ac:picMkLst>
            <pc:docMk/>
            <pc:sldMk cId="2782649627" sldId="272"/>
            <ac:picMk id="36" creationId="{43FCE88D-EB23-5BB4-424A-1DC3F54081A7}"/>
          </ac:picMkLst>
        </pc:picChg>
        <pc:picChg chg="mod">
          <ac:chgData name="이유림" userId="c4f7c10e-9591-4e08-8489-adf65147d8f2" providerId="ADAL" clId="{9D529316-6B5D-450F-91BE-478AD5869D02}" dt="2025-02-11T05:45:35.355" v="29"/>
          <ac:picMkLst>
            <pc:docMk/>
            <pc:sldMk cId="2782649627" sldId="272"/>
            <ac:picMk id="38" creationId="{8822088C-6036-3512-B8FF-1840428C60DB}"/>
          </ac:picMkLst>
        </pc:picChg>
        <pc:picChg chg="mod">
          <ac:chgData name="이유림" userId="c4f7c10e-9591-4e08-8489-adf65147d8f2" providerId="ADAL" clId="{9D529316-6B5D-450F-91BE-478AD5869D02}" dt="2025-02-11T05:45:35.355" v="29"/>
          <ac:picMkLst>
            <pc:docMk/>
            <pc:sldMk cId="2782649627" sldId="272"/>
            <ac:picMk id="39" creationId="{025307A0-441C-0CF4-62EF-944B3D4EEA57}"/>
          </ac:picMkLst>
        </pc:picChg>
        <pc:picChg chg="mod">
          <ac:chgData name="이유림" userId="c4f7c10e-9591-4e08-8489-adf65147d8f2" providerId="ADAL" clId="{9D529316-6B5D-450F-91BE-478AD5869D02}" dt="2025-02-11T05:45:35.355" v="29"/>
          <ac:picMkLst>
            <pc:docMk/>
            <pc:sldMk cId="2782649627" sldId="272"/>
            <ac:picMk id="40" creationId="{E5889F49-7F19-C7E0-D744-25ADBDC6307A}"/>
          </ac:picMkLst>
        </pc:picChg>
        <pc:picChg chg="mod">
          <ac:chgData name="이유림" userId="c4f7c10e-9591-4e08-8489-adf65147d8f2" providerId="ADAL" clId="{9D529316-6B5D-450F-91BE-478AD5869D02}" dt="2025-02-11T05:45:35.355" v="29"/>
          <ac:picMkLst>
            <pc:docMk/>
            <pc:sldMk cId="2782649627" sldId="272"/>
            <ac:picMk id="41" creationId="{6D984913-F9C2-E064-13D8-E70A2BA1DA08}"/>
          </ac:picMkLst>
        </pc:picChg>
        <pc:picChg chg="mod">
          <ac:chgData name="이유림" userId="c4f7c10e-9591-4e08-8489-adf65147d8f2" providerId="ADAL" clId="{9D529316-6B5D-450F-91BE-478AD5869D02}" dt="2025-02-11T05:45:35.355" v="29"/>
          <ac:picMkLst>
            <pc:docMk/>
            <pc:sldMk cId="2782649627" sldId="272"/>
            <ac:picMk id="42" creationId="{27A187C0-61DF-D91F-7839-45BCD992654E}"/>
          </ac:picMkLst>
        </pc:picChg>
        <pc:picChg chg="mod">
          <ac:chgData name="이유림" userId="c4f7c10e-9591-4e08-8489-adf65147d8f2" providerId="ADAL" clId="{9D529316-6B5D-450F-91BE-478AD5869D02}" dt="2025-02-11T05:45:35.355" v="29"/>
          <ac:picMkLst>
            <pc:docMk/>
            <pc:sldMk cId="2782649627" sldId="272"/>
            <ac:picMk id="43" creationId="{2DB9C2A0-2276-D3FC-F8B5-F4FFF162FF3A}"/>
          </ac:picMkLst>
        </pc:picChg>
        <pc:picChg chg="mod">
          <ac:chgData name="이유림" userId="c4f7c10e-9591-4e08-8489-adf65147d8f2" providerId="ADAL" clId="{9D529316-6B5D-450F-91BE-478AD5869D02}" dt="2025-02-11T05:45:35.355" v="29"/>
          <ac:picMkLst>
            <pc:docMk/>
            <pc:sldMk cId="2782649627" sldId="272"/>
            <ac:picMk id="44" creationId="{0BE4ABA5-0B60-9C96-A378-F3EFAA423140}"/>
          </ac:picMkLst>
        </pc:picChg>
        <pc:picChg chg="mod">
          <ac:chgData name="이유림" userId="c4f7c10e-9591-4e08-8489-adf65147d8f2" providerId="ADAL" clId="{9D529316-6B5D-450F-91BE-478AD5869D02}" dt="2025-02-11T05:45:35.355" v="29"/>
          <ac:picMkLst>
            <pc:docMk/>
            <pc:sldMk cId="2782649627" sldId="272"/>
            <ac:picMk id="46" creationId="{AAE61E02-C20D-BE11-793D-ECE2AD75228D}"/>
          </ac:picMkLst>
        </pc:picChg>
        <pc:picChg chg="mod">
          <ac:chgData name="이유림" userId="c4f7c10e-9591-4e08-8489-adf65147d8f2" providerId="ADAL" clId="{9D529316-6B5D-450F-91BE-478AD5869D02}" dt="2025-02-11T05:45:35.355" v="29"/>
          <ac:picMkLst>
            <pc:docMk/>
            <pc:sldMk cId="2782649627" sldId="272"/>
            <ac:picMk id="47" creationId="{017C3FCB-C120-C3FB-9693-FA258DBBCB6E}"/>
          </ac:picMkLst>
        </pc:picChg>
        <pc:picChg chg="mod">
          <ac:chgData name="이유림" userId="c4f7c10e-9591-4e08-8489-adf65147d8f2" providerId="ADAL" clId="{9D529316-6B5D-450F-91BE-478AD5869D02}" dt="2025-02-11T05:45:35.355" v="29"/>
          <ac:picMkLst>
            <pc:docMk/>
            <pc:sldMk cId="2782649627" sldId="272"/>
            <ac:picMk id="49" creationId="{3753C137-EE32-EBC8-A65F-0DCAF3EC84F0}"/>
          </ac:picMkLst>
        </pc:picChg>
        <pc:picChg chg="mod">
          <ac:chgData name="이유림" userId="c4f7c10e-9591-4e08-8489-adf65147d8f2" providerId="ADAL" clId="{9D529316-6B5D-450F-91BE-478AD5869D02}" dt="2025-02-11T05:45:35.355" v="29"/>
          <ac:picMkLst>
            <pc:docMk/>
            <pc:sldMk cId="2782649627" sldId="272"/>
            <ac:picMk id="52" creationId="{5A3402C0-4C5A-FB22-5256-BC0DA983DEF1}"/>
          </ac:picMkLst>
        </pc:picChg>
        <pc:picChg chg="mod">
          <ac:chgData name="이유림" userId="c4f7c10e-9591-4e08-8489-adf65147d8f2" providerId="ADAL" clId="{9D529316-6B5D-450F-91BE-478AD5869D02}" dt="2025-02-11T05:45:35.355" v="29"/>
          <ac:picMkLst>
            <pc:docMk/>
            <pc:sldMk cId="2782649627" sldId="272"/>
            <ac:picMk id="54" creationId="{19FD47BE-FCCC-FB6C-6BB8-925907D90F9E}"/>
          </ac:picMkLst>
        </pc:picChg>
        <pc:picChg chg="mod">
          <ac:chgData name="이유림" userId="c4f7c10e-9591-4e08-8489-adf65147d8f2" providerId="ADAL" clId="{9D529316-6B5D-450F-91BE-478AD5869D02}" dt="2025-02-11T05:45:35.355" v="29"/>
          <ac:picMkLst>
            <pc:docMk/>
            <pc:sldMk cId="2782649627" sldId="272"/>
            <ac:picMk id="58" creationId="{298B011C-BAFA-3DD8-5D90-EE0AB3F7141B}"/>
          </ac:picMkLst>
        </pc:picChg>
        <pc:picChg chg="mod">
          <ac:chgData name="이유림" userId="c4f7c10e-9591-4e08-8489-adf65147d8f2" providerId="ADAL" clId="{9D529316-6B5D-450F-91BE-478AD5869D02}" dt="2025-02-11T05:45:35.355" v="29"/>
          <ac:picMkLst>
            <pc:docMk/>
            <pc:sldMk cId="2782649627" sldId="272"/>
            <ac:picMk id="67" creationId="{B68D047F-F98C-BB35-2BDA-614473379446}"/>
          </ac:picMkLst>
        </pc:picChg>
        <pc:picChg chg="mod">
          <ac:chgData name="이유림" userId="c4f7c10e-9591-4e08-8489-adf65147d8f2" providerId="ADAL" clId="{9D529316-6B5D-450F-91BE-478AD5869D02}" dt="2025-02-11T05:45:35.355" v="29"/>
          <ac:picMkLst>
            <pc:docMk/>
            <pc:sldMk cId="2782649627" sldId="272"/>
            <ac:picMk id="68" creationId="{FD26288A-B509-8B0E-04E8-268B34BD0052}"/>
          </ac:picMkLst>
        </pc:picChg>
        <pc:picChg chg="add mod">
          <ac:chgData name="이유림" userId="c4f7c10e-9591-4e08-8489-adf65147d8f2" providerId="ADAL" clId="{9D529316-6B5D-450F-91BE-478AD5869D02}" dt="2025-02-12T02:31:35.257" v="2212" actId="1076"/>
          <ac:picMkLst>
            <pc:docMk/>
            <pc:sldMk cId="2782649627" sldId="272"/>
            <ac:picMk id="69" creationId="{98FBE564-2131-3187-0200-31B3D1D1EA4D}"/>
          </ac:picMkLst>
        </pc:picChg>
        <pc:cxnChg chg="mod">
          <ac:chgData name="이유림" userId="c4f7c10e-9591-4e08-8489-adf65147d8f2" providerId="ADAL" clId="{9D529316-6B5D-450F-91BE-478AD5869D02}" dt="2025-02-11T05:45:35.054" v="28" actId="478"/>
          <ac:cxnSpMkLst>
            <pc:docMk/>
            <pc:sldMk cId="2782649627" sldId="272"/>
            <ac:cxnSpMk id="12" creationId="{4B9F3BF0-5DEE-4CD5-54AE-746792F5CF90}"/>
          </ac:cxnSpMkLst>
        </pc:cxnChg>
        <pc:cxnChg chg="mod">
          <ac:chgData name="이유림" userId="c4f7c10e-9591-4e08-8489-adf65147d8f2" providerId="ADAL" clId="{9D529316-6B5D-450F-91BE-478AD5869D02}" dt="2025-02-11T05:45:35.054" v="28" actId="478"/>
          <ac:cxnSpMkLst>
            <pc:docMk/>
            <pc:sldMk cId="2782649627" sldId="272"/>
            <ac:cxnSpMk id="18" creationId="{90F8FA85-FA57-6E94-8BCA-F396FB85C332}"/>
          </ac:cxnSpMkLst>
        </pc:cxnChg>
        <pc:cxnChg chg="mod">
          <ac:chgData name="이유림" userId="c4f7c10e-9591-4e08-8489-adf65147d8f2" providerId="ADAL" clId="{9D529316-6B5D-450F-91BE-478AD5869D02}" dt="2025-02-11T05:45:35.355" v="29"/>
          <ac:cxnSpMkLst>
            <pc:docMk/>
            <pc:sldMk cId="2782649627" sldId="272"/>
            <ac:cxnSpMk id="30" creationId="{EDF25279-57A2-68F5-CA22-5ECE505DD958}"/>
          </ac:cxnSpMkLst>
        </pc:cxnChg>
        <pc:cxnChg chg="mod">
          <ac:chgData name="이유림" userId="c4f7c10e-9591-4e08-8489-adf65147d8f2" providerId="ADAL" clId="{9D529316-6B5D-450F-91BE-478AD5869D02}" dt="2025-02-11T05:45:35.355" v="29"/>
          <ac:cxnSpMkLst>
            <pc:docMk/>
            <pc:sldMk cId="2782649627" sldId="272"/>
            <ac:cxnSpMk id="61" creationId="{7BB0BB04-27EF-94FD-1E2B-7319DD8A12FF}"/>
          </ac:cxnSpMkLst>
        </pc:cxnChg>
      </pc:sldChg>
      <pc:sldChg chg="delSp modSp mod">
        <pc:chgData name="이유림" userId="c4f7c10e-9591-4e08-8489-adf65147d8f2" providerId="ADAL" clId="{9D529316-6B5D-450F-91BE-478AD5869D02}" dt="2025-02-14T01:16:11.738" v="4865"/>
        <pc:sldMkLst>
          <pc:docMk/>
          <pc:sldMk cId="2466279025" sldId="276"/>
        </pc:sldMkLst>
        <pc:spChg chg="mod">
          <ac:chgData name="이유림" userId="c4f7c10e-9591-4e08-8489-adf65147d8f2" providerId="ADAL" clId="{9D529316-6B5D-450F-91BE-478AD5869D02}" dt="2025-02-11T05:35:52.518" v="10"/>
          <ac:spMkLst>
            <pc:docMk/>
            <pc:sldMk cId="2466279025" sldId="276"/>
            <ac:spMk id="6" creationId="{15141728-A305-8742-8C53-C14A4823EEFE}"/>
          </ac:spMkLst>
        </pc:spChg>
        <pc:spChg chg="mod">
          <ac:chgData name="이유림" userId="c4f7c10e-9591-4e08-8489-adf65147d8f2" providerId="ADAL" clId="{9D529316-6B5D-450F-91BE-478AD5869D02}" dt="2025-02-12T07:20:33.306" v="4032"/>
          <ac:spMkLst>
            <pc:docMk/>
            <pc:sldMk cId="2466279025" sldId="276"/>
            <ac:spMk id="50" creationId="{EB7D61D9-3C96-5D9A-41EF-E60C8B2AADC2}"/>
          </ac:spMkLst>
        </pc:spChg>
        <pc:spChg chg="mod">
          <ac:chgData name="이유림" userId="c4f7c10e-9591-4e08-8489-adf65147d8f2" providerId="ADAL" clId="{9D529316-6B5D-450F-91BE-478AD5869D02}" dt="2025-02-11T06:01:22.654" v="345" actId="20577"/>
          <ac:spMkLst>
            <pc:docMk/>
            <pc:sldMk cId="2466279025" sldId="276"/>
            <ac:spMk id="52" creationId="{7D8793DD-5632-37CB-DEFC-F8377686BF83}"/>
          </ac:spMkLst>
        </pc:spChg>
        <pc:spChg chg="mod">
          <ac:chgData name="이유림" userId="c4f7c10e-9591-4e08-8489-adf65147d8f2" providerId="ADAL" clId="{9D529316-6B5D-450F-91BE-478AD5869D02}" dt="2025-02-11T06:03:49.117" v="553"/>
          <ac:spMkLst>
            <pc:docMk/>
            <pc:sldMk cId="2466279025" sldId="276"/>
            <ac:spMk id="56" creationId="{E9D28607-B0D6-75A7-47F7-8DD5D3172490}"/>
          </ac:spMkLst>
        </pc:spChg>
        <pc:spChg chg="mod">
          <ac:chgData name="이유림" userId="c4f7c10e-9591-4e08-8489-adf65147d8f2" providerId="ADAL" clId="{9D529316-6B5D-450F-91BE-478AD5869D02}" dt="2025-02-12T01:15:59.884" v="909"/>
          <ac:spMkLst>
            <pc:docMk/>
            <pc:sldMk cId="2466279025" sldId="276"/>
            <ac:spMk id="60" creationId="{27F4FD55-5E51-94D6-8961-C81AFF3EC6D0}"/>
          </ac:spMkLst>
        </pc:spChg>
        <pc:spChg chg="mod">
          <ac:chgData name="이유림" userId="c4f7c10e-9591-4e08-8489-adf65147d8f2" providerId="ADAL" clId="{9D529316-6B5D-450F-91BE-478AD5869D02}" dt="2025-02-12T07:52:09.441" v="4531" actId="6549"/>
          <ac:spMkLst>
            <pc:docMk/>
            <pc:sldMk cId="2466279025" sldId="276"/>
            <ac:spMk id="61" creationId="{00EFB5C8-2104-7503-E991-9C789E7FE983}"/>
          </ac:spMkLst>
        </pc:spChg>
        <pc:spChg chg="mod">
          <ac:chgData name="이유림" userId="c4f7c10e-9591-4e08-8489-adf65147d8f2" providerId="ADAL" clId="{9D529316-6B5D-450F-91BE-478AD5869D02}" dt="2025-02-14T01:16:11.738" v="4865"/>
          <ac:spMkLst>
            <pc:docMk/>
            <pc:sldMk cId="2466279025" sldId="276"/>
            <ac:spMk id="62" creationId="{466C8CC7-48DF-07C9-EB44-354C9684A266}"/>
          </ac:spMkLst>
        </pc:spChg>
        <pc:spChg chg="mod">
          <ac:chgData name="이유림" userId="c4f7c10e-9591-4e08-8489-adf65147d8f2" providerId="ADAL" clId="{9D529316-6B5D-450F-91BE-478AD5869D02}" dt="2025-02-12T07:51:50.873" v="4522" actId="6549"/>
          <ac:spMkLst>
            <pc:docMk/>
            <pc:sldMk cId="2466279025" sldId="276"/>
            <ac:spMk id="63" creationId="{3D2ABEC0-FE94-A18C-5739-A185A38F80B4}"/>
          </ac:spMkLst>
        </pc:spChg>
        <pc:spChg chg="mod">
          <ac:chgData name="이유림" userId="c4f7c10e-9591-4e08-8489-adf65147d8f2" providerId="ADAL" clId="{9D529316-6B5D-450F-91BE-478AD5869D02}" dt="2025-02-11T08:38:40.112" v="604" actId="20577"/>
          <ac:spMkLst>
            <pc:docMk/>
            <pc:sldMk cId="2466279025" sldId="276"/>
            <ac:spMk id="128" creationId="{874908EE-4D1F-DCA1-DAAB-4DF73D622422}"/>
          </ac:spMkLst>
        </pc:spChg>
        <pc:spChg chg="mod">
          <ac:chgData name="이유림" userId="c4f7c10e-9591-4e08-8489-adf65147d8f2" providerId="ADAL" clId="{9D529316-6B5D-450F-91BE-478AD5869D02}" dt="2025-02-12T01:15:29.886" v="850" actId="313"/>
          <ac:spMkLst>
            <pc:docMk/>
            <pc:sldMk cId="2466279025" sldId="276"/>
            <ac:spMk id="130" creationId="{EE4C7E90-DA52-1EF3-D8E6-BF09A54A2E18}"/>
          </ac:spMkLst>
        </pc:spChg>
        <pc:spChg chg="mod">
          <ac:chgData name="이유림" userId="c4f7c10e-9591-4e08-8489-adf65147d8f2" providerId="ADAL" clId="{9D529316-6B5D-450F-91BE-478AD5869D02}" dt="2025-02-12T07:52:18.152" v="4549" actId="20577"/>
          <ac:spMkLst>
            <pc:docMk/>
            <pc:sldMk cId="2466279025" sldId="276"/>
            <ac:spMk id="132" creationId="{F30228F8-1758-35D1-B384-D47731624E75}"/>
          </ac:spMkLst>
        </pc:spChg>
        <pc:spChg chg="mod">
          <ac:chgData name="이유림" userId="c4f7c10e-9591-4e08-8489-adf65147d8f2" providerId="ADAL" clId="{9D529316-6B5D-450F-91BE-478AD5869D02}" dt="2025-02-12T07:53:36.168" v="4575" actId="20577"/>
          <ac:spMkLst>
            <pc:docMk/>
            <pc:sldMk cId="2466279025" sldId="276"/>
            <ac:spMk id="173" creationId="{0A1E09A7-076E-1743-BC0F-172F6CCD32CB}"/>
          </ac:spMkLst>
        </pc:spChg>
        <pc:spChg chg="mod">
          <ac:chgData name="이유림" userId="c4f7c10e-9591-4e08-8489-adf65147d8f2" providerId="ADAL" clId="{9D529316-6B5D-450F-91BE-478AD5869D02}" dt="2025-02-12T01:31:05.366" v="1203" actId="6549"/>
          <ac:spMkLst>
            <pc:docMk/>
            <pc:sldMk cId="2466279025" sldId="276"/>
            <ac:spMk id="174" creationId="{594865E3-3C50-FB48-8316-2CD3220D232E}"/>
          </ac:spMkLst>
        </pc:spChg>
        <pc:spChg chg="mod">
          <ac:chgData name="이유림" userId="c4f7c10e-9591-4e08-8489-adf65147d8f2" providerId="ADAL" clId="{9D529316-6B5D-450F-91BE-478AD5869D02}" dt="2025-02-12T01:21:51.205" v="1038" actId="6549"/>
          <ac:spMkLst>
            <pc:docMk/>
            <pc:sldMk cId="2466279025" sldId="276"/>
            <ac:spMk id="175" creationId="{F0B5C5AF-2CC6-DFB4-28E5-8AEED4ED5327}"/>
          </ac:spMkLst>
        </pc:spChg>
        <pc:spChg chg="mod">
          <ac:chgData name="이유림" userId="c4f7c10e-9591-4e08-8489-adf65147d8f2" providerId="ADAL" clId="{9D529316-6B5D-450F-91BE-478AD5869D02}" dt="2025-02-12T01:22:59.493" v="1094"/>
          <ac:spMkLst>
            <pc:docMk/>
            <pc:sldMk cId="2466279025" sldId="276"/>
            <ac:spMk id="176" creationId="{BD1BC246-BA7D-3AD7-9AA1-F5C69D1B2C48}"/>
          </ac:spMkLst>
        </pc:spChg>
        <pc:spChg chg="mod">
          <ac:chgData name="이유림" userId="c4f7c10e-9591-4e08-8489-adf65147d8f2" providerId="ADAL" clId="{9D529316-6B5D-450F-91BE-478AD5869D02}" dt="2025-02-12T07:52:25.665" v="4564" actId="20577"/>
          <ac:spMkLst>
            <pc:docMk/>
            <pc:sldMk cId="2466279025" sldId="276"/>
            <ac:spMk id="178" creationId="{44247B0E-BD32-3F4F-6353-7CD3B7209D74}"/>
          </ac:spMkLst>
        </pc:spChg>
        <pc:grpChg chg="del">
          <ac:chgData name="이유림" userId="c4f7c10e-9591-4e08-8489-adf65147d8f2" providerId="ADAL" clId="{9D529316-6B5D-450F-91BE-478AD5869D02}" dt="2025-02-11T05:46:01.086" v="32" actId="478"/>
          <ac:grpSpMkLst>
            <pc:docMk/>
            <pc:sldMk cId="2466279025" sldId="276"/>
            <ac:grpSpMk id="2" creationId="{4ABBADCA-CA81-5837-AE7B-C4D3B31FD16C}"/>
          </ac:grpSpMkLst>
        </pc:grpChg>
        <pc:grpChg chg="mod">
          <ac:chgData name="이유림" userId="c4f7c10e-9591-4e08-8489-adf65147d8f2" providerId="ADAL" clId="{9D529316-6B5D-450F-91BE-478AD5869D02}" dt="2025-02-11T05:59:45.352" v="337" actId="1076"/>
          <ac:grpSpMkLst>
            <pc:docMk/>
            <pc:sldMk cId="2466279025" sldId="276"/>
            <ac:grpSpMk id="8" creationId="{280900D9-2D6A-4752-EEC3-6DB965C1B1F4}"/>
          </ac:grpSpMkLst>
        </pc:grpChg>
        <pc:grpChg chg="mod">
          <ac:chgData name="이유림" userId="c4f7c10e-9591-4e08-8489-adf65147d8f2" providerId="ADAL" clId="{9D529316-6B5D-450F-91BE-478AD5869D02}" dt="2025-02-11T05:59:49.938" v="338" actId="465"/>
          <ac:grpSpMkLst>
            <pc:docMk/>
            <pc:sldMk cId="2466279025" sldId="276"/>
            <ac:grpSpMk id="13" creationId="{E5B56EEC-7D9C-7341-1D3A-14811A5E008A}"/>
          </ac:grpSpMkLst>
        </pc:grpChg>
        <pc:grpChg chg="mod">
          <ac:chgData name="이유림" userId="c4f7c10e-9591-4e08-8489-adf65147d8f2" providerId="ADAL" clId="{9D529316-6B5D-450F-91BE-478AD5869D02}" dt="2025-02-11T05:59:39.647" v="336" actId="1076"/>
          <ac:grpSpMkLst>
            <pc:docMk/>
            <pc:sldMk cId="2466279025" sldId="276"/>
            <ac:grpSpMk id="48" creationId="{E4869D35-84EC-5B41-1D80-A290D3E89A61}"/>
          </ac:grpSpMkLst>
        </pc:grpChg>
      </pc:sldChg>
    </pc:docChg>
  </pc:docChgLst>
  <pc:docChgLst>
    <pc:chgData name="이유림" userId="c4f7c10e-9591-4e08-8489-adf65147d8f2" providerId="ADAL" clId="{9D3065D7-C34D-44C9-80EB-0B2043D9C029}"/>
    <pc:docChg chg="undo redo custSel modSld">
      <pc:chgData name="이유림" userId="c4f7c10e-9591-4e08-8489-adf65147d8f2" providerId="ADAL" clId="{9D3065D7-C34D-44C9-80EB-0B2043D9C029}" dt="2024-12-04T07:35:31.351" v="5275" actId="20577"/>
      <pc:docMkLst>
        <pc:docMk/>
      </pc:docMkLst>
      <pc:sldChg chg="addSp delSp modSp mod">
        <pc:chgData name="이유림" userId="c4f7c10e-9591-4e08-8489-adf65147d8f2" providerId="ADAL" clId="{9D3065D7-C34D-44C9-80EB-0B2043D9C029}" dt="2024-12-04T07:28:11.373" v="5166" actId="6549"/>
        <pc:sldMkLst>
          <pc:docMk/>
          <pc:sldMk cId="2782649627" sldId="272"/>
        </pc:sldMkLst>
        <pc:spChg chg="mod">
          <ac:chgData name="이유림" userId="c4f7c10e-9591-4e08-8489-adf65147d8f2" providerId="ADAL" clId="{9D3065D7-C34D-44C9-80EB-0B2043D9C029}" dt="2024-11-27T03:26:22.409" v="15" actId="20577"/>
          <ac:spMkLst>
            <pc:docMk/>
            <pc:sldMk cId="2782649627" sldId="272"/>
            <ac:spMk id="5" creationId="{82305561-9C83-4AF0-BE74-852E6825B240}"/>
          </ac:spMkLst>
        </pc:spChg>
        <pc:spChg chg="mod">
          <ac:chgData name="이유림" userId="c4f7c10e-9591-4e08-8489-adf65147d8f2" providerId="ADAL" clId="{9D3065D7-C34D-44C9-80EB-0B2043D9C029}" dt="2024-12-04T06:38:23.803" v="4860"/>
          <ac:spMkLst>
            <pc:docMk/>
            <pc:sldMk cId="2782649627" sldId="272"/>
            <ac:spMk id="30" creationId="{D8807A40-FA98-6CFA-F573-AFBCBCB6405D}"/>
          </ac:spMkLst>
        </pc:spChg>
        <pc:spChg chg="mod">
          <ac:chgData name="이유림" userId="c4f7c10e-9591-4e08-8489-adf65147d8f2" providerId="ADAL" clId="{9D3065D7-C34D-44C9-80EB-0B2043D9C029}" dt="2024-12-03T23:38:03.963" v="4129" actId="571"/>
          <ac:spMkLst>
            <pc:docMk/>
            <pc:sldMk cId="2782649627" sldId="272"/>
            <ac:spMk id="33" creationId="{5465623D-6D95-0235-09DF-6787105F6B77}"/>
          </ac:spMkLst>
        </pc:spChg>
        <pc:spChg chg="mod">
          <ac:chgData name="이유림" userId="c4f7c10e-9591-4e08-8489-adf65147d8f2" providerId="ADAL" clId="{9D3065D7-C34D-44C9-80EB-0B2043D9C029}" dt="2024-12-04T07:28:11.373" v="5166" actId="6549"/>
          <ac:spMkLst>
            <pc:docMk/>
            <pc:sldMk cId="2782649627" sldId="272"/>
            <ac:spMk id="39" creationId="{88039BBE-6F7F-2585-2135-2A53864FB9B7}"/>
          </ac:spMkLst>
        </pc:spChg>
        <pc:spChg chg="mod">
          <ac:chgData name="이유림" userId="c4f7c10e-9591-4e08-8489-adf65147d8f2" providerId="ADAL" clId="{9D3065D7-C34D-44C9-80EB-0B2043D9C029}" dt="2024-11-29T01:02:37.476" v="748"/>
          <ac:spMkLst>
            <pc:docMk/>
            <pc:sldMk cId="2782649627" sldId="272"/>
            <ac:spMk id="40" creationId="{4B7F3EE6-F0C7-51BC-E16D-77C983D7CE03}"/>
          </ac:spMkLst>
        </pc:spChg>
        <pc:spChg chg="del mod">
          <ac:chgData name="이유림" userId="c4f7c10e-9591-4e08-8489-adf65147d8f2" providerId="ADAL" clId="{9D3065D7-C34D-44C9-80EB-0B2043D9C029}" dt="2024-11-28T01:05:05.689" v="682"/>
          <ac:spMkLst>
            <pc:docMk/>
            <pc:sldMk cId="2782649627" sldId="272"/>
            <ac:spMk id="56" creationId="{7EC2D2DE-AA31-EF33-FB09-A0CB633BD24C}"/>
          </ac:spMkLst>
        </pc:spChg>
        <pc:grpChg chg="del">
          <ac:chgData name="이유림" userId="c4f7c10e-9591-4e08-8489-adf65147d8f2" providerId="ADAL" clId="{9D3065D7-C34D-44C9-80EB-0B2043D9C029}" dt="2024-11-28T01:04:31.128" v="675" actId="478"/>
          <ac:grpSpMkLst>
            <pc:docMk/>
            <pc:sldMk cId="2782649627" sldId="272"/>
            <ac:grpSpMk id="4" creationId="{550F5248-2D0A-423C-AABE-98939A0A8D5C}"/>
          </ac:grpSpMkLst>
        </pc:grpChg>
        <pc:grpChg chg="del">
          <ac:chgData name="이유림" userId="c4f7c10e-9591-4e08-8489-adf65147d8f2" providerId="ADAL" clId="{9D3065D7-C34D-44C9-80EB-0B2043D9C029}" dt="2024-11-28T01:04:31.128" v="675" actId="478"/>
          <ac:grpSpMkLst>
            <pc:docMk/>
            <pc:sldMk cId="2782649627" sldId="272"/>
            <ac:grpSpMk id="14" creationId="{A5C79F4A-0279-D3CE-C305-FBBA105A0FC4}"/>
          </ac:grpSpMkLst>
        </pc:grpChg>
        <pc:grpChg chg="add mod">
          <ac:chgData name="이유림" userId="c4f7c10e-9591-4e08-8489-adf65147d8f2" providerId="ADAL" clId="{9D3065D7-C34D-44C9-80EB-0B2043D9C029}" dt="2024-12-03T23:41:17.920" v="4132" actId="1076"/>
          <ac:grpSpMkLst>
            <pc:docMk/>
            <pc:sldMk cId="2782649627" sldId="272"/>
            <ac:grpSpMk id="29" creationId="{4716CAF1-A209-9086-87D1-03B2309E5658}"/>
          </ac:grpSpMkLst>
        </pc:grpChg>
        <pc:grpChg chg="add mod">
          <ac:chgData name="이유림" userId="c4f7c10e-9591-4e08-8489-adf65147d8f2" providerId="ADAL" clId="{9D3065D7-C34D-44C9-80EB-0B2043D9C029}" dt="2024-12-04T07:23:46.628" v="4976" actId="1076"/>
          <ac:grpSpMkLst>
            <pc:docMk/>
            <pc:sldMk cId="2782649627" sldId="272"/>
            <ac:grpSpMk id="38" creationId="{9040A5BE-B9C3-7A02-54C5-DF2C4233EE55}"/>
          </ac:grpSpMkLst>
        </pc:grpChg>
        <pc:grpChg chg="mod">
          <ac:chgData name="이유림" userId="c4f7c10e-9591-4e08-8489-adf65147d8f2" providerId="ADAL" clId="{9D3065D7-C34D-44C9-80EB-0B2043D9C029}" dt="2024-11-28T01:05:05.349" v="680" actId="1076"/>
          <ac:grpSpMkLst>
            <pc:docMk/>
            <pc:sldMk cId="2782649627" sldId="272"/>
            <ac:grpSpMk id="62" creationId="{60B2A956-938C-D274-B006-6568900F12B0}"/>
          </ac:grpSpMkLst>
        </pc:grpChg>
        <pc:picChg chg="add mod">
          <ac:chgData name="이유림" userId="c4f7c10e-9591-4e08-8489-adf65147d8f2" providerId="ADAL" clId="{9D3065D7-C34D-44C9-80EB-0B2043D9C029}" dt="2024-12-03T23:38:14.445" v="4130" actId="1076"/>
          <ac:picMkLst>
            <pc:docMk/>
            <pc:sldMk cId="2782649627" sldId="272"/>
            <ac:picMk id="10" creationId="{175249F7-60EF-A84F-9C30-48D020375B9D}"/>
          </ac:picMkLst>
        </pc:picChg>
        <pc:picChg chg="add mod">
          <ac:chgData name="이유림" userId="c4f7c10e-9591-4e08-8489-adf65147d8f2" providerId="ADAL" clId="{9D3065D7-C34D-44C9-80EB-0B2043D9C029}" dt="2024-12-03T23:38:20.786" v="4131" actId="1076"/>
          <ac:picMkLst>
            <pc:docMk/>
            <pc:sldMk cId="2782649627" sldId="272"/>
            <ac:picMk id="11" creationId="{DE6E8A15-70BB-C30F-E9DE-26D4676A499A}"/>
          </ac:picMkLst>
        </pc:picChg>
        <pc:picChg chg="mod">
          <ac:chgData name="이유림" userId="c4f7c10e-9591-4e08-8489-adf65147d8f2" providerId="ADAL" clId="{9D3065D7-C34D-44C9-80EB-0B2043D9C029}" dt="2024-12-03T23:38:03.963" v="4129" actId="571"/>
          <ac:picMkLst>
            <pc:docMk/>
            <pc:sldMk cId="2782649627" sldId="272"/>
            <ac:picMk id="35" creationId="{3B0C8427-C435-184D-5D79-BF6841EF1CFF}"/>
          </ac:picMkLst>
        </pc:picChg>
        <pc:picChg chg="mod">
          <ac:chgData name="이유림" userId="c4f7c10e-9591-4e08-8489-adf65147d8f2" providerId="ADAL" clId="{9D3065D7-C34D-44C9-80EB-0B2043D9C029}" dt="2024-12-03T23:38:03.963" v="4129" actId="571"/>
          <ac:picMkLst>
            <pc:docMk/>
            <pc:sldMk cId="2782649627" sldId="272"/>
            <ac:picMk id="36" creationId="{B83C7716-0A6D-0554-90F5-651BB296F859}"/>
          </ac:picMkLst>
        </pc:picChg>
        <pc:picChg chg="del mod">
          <ac:chgData name="이유림" userId="c4f7c10e-9591-4e08-8489-adf65147d8f2" providerId="ADAL" clId="{9D3065D7-C34D-44C9-80EB-0B2043D9C029}" dt="2024-12-03T23:27:26.975" v="4065" actId="478"/>
          <ac:picMkLst>
            <pc:docMk/>
            <pc:sldMk cId="2782649627" sldId="272"/>
            <ac:picMk id="37" creationId="{13E4E812-3776-3552-F317-267A99071F78}"/>
          </ac:picMkLst>
        </pc:picChg>
        <pc:picChg chg="mod">
          <ac:chgData name="이유림" userId="c4f7c10e-9591-4e08-8489-adf65147d8f2" providerId="ADAL" clId="{9D3065D7-C34D-44C9-80EB-0B2043D9C029}" dt="2024-11-29T01:02:37.476" v="748"/>
          <ac:picMkLst>
            <pc:docMk/>
            <pc:sldMk cId="2782649627" sldId="272"/>
            <ac:picMk id="42" creationId="{FADA1E95-9C51-5819-EBBD-0D3565A512F5}"/>
          </ac:picMkLst>
        </pc:picChg>
        <pc:picChg chg="mod">
          <ac:chgData name="이유림" userId="c4f7c10e-9591-4e08-8489-adf65147d8f2" providerId="ADAL" clId="{9D3065D7-C34D-44C9-80EB-0B2043D9C029}" dt="2024-11-29T01:02:37.476" v="748"/>
          <ac:picMkLst>
            <pc:docMk/>
            <pc:sldMk cId="2782649627" sldId="272"/>
            <ac:picMk id="43" creationId="{47580CC3-133B-9A3F-FA2C-EC2911469EBD}"/>
          </ac:picMkLst>
        </pc:picChg>
        <pc:picChg chg="mod">
          <ac:chgData name="이유림" userId="c4f7c10e-9591-4e08-8489-adf65147d8f2" providerId="ADAL" clId="{9D3065D7-C34D-44C9-80EB-0B2043D9C029}" dt="2024-11-29T01:02:37.476" v="748"/>
          <ac:picMkLst>
            <pc:docMk/>
            <pc:sldMk cId="2782649627" sldId="272"/>
            <ac:picMk id="44" creationId="{61DFD2A3-C432-7EDC-8E92-9BE583680F60}"/>
          </ac:picMkLst>
        </pc:picChg>
        <pc:picChg chg="mod">
          <ac:chgData name="이유림" userId="c4f7c10e-9591-4e08-8489-adf65147d8f2" providerId="ADAL" clId="{9D3065D7-C34D-44C9-80EB-0B2043D9C029}" dt="2024-11-29T01:02:37.476" v="748"/>
          <ac:picMkLst>
            <pc:docMk/>
            <pc:sldMk cId="2782649627" sldId="272"/>
            <ac:picMk id="46" creationId="{E9E61A59-DFBB-C93B-251E-92252E668A4D}"/>
          </ac:picMkLst>
        </pc:picChg>
        <pc:picChg chg="mod">
          <ac:chgData name="이유림" userId="c4f7c10e-9591-4e08-8489-adf65147d8f2" providerId="ADAL" clId="{9D3065D7-C34D-44C9-80EB-0B2043D9C029}" dt="2024-11-29T01:02:37.476" v="748"/>
          <ac:picMkLst>
            <pc:docMk/>
            <pc:sldMk cId="2782649627" sldId="272"/>
            <ac:picMk id="47" creationId="{3730FA76-D1FA-8665-4D6C-6A01F315C746}"/>
          </ac:picMkLst>
        </pc:picChg>
        <pc:picChg chg="mod">
          <ac:chgData name="이유림" userId="c4f7c10e-9591-4e08-8489-adf65147d8f2" providerId="ADAL" clId="{9D3065D7-C34D-44C9-80EB-0B2043D9C029}" dt="2024-11-29T01:02:37.476" v="748"/>
          <ac:picMkLst>
            <pc:docMk/>
            <pc:sldMk cId="2782649627" sldId="272"/>
            <ac:picMk id="49" creationId="{E6E6FFBD-61A6-7278-B353-5FF4954670E4}"/>
          </ac:picMkLst>
        </pc:picChg>
        <pc:picChg chg="mod">
          <ac:chgData name="이유림" userId="c4f7c10e-9591-4e08-8489-adf65147d8f2" providerId="ADAL" clId="{9D3065D7-C34D-44C9-80EB-0B2043D9C029}" dt="2024-11-29T01:02:37.476" v="748"/>
          <ac:picMkLst>
            <pc:docMk/>
            <pc:sldMk cId="2782649627" sldId="272"/>
            <ac:picMk id="52" creationId="{F64900F4-D8F4-10A9-B031-E1CA8EE08631}"/>
          </ac:picMkLst>
        </pc:picChg>
        <pc:picChg chg="mod">
          <ac:chgData name="이유림" userId="c4f7c10e-9591-4e08-8489-adf65147d8f2" providerId="ADAL" clId="{9D3065D7-C34D-44C9-80EB-0B2043D9C029}" dt="2024-11-29T01:02:37.476" v="748"/>
          <ac:picMkLst>
            <pc:docMk/>
            <pc:sldMk cId="2782649627" sldId="272"/>
            <ac:picMk id="54" creationId="{219EBF29-70D4-6E93-098A-27E5B74AC77B}"/>
          </ac:picMkLst>
        </pc:picChg>
        <pc:picChg chg="mod">
          <ac:chgData name="이유림" userId="c4f7c10e-9591-4e08-8489-adf65147d8f2" providerId="ADAL" clId="{9D3065D7-C34D-44C9-80EB-0B2043D9C029}" dt="2024-11-29T01:02:37.476" v="748"/>
          <ac:picMkLst>
            <pc:docMk/>
            <pc:sldMk cId="2782649627" sldId="272"/>
            <ac:picMk id="55" creationId="{ED4076D1-E28A-0555-464A-D819B326D192}"/>
          </ac:picMkLst>
        </pc:picChg>
        <pc:picChg chg="mod">
          <ac:chgData name="이유림" userId="c4f7c10e-9591-4e08-8489-adf65147d8f2" providerId="ADAL" clId="{9D3065D7-C34D-44C9-80EB-0B2043D9C029}" dt="2024-11-29T01:02:37.476" v="748"/>
          <ac:picMkLst>
            <pc:docMk/>
            <pc:sldMk cId="2782649627" sldId="272"/>
            <ac:picMk id="57" creationId="{13D14DC2-17E9-FEDC-71CA-BDD527AE0F4C}"/>
          </ac:picMkLst>
        </pc:picChg>
        <pc:picChg chg="mod">
          <ac:chgData name="이유림" userId="c4f7c10e-9591-4e08-8489-adf65147d8f2" providerId="ADAL" clId="{9D3065D7-C34D-44C9-80EB-0B2043D9C029}" dt="2024-11-29T01:02:37.476" v="748"/>
          <ac:picMkLst>
            <pc:docMk/>
            <pc:sldMk cId="2782649627" sldId="272"/>
            <ac:picMk id="58" creationId="{5A3B8D88-7DDF-BC51-92DB-AE688BBAE805}"/>
          </ac:picMkLst>
        </pc:picChg>
        <pc:picChg chg="mod">
          <ac:chgData name="이유림" userId="c4f7c10e-9591-4e08-8489-adf65147d8f2" providerId="ADAL" clId="{9D3065D7-C34D-44C9-80EB-0B2043D9C029}" dt="2024-11-29T01:02:37.476" v="748"/>
          <ac:picMkLst>
            <pc:docMk/>
            <pc:sldMk cId="2782649627" sldId="272"/>
            <ac:picMk id="59" creationId="{6D64D826-E56B-45C8-DCE5-72A915617A5D}"/>
          </ac:picMkLst>
        </pc:picChg>
        <pc:picChg chg="mod">
          <ac:chgData name="이유림" userId="c4f7c10e-9591-4e08-8489-adf65147d8f2" providerId="ADAL" clId="{9D3065D7-C34D-44C9-80EB-0B2043D9C029}" dt="2024-11-29T01:02:37.476" v="748"/>
          <ac:picMkLst>
            <pc:docMk/>
            <pc:sldMk cId="2782649627" sldId="272"/>
            <ac:picMk id="60" creationId="{FCCC6980-F91B-4147-83CD-67B2660BD05A}"/>
          </ac:picMkLst>
        </pc:picChg>
        <pc:picChg chg="mod">
          <ac:chgData name="이유림" userId="c4f7c10e-9591-4e08-8489-adf65147d8f2" providerId="ADAL" clId="{9D3065D7-C34D-44C9-80EB-0B2043D9C029}" dt="2024-11-29T01:02:37.476" v="748"/>
          <ac:picMkLst>
            <pc:docMk/>
            <pc:sldMk cId="2782649627" sldId="272"/>
            <ac:picMk id="61" creationId="{3193E41D-C044-D39E-5DF3-E094E3C7104F}"/>
          </ac:picMkLst>
        </pc:picChg>
        <pc:picChg chg="mod">
          <ac:chgData name="이유림" userId="c4f7c10e-9591-4e08-8489-adf65147d8f2" providerId="ADAL" clId="{9D3065D7-C34D-44C9-80EB-0B2043D9C029}" dt="2024-11-29T01:02:37.476" v="748"/>
          <ac:picMkLst>
            <pc:docMk/>
            <pc:sldMk cId="2782649627" sldId="272"/>
            <ac:picMk id="68" creationId="{E9A4DD80-D76D-22D9-B33D-49288E7CF0A0}"/>
          </ac:picMkLst>
        </pc:picChg>
        <pc:picChg chg="mod">
          <ac:chgData name="이유림" userId="c4f7c10e-9591-4e08-8489-adf65147d8f2" providerId="ADAL" clId="{9D3065D7-C34D-44C9-80EB-0B2043D9C029}" dt="2024-11-29T01:02:37.476" v="748"/>
          <ac:picMkLst>
            <pc:docMk/>
            <pc:sldMk cId="2782649627" sldId="272"/>
            <ac:picMk id="69" creationId="{CF7A6616-A638-407C-C842-5133A8B727DB}"/>
          </ac:picMkLst>
        </pc:picChg>
        <pc:cxnChg chg="mod">
          <ac:chgData name="이유림" userId="c4f7c10e-9591-4e08-8489-adf65147d8f2" providerId="ADAL" clId="{9D3065D7-C34D-44C9-80EB-0B2043D9C029}" dt="2024-11-28T01:04:31.128" v="675" actId="478"/>
          <ac:cxnSpMkLst>
            <pc:docMk/>
            <pc:sldMk cId="2782649627" sldId="272"/>
            <ac:cxnSpMk id="10" creationId="{741F4710-78D5-2E0F-E363-E88F7FEFF67D}"/>
          </ac:cxnSpMkLst>
        </pc:cxnChg>
        <pc:cxnChg chg="mod">
          <ac:chgData name="이유림" userId="c4f7c10e-9591-4e08-8489-adf65147d8f2" providerId="ADAL" clId="{9D3065D7-C34D-44C9-80EB-0B2043D9C029}" dt="2024-12-03T23:38:03.963" v="4129" actId="571"/>
          <ac:cxnSpMkLst>
            <pc:docMk/>
            <pc:sldMk cId="2782649627" sldId="272"/>
            <ac:cxnSpMk id="34" creationId="{1635922A-6D6F-206E-2ABB-265DE6FAD7E5}"/>
          </ac:cxnSpMkLst>
        </pc:cxnChg>
        <pc:cxnChg chg="mod">
          <ac:chgData name="이유림" userId="c4f7c10e-9591-4e08-8489-adf65147d8f2" providerId="ADAL" clId="{9D3065D7-C34D-44C9-80EB-0B2043D9C029}" dt="2024-12-04T07:24:08.176" v="4980" actId="14100"/>
          <ac:cxnSpMkLst>
            <pc:docMk/>
            <pc:sldMk cId="2782649627" sldId="272"/>
            <ac:cxnSpMk id="41" creationId="{36CF6DA5-37FB-061C-A584-A521DB621922}"/>
          </ac:cxnSpMkLst>
        </pc:cxnChg>
      </pc:sldChg>
      <pc:sldChg chg="modSp mod">
        <pc:chgData name="이유림" userId="c4f7c10e-9591-4e08-8489-adf65147d8f2" providerId="ADAL" clId="{9D3065D7-C34D-44C9-80EB-0B2043D9C029}" dt="2024-12-04T07:35:31.351" v="5275" actId="20577"/>
        <pc:sldMkLst>
          <pc:docMk/>
          <pc:sldMk cId="2466279025" sldId="276"/>
        </pc:sldMkLst>
        <pc:spChg chg="mod">
          <ac:chgData name="이유림" userId="c4f7c10e-9591-4e08-8489-adf65147d8f2" providerId="ADAL" clId="{9D3065D7-C34D-44C9-80EB-0B2043D9C029}" dt="2024-11-27T03:26:15.336" v="6" actId="20577"/>
          <ac:spMkLst>
            <pc:docMk/>
            <pc:sldMk cId="2466279025" sldId="276"/>
            <ac:spMk id="6" creationId="{15141728-A305-8742-8C53-C14A4823EEFE}"/>
          </ac:spMkLst>
        </pc:spChg>
        <pc:spChg chg="mod">
          <ac:chgData name="이유림" userId="c4f7c10e-9591-4e08-8489-adf65147d8f2" providerId="ADAL" clId="{9D3065D7-C34D-44C9-80EB-0B2043D9C029}" dt="2024-12-04T07:26:32.177" v="5015"/>
          <ac:spMkLst>
            <pc:docMk/>
            <pc:sldMk cId="2466279025" sldId="276"/>
            <ac:spMk id="49" creationId="{AE4E7B4A-CCF6-1B0E-8F65-F675DD5E3283}"/>
          </ac:spMkLst>
        </pc:spChg>
        <pc:spChg chg="mod">
          <ac:chgData name="이유림" userId="c4f7c10e-9591-4e08-8489-adf65147d8f2" providerId="ADAL" clId="{9D3065D7-C34D-44C9-80EB-0B2043D9C029}" dt="2024-12-04T07:26:32.177" v="5015"/>
          <ac:spMkLst>
            <pc:docMk/>
            <pc:sldMk cId="2466279025" sldId="276"/>
            <ac:spMk id="50" creationId="{EB7D61D9-3C96-5D9A-41EF-E60C8B2AADC2}"/>
          </ac:spMkLst>
        </pc:spChg>
        <pc:spChg chg="mod">
          <ac:chgData name="이유림" userId="c4f7c10e-9591-4e08-8489-adf65147d8f2" providerId="ADAL" clId="{9D3065D7-C34D-44C9-80EB-0B2043D9C029}" dt="2024-12-04T07:35:31.351" v="5275" actId="20577"/>
          <ac:spMkLst>
            <pc:docMk/>
            <pc:sldMk cId="2466279025" sldId="276"/>
            <ac:spMk id="52" creationId="{7D8793DD-5632-37CB-DEFC-F8377686BF83}"/>
          </ac:spMkLst>
        </pc:spChg>
        <pc:spChg chg="mod">
          <ac:chgData name="이유림" userId="c4f7c10e-9591-4e08-8489-adf65147d8f2" providerId="ADAL" clId="{9D3065D7-C34D-44C9-80EB-0B2043D9C029}" dt="2024-12-04T07:26:32.177" v="5015"/>
          <ac:spMkLst>
            <pc:docMk/>
            <pc:sldMk cId="2466279025" sldId="276"/>
            <ac:spMk id="53" creationId="{D7C1D0B3-F223-2093-E231-99B98286B836}"/>
          </ac:spMkLst>
        </pc:spChg>
        <pc:spChg chg="mod">
          <ac:chgData name="이유림" userId="c4f7c10e-9591-4e08-8489-adf65147d8f2" providerId="ADAL" clId="{9D3065D7-C34D-44C9-80EB-0B2043D9C029}" dt="2024-12-04T06:14:31.771" v="4606" actId="20577"/>
          <ac:spMkLst>
            <pc:docMk/>
            <pc:sldMk cId="2466279025" sldId="276"/>
            <ac:spMk id="56" creationId="{E9D28607-B0D6-75A7-47F7-8DD5D3172490}"/>
          </ac:spMkLst>
        </pc:spChg>
        <pc:spChg chg="mod">
          <ac:chgData name="이유림" userId="c4f7c10e-9591-4e08-8489-adf65147d8f2" providerId="ADAL" clId="{9D3065D7-C34D-44C9-80EB-0B2043D9C029}" dt="2024-11-27T08:04:02.422" v="531" actId="313"/>
          <ac:spMkLst>
            <pc:docMk/>
            <pc:sldMk cId="2466279025" sldId="276"/>
            <ac:spMk id="60" creationId="{27F4FD55-5E51-94D6-8961-C81AFF3EC6D0}"/>
          </ac:spMkLst>
        </pc:spChg>
        <pc:spChg chg="mod">
          <ac:chgData name="이유림" userId="c4f7c10e-9591-4e08-8489-adf65147d8f2" providerId="ADAL" clId="{9D3065D7-C34D-44C9-80EB-0B2043D9C029}" dt="2024-12-03T23:12:12.865" v="4017" actId="20577"/>
          <ac:spMkLst>
            <pc:docMk/>
            <pc:sldMk cId="2466279025" sldId="276"/>
            <ac:spMk id="62" creationId="{466C8CC7-48DF-07C9-EB44-354C9684A266}"/>
          </ac:spMkLst>
        </pc:spChg>
        <pc:spChg chg="mod">
          <ac:chgData name="이유림" userId="c4f7c10e-9591-4e08-8489-adf65147d8f2" providerId="ADAL" clId="{9D3065D7-C34D-44C9-80EB-0B2043D9C029}" dt="2024-12-04T07:16:36.494" v="4869"/>
          <ac:spMkLst>
            <pc:docMk/>
            <pc:sldMk cId="2466279025" sldId="276"/>
            <ac:spMk id="63" creationId="{3D2ABEC0-FE94-A18C-5739-A185A38F80B4}"/>
          </ac:spMkLst>
        </pc:spChg>
        <pc:spChg chg="mod">
          <ac:chgData name="이유림" userId="c4f7c10e-9591-4e08-8489-adf65147d8f2" providerId="ADAL" clId="{9D3065D7-C34D-44C9-80EB-0B2043D9C029}" dt="2024-12-04T02:45:50.708" v="4382"/>
          <ac:spMkLst>
            <pc:docMk/>
            <pc:sldMk cId="2466279025" sldId="276"/>
            <ac:spMk id="128" creationId="{874908EE-4D1F-DCA1-DAAB-4DF73D622422}"/>
          </ac:spMkLst>
        </pc:spChg>
        <pc:spChg chg="mod">
          <ac:chgData name="이유림" userId="c4f7c10e-9591-4e08-8489-adf65147d8f2" providerId="ADAL" clId="{9D3065D7-C34D-44C9-80EB-0B2043D9C029}" dt="2024-12-04T06:33:39.931" v="4617"/>
          <ac:spMkLst>
            <pc:docMk/>
            <pc:sldMk cId="2466279025" sldId="276"/>
            <ac:spMk id="130" creationId="{EE4C7E90-DA52-1EF3-D8E6-BF09A54A2E18}"/>
          </ac:spMkLst>
        </pc:spChg>
        <pc:spChg chg="mod">
          <ac:chgData name="이유림" userId="c4f7c10e-9591-4e08-8489-adf65147d8f2" providerId="ADAL" clId="{9D3065D7-C34D-44C9-80EB-0B2043D9C029}" dt="2024-12-04T06:11:57.780" v="4515" actId="6549"/>
          <ac:spMkLst>
            <pc:docMk/>
            <pc:sldMk cId="2466279025" sldId="276"/>
            <ac:spMk id="132" creationId="{F30228F8-1758-35D1-B384-D47731624E75}"/>
          </ac:spMkLst>
        </pc:spChg>
        <pc:spChg chg="mod">
          <ac:chgData name="이유림" userId="c4f7c10e-9591-4e08-8489-adf65147d8f2" providerId="ADAL" clId="{9D3065D7-C34D-44C9-80EB-0B2043D9C029}" dt="2024-12-03T23:41:51.737" v="4158" actId="6549"/>
          <ac:spMkLst>
            <pc:docMk/>
            <pc:sldMk cId="2466279025" sldId="276"/>
            <ac:spMk id="173" creationId="{0A1E09A7-076E-1743-BC0F-172F6CCD32CB}"/>
          </ac:spMkLst>
        </pc:spChg>
        <pc:spChg chg="mod">
          <ac:chgData name="이유림" userId="c4f7c10e-9591-4e08-8489-adf65147d8f2" providerId="ADAL" clId="{9D3065D7-C34D-44C9-80EB-0B2043D9C029}" dt="2024-11-28T00:49:11.429" v="631" actId="20577"/>
          <ac:spMkLst>
            <pc:docMk/>
            <pc:sldMk cId="2466279025" sldId="276"/>
            <ac:spMk id="175" creationId="{F0B5C5AF-2CC6-DFB4-28E5-8AEED4ED5327}"/>
          </ac:spMkLst>
        </pc:spChg>
        <pc:spChg chg="mod">
          <ac:chgData name="이유림" userId="c4f7c10e-9591-4e08-8489-adf65147d8f2" providerId="ADAL" clId="{9D3065D7-C34D-44C9-80EB-0B2043D9C029}" dt="2024-11-28T00:49:43.764" v="674" actId="20577"/>
          <ac:spMkLst>
            <pc:docMk/>
            <pc:sldMk cId="2466279025" sldId="276"/>
            <ac:spMk id="176" creationId="{BD1BC246-BA7D-3AD7-9AA1-F5C69D1B2C48}"/>
          </ac:spMkLst>
        </pc:spChg>
        <pc:spChg chg="mod">
          <ac:chgData name="이유림" userId="c4f7c10e-9591-4e08-8489-adf65147d8f2" providerId="ADAL" clId="{9D3065D7-C34D-44C9-80EB-0B2043D9C029}" dt="2024-12-03T23:42:51.647" v="4164" actId="3626"/>
          <ac:spMkLst>
            <pc:docMk/>
            <pc:sldMk cId="2466279025" sldId="276"/>
            <ac:spMk id="178" creationId="{44247B0E-BD32-3F4F-6353-7CD3B7209D74}"/>
          </ac:spMkLst>
        </pc:spChg>
        <pc:grpChg chg="mod">
          <ac:chgData name="이유림" userId="c4f7c10e-9591-4e08-8489-adf65147d8f2" providerId="ADAL" clId="{9D3065D7-C34D-44C9-80EB-0B2043D9C029}" dt="2024-12-04T07:33:48.905" v="5271" actId="465"/>
          <ac:grpSpMkLst>
            <pc:docMk/>
            <pc:sldMk cId="2466279025" sldId="276"/>
            <ac:grpSpMk id="13" creationId="{E5B56EEC-7D9C-7341-1D3A-14811A5E008A}"/>
          </ac:grpSpMkLst>
        </pc:grpChg>
        <pc:grpChg chg="mod">
          <ac:chgData name="이유림" userId="c4f7c10e-9591-4e08-8489-adf65147d8f2" providerId="ADAL" clId="{9D3065D7-C34D-44C9-80EB-0B2043D9C029}" dt="2024-12-04T07:26:32.177" v="5015"/>
          <ac:grpSpMkLst>
            <pc:docMk/>
            <pc:sldMk cId="2466279025" sldId="276"/>
            <ac:grpSpMk id="48" creationId="{E4869D35-84EC-5B41-1D80-A290D3E89A61}"/>
          </ac:grpSpMkLst>
        </pc:grpChg>
        <pc:picChg chg="mod">
          <ac:chgData name="이유림" userId="c4f7c10e-9591-4e08-8489-adf65147d8f2" providerId="ADAL" clId="{9D3065D7-C34D-44C9-80EB-0B2043D9C029}" dt="2024-12-04T07:26:32.177" v="5015"/>
          <ac:picMkLst>
            <pc:docMk/>
            <pc:sldMk cId="2466279025" sldId="276"/>
            <ac:picMk id="51" creationId="{CF0EE421-3E2C-164C-E05A-35D725D0B84D}"/>
          </ac:picMkLst>
        </pc:picChg>
      </pc:sldChg>
    </pc:docChg>
  </pc:docChgLst>
  <pc:docChgLst>
    <pc:chgData name="예은 김" userId="6526923f-0c52-4639-9dbd-0f483d8fd367" providerId="ADAL" clId="{369ABB2D-4B77-4372-BACE-59949A397293}"/>
    <pc:docChg chg="undo custSel addSld delSld modSld sldOrd">
      <pc:chgData name="예은 김" userId="6526923f-0c52-4639-9dbd-0f483d8fd367" providerId="ADAL" clId="{369ABB2D-4B77-4372-BACE-59949A397293}" dt="2025-06-11T09:20:57.542" v="921" actId="20577"/>
      <pc:docMkLst>
        <pc:docMk/>
      </pc:docMkLst>
      <pc:sldChg chg="add del setBg">
        <pc:chgData name="예은 김" userId="6526923f-0c52-4639-9dbd-0f483d8fd367" providerId="ADAL" clId="{369ABB2D-4B77-4372-BACE-59949A397293}" dt="2025-06-11T08:28:18.966" v="1"/>
        <pc:sldMkLst>
          <pc:docMk/>
          <pc:sldMk cId="1518576721" sldId="279"/>
        </pc:sldMkLst>
      </pc:sldChg>
      <pc:sldChg chg="modSp add mod ord">
        <pc:chgData name="예은 김" userId="6526923f-0c52-4639-9dbd-0f483d8fd367" providerId="ADAL" clId="{369ABB2D-4B77-4372-BACE-59949A397293}" dt="2025-06-11T08:39:53.823" v="218"/>
        <pc:sldMkLst>
          <pc:docMk/>
          <pc:sldMk cId="2604213135" sldId="279"/>
        </pc:sldMkLst>
        <pc:spChg chg="mod">
          <ac:chgData name="예은 김" userId="6526923f-0c52-4639-9dbd-0f483d8fd367" providerId="ADAL" clId="{369ABB2D-4B77-4372-BACE-59949A397293}" dt="2025-06-11T08:31:12.625" v="39" actId="20577"/>
          <ac:spMkLst>
            <pc:docMk/>
            <pc:sldMk cId="2604213135" sldId="279"/>
            <ac:spMk id="15" creationId="{DD2BA9D1-889D-AEF8-BB7E-B25BCFC35209}"/>
          </ac:spMkLst>
        </pc:spChg>
        <pc:spChg chg="mod">
          <ac:chgData name="예은 김" userId="6526923f-0c52-4639-9dbd-0f483d8fd367" providerId="ADAL" clId="{369ABB2D-4B77-4372-BACE-59949A397293}" dt="2025-06-11T08:31:54.749" v="63" actId="20577"/>
          <ac:spMkLst>
            <pc:docMk/>
            <pc:sldMk cId="2604213135" sldId="279"/>
            <ac:spMk id="17" creationId="{9B0C1535-B1E4-B210-1974-EDF1CE6AEC14}"/>
          </ac:spMkLst>
        </pc:spChg>
        <pc:spChg chg="mod">
          <ac:chgData name="예은 김" userId="6526923f-0c52-4639-9dbd-0f483d8fd367" providerId="ADAL" clId="{369ABB2D-4B77-4372-BACE-59949A397293}" dt="2025-06-11T08:36:13.563" v="188" actId="20577"/>
          <ac:spMkLst>
            <pc:docMk/>
            <pc:sldMk cId="2604213135" sldId="279"/>
            <ac:spMk id="28" creationId="{13CD4AEA-CEE2-B2A9-0415-EAAAA9F0B440}"/>
          </ac:spMkLst>
        </pc:spChg>
        <pc:spChg chg="mod">
          <ac:chgData name="예은 김" userId="6526923f-0c52-4639-9dbd-0f483d8fd367" providerId="ADAL" clId="{369ABB2D-4B77-4372-BACE-59949A397293}" dt="2025-06-11T08:37:16.694" v="192" actId="207"/>
          <ac:spMkLst>
            <pc:docMk/>
            <pc:sldMk cId="2604213135" sldId="279"/>
            <ac:spMk id="29" creationId="{FC97D07A-6DEB-CA92-08AD-67FA8DFF0F08}"/>
          </ac:spMkLst>
        </pc:spChg>
        <pc:spChg chg="mod">
          <ac:chgData name="예은 김" userId="6526923f-0c52-4639-9dbd-0f483d8fd367" providerId="ADAL" clId="{369ABB2D-4B77-4372-BACE-59949A397293}" dt="2025-06-11T08:35:14.812" v="148" actId="20577"/>
          <ac:spMkLst>
            <pc:docMk/>
            <pc:sldMk cId="2604213135" sldId="279"/>
            <ac:spMk id="31" creationId="{6F2A1BD8-B677-9F0A-0B8C-8392A2C05CEE}"/>
          </ac:spMkLst>
        </pc:spChg>
        <pc:spChg chg="mod">
          <ac:chgData name="예은 김" userId="6526923f-0c52-4639-9dbd-0f483d8fd367" providerId="ADAL" clId="{369ABB2D-4B77-4372-BACE-59949A397293}" dt="2025-06-11T08:38:11.626" v="213" actId="20577"/>
          <ac:spMkLst>
            <pc:docMk/>
            <pc:sldMk cId="2604213135" sldId="279"/>
            <ac:spMk id="43" creationId="{6FDED833-9209-F168-81E2-8F75D3E6AC0B}"/>
          </ac:spMkLst>
        </pc:spChg>
        <pc:spChg chg="mod">
          <ac:chgData name="예은 김" userId="6526923f-0c52-4639-9dbd-0f483d8fd367" providerId="ADAL" clId="{369ABB2D-4B77-4372-BACE-59949A397293}" dt="2025-06-11T08:32:29.971" v="64" actId="20577"/>
          <ac:spMkLst>
            <pc:docMk/>
            <pc:sldMk cId="2604213135" sldId="279"/>
            <ac:spMk id="136" creationId="{B4D65861-9355-82C7-901E-B4B1C92724AB}"/>
          </ac:spMkLst>
        </pc:spChg>
        <pc:spChg chg="mod">
          <ac:chgData name="예은 김" userId="6526923f-0c52-4639-9dbd-0f483d8fd367" providerId="ADAL" clId="{369ABB2D-4B77-4372-BACE-59949A397293}" dt="2025-06-11T08:33:24.999" v="122" actId="20577"/>
          <ac:spMkLst>
            <pc:docMk/>
            <pc:sldMk cId="2604213135" sldId="279"/>
            <ac:spMk id="138" creationId="{B2D2F8CE-754C-105D-0DB2-A42A8979DD3C}"/>
          </ac:spMkLst>
        </pc:spChg>
      </pc:sldChg>
      <pc:sldChg chg="add del setBg">
        <pc:chgData name="예은 김" userId="6526923f-0c52-4639-9dbd-0f483d8fd367" providerId="ADAL" clId="{369ABB2D-4B77-4372-BACE-59949A397293}" dt="2025-06-11T08:39:47.462" v="215"/>
        <pc:sldMkLst>
          <pc:docMk/>
          <pc:sldMk cId="368677607" sldId="280"/>
        </pc:sldMkLst>
      </pc:sldChg>
      <pc:sldChg chg="modSp add mod">
        <pc:chgData name="예은 김" userId="6526923f-0c52-4639-9dbd-0f483d8fd367" providerId="ADAL" clId="{369ABB2D-4B77-4372-BACE-59949A397293}" dt="2025-06-11T09:20:57.542" v="921" actId="20577"/>
        <pc:sldMkLst>
          <pc:docMk/>
          <pc:sldMk cId="2141349456" sldId="280"/>
        </pc:sldMkLst>
        <pc:spChg chg="mod">
          <ac:chgData name="예은 김" userId="6526923f-0c52-4639-9dbd-0f483d8fd367" providerId="ADAL" clId="{369ABB2D-4B77-4372-BACE-59949A397293}" dt="2025-06-11T09:18:13.100" v="916" actId="20577"/>
          <ac:spMkLst>
            <pc:docMk/>
            <pc:sldMk cId="2141349456" sldId="280"/>
            <ac:spMk id="11" creationId="{1D6C3ABB-108D-AFC5-E887-DF8052C74F97}"/>
          </ac:spMkLst>
        </pc:spChg>
        <pc:spChg chg="mod">
          <ac:chgData name="예은 김" userId="6526923f-0c52-4639-9dbd-0f483d8fd367" providerId="ADAL" clId="{369ABB2D-4B77-4372-BACE-59949A397293}" dt="2025-06-11T09:20:57.542" v="921" actId="20577"/>
          <ac:spMkLst>
            <pc:docMk/>
            <pc:sldMk cId="2141349456" sldId="280"/>
            <ac:spMk id="59" creationId="{B4F9ABB2-A3D7-3C9F-34C6-5426CEF2C81D}"/>
          </ac:spMkLst>
        </pc:spChg>
      </pc:sldChg>
    </pc:docChg>
  </pc:docChgLst>
  <pc:docChgLst>
    <pc:chgData name="김예은" userId="6526923f-0c52-4639-9dbd-0f483d8fd367" providerId="ADAL" clId="{BB235971-6772-4BBA-A5CF-ED160FFC2D17}"/>
    <pc:docChg chg="undo custSel modSld">
      <pc:chgData name="김예은" userId="6526923f-0c52-4639-9dbd-0f483d8fd367" providerId="ADAL" clId="{BB235971-6772-4BBA-A5CF-ED160FFC2D17}" dt="2025-09-11T09:41:42.969" v="1234" actId="20577"/>
      <pc:docMkLst>
        <pc:docMk/>
      </pc:docMkLst>
      <pc:sldChg chg="modSp mod">
        <pc:chgData name="김예은" userId="6526923f-0c52-4639-9dbd-0f483d8fd367" providerId="ADAL" clId="{BB235971-6772-4BBA-A5CF-ED160FFC2D17}" dt="2025-09-11T09:40:24.077" v="1227" actId="21"/>
        <pc:sldMkLst>
          <pc:docMk/>
          <pc:sldMk cId="2141349456" sldId="280"/>
        </pc:sldMkLst>
        <pc:spChg chg="mod">
          <ac:chgData name="김예은" userId="6526923f-0c52-4639-9dbd-0f483d8fd367" providerId="ADAL" clId="{BB235971-6772-4BBA-A5CF-ED160FFC2D17}" dt="2025-09-11T09:37:35.024" v="1225" actId="20577"/>
          <ac:spMkLst>
            <pc:docMk/>
            <pc:sldMk cId="2141349456" sldId="280"/>
            <ac:spMk id="6" creationId="{39022780-88C1-85B1-7A31-AA9DBCE62E9E}"/>
          </ac:spMkLst>
        </pc:spChg>
        <pc:spChg chg="mod">
          <ac:chgData name="김예은" userId="6526923f-0c52-4639-9dbd-0f483d8fd367" providerId="ADAL" clId="{BB235971-6772-4BBA-A5CF-ED160FFC2D17}" dt="2025-09-11T09:40:24.077" v="1227" actId="21"/>
          <ac:spMkLst>
            <pc:docMk/>
            <pc:sldMk cId="2141349456" sldId="280"/>
            <ac:spMk id="61" creationId="{0B731606-7070-50D7-2C59-5718DBA857CB}"/>
          </ac:spMkLst>
        </pc:spChg>
      </pc:sldChg>
      <pc:sldChg chg="modSp mod">
        <pc:chgData name="김예은" userId="6526923f-0c52-4639-9dbd-0f483d8fd367" providerId="ADAL" clId="{BB235971-6772-4BBA-A5CF-ED160FFC2D17}" dt="2025-09-11T09:41:42.969" v="1234" actId="20577"/>
        <pc:sldMkLst>
          <pc:docMk/>
          <pc:sldMk cId="4070630398" sldId="281"/>
        </pc:sldMkLst>
        <pc:spChg chg="mod">
          <ac:chgData name="김예은" userId="6526923f-0c52-4639-9dbd-0f483d8fd367" providerId="ADAL" clId="{BB235971-6772-4BBA-A5CF-ED160FFC2D17}" dt="2025-09-11T08:32:27.522" v="351" actId="20577"/>
          <ac:spMkLst>
            <pc:docMk/>
            <pc:sldMk cId="4070630398" sldId="281"/>
            <ac:spMk id="17" creationId="{9B0C1535-B1E4-B210-1974-EDF1CE6AEC14}"/>
          </ac:spMkLst>
        </pc:spChg>
        <pc:spChg chg="mod">
          <ac:chgData name="김예은" userId="6526923f-0c52-4639-9dbd-0f483d8fd367" providerId="ADAL" clId="{BB235971-6772-4BBA-A5CF-ED160FFC2D17}" dt="2025-09-11T08:31:18.161" v="296" actId="20577"/>
          <ac:spMkLst>
            <pc:docMk/>
            <pc:sldMk cId="4070630398" sldId="281"/>
            <ac:spMk id="24" creationId="{62920AD4-7942-1BED-4284-E22921A7F674}"/>
          </ac:spMkLst>
        </pc:spChg>
        <pc:spChg chg="mod">
          <ac:chgData name="김예은" userId="6526923f-0c52-4639-9dbd-0f483d8fd367" providerId="ADAL" clId="{BB235971-6772-4BBA-A5CF-ED160FFC2D17}" dt="2025-09-11T08:34:37.693" v="407" actId="20577"/>
          <ac:spMkLst>
            <pc:docMk/>
            <pc:sldMk cId="4070630398" sldId="281"/>
            <ac:spMk id="27" creationId="{38EA2831-285C-F0AC-DB24-1E5C5F100C23}"/>
          </ac:spMkLst>
        </pc:spChg>
        <pc:spChg chg="mod">
          <ac:chgData name="김예은" userId="6526923f-0c52-4639-9dbd-0f483d8fd367" providerId="ADAL" clId="{BB235971-6772-4BBA-A5CF-ED160FFC2D17}" dt="2025-09-11T09:41:42.969" v="1234" actId="20577"/>
          <ac:spMkLst>
            <pc:docMk/>
            <pc:sldMk cId="4070630398" sldId="281"/>
            <ac:spMk id="28" creationId="{13CD4AEA-CEE2-B2A9-0415-EAAAA9F0B440}"/>
          </ac:spMkLst>
        </pc:spChg>
        <pc:spChg chg="mod">
          <ac:chgData name="김예은" userId="6526923f-0c52-4639-9dbd-0f483d8fd367" providerId="ADAL" clId="{BB235971-6772-4BBA-A5CF-ED160FFC2D17}" dt="2025-09-11T08:28:38.570" v="232" actId="20577"/>
          <ac:spMkLst>
            <pc:docMk/>
            <pc:sldMk cId="4070630398" sldId="281"/>
            <ac:spMk id="29" creationId="{FC97D07A-6DEB-CA92-08AD-67FA8DFF0F08}"/>
          </ac:spMkLst>
        </pc:spChg>
        <pc:spChg chg="mod">
          <ac:chgData name="김예은" userId="6526923f-0c52-4639-9dbd-0f483d8fd367" providerId="ADAL" clId="{BB235971-6772-4BBA-A5CF-ED160FFC2D17}" dt="2025-09-11T08:35:34.257" v="434" actId="20577"/>
          <ac:spMkLst>
            <pc:docMk/>
            <pc:sldMk cId="4070630398" sldId="281"/>
            <ac:spMk id="44" creationId="{72EE6F18-228A-11A7-901A-8C112B5F30E8}"/>
          </ac:spMkLst>
        </pc:spChg>
        <pc:spChg chg="mod">
          <ac:chgData name="김예은" userId="6526923f-0c52-4639-9dbd-0f483d8fd367" providerId="ADAL" clId="{BB235971-6772-4BBA-A5CF-ED160FFC2D17}" dt="2025-09-11T08:35:59.864" v="449" actId="20577"/>
          <ac:spMkLst>
            <pc:docMk/>
            <pc:sldMk cId="4070630398" sldId="281"/>
            <ac:spMk id="46" creationId="{7DA334C2-E384-CB47-2C11-DD1D0A0EE62A}"/>
          </ac:spMkLst>
        </pc:spChg>
        <pc:spChg chg="mod">
          <ac:chgData name="김예은" userId="6526923f-0c52-4639-9dbd-0f483d8fd367" providerId="ADAL" clId="{BB235971-6772-4BBA-A5CF-ED160FFC2D17}" dt="2025-09-11T08:33:30.715" v="370" actId="20577"/>
          <ac:spMkLst>
            <pc:docMk/>
            <pc:sldMk cId="4070630398" sldId="281"/>
            <ac:spMk id="138" creationId="{B2D2F8CE-754C-105D-0DB2-A42A8979DD3C}"/>
          </ac:spMkLst>
        </pc:spChg>
      </pc:sldChg>
    </pc:docChg>
  </pc:docChgLst>
  <pc:docChgLst>
    <pc:chgData name="김예은" userId="6526923f-0c52-4639-9dbd-0f483d8fd367" providerId="ADAL" clId="{FB0D29B0-94B2-451B-A3F0-3796A3D395DE}"/>
    <pc:docChg chg="undo custSel modSld">
      <pc:chgData name="김예은" userId="6526923f-0c52-4639-9dbd-0f483d8fd367" providerId="ADAL" clId="{FB0D29B0-94B2-451B-A3F0-3796A3D395DE}" dt="2022-12-06T08:48:21.543" v="785"/>
      <pc:docMkLst>
        <pc:docMk/>
      </pc:docMkLst>
      <pc:sldChg chg="modSp mod">
        <pc:chgData name="김예은" userId="6526923f-0c52-4639-9dbd-0f483d8fd367" providerId="ADAL" clId="{FB0D29B0-94B2-451B-A3F0-3796A3D395DE}" dt="2022-12-06T08:46:46.223" v="754"/>
        <pc:sldMkLst>
          <pc:docMk/>
          <pc:sldMk cId="2782649627" sldId="272"/>
        </pc:sldMkLst>
        <pc:spChg chg="mod">
          <ac:chgData name="김예은" userId="6526923f-0c52-4639-9dbd-0f483d8fd367" providerId="ADAL" clId="{FB0D29B0-94B2-451B-A3F0-3796A3D395DE}" dt="2022-12-06T08:44:45.732" v="700"/>
          <ac:spMkLst>
            <pc:docMk/>
            <pc:sldMk cId="2782649627" sldId="272"/>
            <ac:spMk id="12" creationId="{E77C303D-1DF1-1656-086D-E0D8D2A482F0}"/>
          </ac:spMkLst>
        </pc:spChg>
        <pc:spChg chg="mod">
          <ac:chgData name="김예은" userId="6526923f-0c52-4639-9dbd-0f483d8fd367" providerId="ADAL" clId="{FB0D29B0-94B2-451B-A3F0-3796A3D395DE}" dt="2022-12-06T08:46:46.223" v="754"/>
          <ac:spMkLst>
            <pc:docMk/>
            <pc:sldMk cId="2782649627" sldId="272"/>
            <ac:spMk id="28" creationId="{9DE27DDF-993E-3C20-2C66-8A57F42D47E2}"/>
          </ac:spMkLst>
        </pc:spChg>
      </pc:sldChg>
      <pc:sldChg chg="modSp mod">
        <pc:chgData name="김예은" userId="6526923f-0c52-4639-9dbd-0f483d8fd367" providerId="ADAL" clId="{FB0D29B0-94B2-451B-A3F0-3796A3D395DE}" dt="2022-12-06T08:48:21.543" v="785"/>
        <pc:sldMkLst>
          <pc:docMk/>
          <pc:sldMk cId="2466279025" sldId="276"/>
        </pc:sldMkLst>
        <pc:spChg chg="mod">
          <ac:chgData name="김예은" userId="6526923f-0c52-4639-9dbd-0f483d8fd367" providerId="ADAL" clId="{FB0D29B0-94B2-451B-A3F0-3796A3D395DE}" dt="2022-12-06T08:08:59.371" v="202"/>
          <ac:spMkLst>
            <pc:docMk/>
            <pc:sldMk cId="2466279025" sldId="276"/>
            <ac:spMk id="111" creationId="{9B3FAADE-62CB-1627-946C-00DA9E3E4BA6}"/>
          </ac:spMkLst>
        </pc:spChg>
        <pc:spChg chg="mod">
          <ac:chgData name="김예은" userId="6526923f-0c52-4639-9dbd-0f483d8fd367" providerId="ADAL" clId="{FB0D29B0-94B2-451B-A3F0-3796A3D395DE}" dt="2022-12-06T08:31:11.755" v="508"/>
          <ac:spMkLst>
            <pc:docMk/>
            <pc:sldMk cId="2466279025" sldId="276"/>
            <ac:spMk id="113" creationId="{753130E7-0351-2A00-B06C-90BD547323AA}"/>
          </ac:spMkLst>
        </pc:spChg>
        <pc:spChg chg="mod">
          <ac:chgData name="김예은" userId="6526923f-0c52-4639-9dbd-0f483d8fd367" providerId="ADAL" clId="{FB0D29B0-94B2-451B-A3F0-3796A3D395DE}" dt="2022-12-06T08:28:08.359" v="428"/>
          <ac:spMkLst>
            <pc:docMk/>
            <pc:sldMk cId="2466279025" sldId="276"/>
            <ac:spMk id="120" creationId="{C8A8EE19-DFD2-3346-7CDD-1A211A6A60B5}"/>
          </ac:spMkLst>
        </pc:spChg>
        <pc:spChg chg="mod">
          <ac:chgData name="김예은" userId="6526923f-0c52-4639-9dbd-0f483d8fd367" providerId="ADAL" clId="{FB0D29B0-94B2-451B-A3F0-3796A3D395DE}" dt="2022-12-06T08:48:21.543" v="785"/>
          <ac:spMkLst>
            <pc:docMk/>
            <pc:sldMk cId="2466279025" sldId="276"/>
            <ac:spMk id="122" creationId="{39FCE55A-95C4-8B19-C9CF-C69E097FDCDE}"/>
          </ac:spMkLst>
        </pc:spChg>
        <pc:spChg chg="mod">
          <ac:chgData name="김예은" userId="6526923f-0c52-4639-9dbd-0f483d8fd367" providerId="ADAL" clId="{FB0D29B0-94B2-451B-A3F0-3796A3D395DE}" dt="2022-12-06T08:28:09.913" v="429" actId="20577"/>
          <ac:spMkLst>
            <pc:docMk/>
            <pc:sldMk cId="2466279025" sldId="276"/>
            <ac:spMk id="123" creationId="{6B612028-15B8-793C-4BDE-D794BBB28331}"/>
          </ac:spMkLst>
        </pc:spChg>
        <pc:spChg chg="mod">
          <ac:chgData name="김예은" userId="6526923f-0c52-4639-9dbd-0f483d8fd367" providerId="ADAL" clId="{FB0D29B0-94B2-451B-A3F0-3796A3D395DE}" dt="2022-12-06T08:26:31.655" v="413" actId="20577"/>
          <ac:spMkLst>
            <pc:docMk/>
            <pc:sldMk cId="2466279025" sldId="276"/>
            <ac:spMk id="124" creationId="{247334D1-318A-36C3-31B0-35072BB8B8FC}"/>
          </ac:spMkLst>
        </pc:spChg>
        <pc:spChg chg="mod">
          <ac:chgData name="김예은" userId="6526923f-0c52-4639-9dbd-0f483d8fd367" providerId="ADAL" clId="{FB0D29B0-94B2-451B-A3F0-3796A3D395DE}" dt="2022-12-06T08:28:14.993" v="431" actId="20577"/>
          <ac:spMkLst>
            <pc:docMk/>
            <pc:sldMk cId="2466279025" sldId="276"/>
            <ac:spMk id="125" creationId="{660657B5-9A52-4E96-6F5F-31FA2250C947}"/>
          </ac:spMkLst>
        </pc:spChg>
        <pc:spChg chg="mod">
          <ac:chgData name="김예은" userId="6526923f-0c52-4639-9dbd-0f483d8fd367" providerId="ADAL" clId="{FB0D29B0-94B2-451B-A3F0-3796A3D395DE}" dt="2022-12-06T08:36:21.591" v="629"/>
          <ac:spMkLst>
            <pc:docMk/>
            <pc:sldMk cId="2466279025" sldId="276"/>
            <ac:spMk id="127" creationId="{E61DF555-0E6D-8ECB-0C8A-9D60C3F72825}"/>
          </ac:spMkLst>
        </pc:spChg>
        <pc:spChg chg="mod">
          <ac:chgData name="김예은" userId="6526923f-0c52-4639-9dbd-0f483d8fd367" providerId="ADAL" clId="{FB0D29B0-94B2-451B-A3F0-3796A3D395DE}" dt="2022-12-06T08:09:26.715" v="245"/>
          <ac:spMkLst>
            <pc:docMk/>
            <pc:sldMk cId="2466279025" sldId="276"/>
            <ac:spMk id="130" creationId="{DBE3A232-77E1-9C69-5805-1FB1AC9A403C}"/>
          </ac:spMkLst>
        </pc:spChg>
        <pc:spChg chg="mod">
          <ac:chgData name="김예은" userId="6526923f-0c52-4639-9dbd-0f483d8fd367" providerId="ADAL" clId="{FB0D29B0-94B2-451B-A3F0-3796A3D395DE}" dt="2022-12-06T08:29:58.042" v="444" actId="20577"/>
          <ac:spMkLst>
            <pc:docMk/>
            <pc:sldMk cId="2466279025" sldId="276"/>
            <ac:spMk id="138" creationId="{C2284F3A-504C-8FA4-2592-EE47736DE835}"/>
          </ac:spMkLst>
        </pc:spChg>
        <pc:spChg chg="mod">
          <ac:chgData name="김예은" userId="6526923f-0c52-4639-9dbd-0f483d8fd367" providerId="ADAL" clId="{FB0D29B0-94B2-451B-A3F0-3796A3D395DE}" dt="2022-12-06T08:29:17.737" v="440"/>
          <ac:spMkLst>
            <pc:docMk/>
            <pc:sldMk cId="2466279025" sldId="276"/>
            <ac:spMk id="141" creationId="{A5DE7E25-9941-B777-B6E9-8BD7D4ECE3A1}"/>
          </ac:spMkLst>
        </pc:spChg>
      </pc:sldChg>
    </pc:docChg>
  </pc:docChgLst>
  <pc:docChgLst>
    <pc:chgData name="이유림" userId="c4f7c10e-9591-4e08-8489-adf65147d8f2" providerId="ADAL" clId="{A7BFBF75-EFC9-4F8D-B2CB-C33FBB48B2F0}"/>
    <pc:docChg chg="undo redo custSel modSld">
      <pc:chgData name="이유림" userId="c4f7c10e-9591-4e08-8489-adf65147d8f2" providerId="ADAL" clId="{A7BFBF75-EFC9-4F8D-B2CB-C33FBB48B2F0}" dt="2026-01-21T07:36:21.383" v="793" actId="20577"/>
      <pc:docMkLst>
        <pc:docMk/>
      </pc:docMkLst>
      <pc:sldChg chg="addSp delSp modSp mod">
        <pc:chgData name="이유림" userId="c4f7c10e-9591-4e08-8489-adf65147d8f2" providerId="ADAL" clId="{A7BFBF75-EFC9-4F8D-B2CB-C33FBB48B2F0}" dt="2026-01-08T09:59:09.125" v="788" actId="6549"/>
        <pc:sldMkLst>
          <pc:docMk/>
          <pc:sldMk cId="2141349456" sldId="280"/>
        </pc:sldMkLst>
        <pc:spChg chg="mod">
          <ac:chgData name="이유림" userId="c4f7c10e-9591-4e08-8489-adf65147d8f2" providerId="ADAL" clId="{A7BFBF75-EFC9-4F8D-B2CB-C33FBB48B2F0}" dt="2026-01-07T02:15:34.144" v="12" actId="20577"/>
          <ac:spMkLst>
            <pc:docMk/>
            <pc:sldMk cId="2141349456" sldId="280"/>
            <ac:spMk id="5" creationId="{82305561-9C83-4AF0-BE74-852E6825B240}"/>
          </ac:spMkLst>
        </pc:spChg>
        <pc:spChg chg="mod">
          <ac:chgData name="이유림" userId="c4f7c10e-9591-4e08-8489-adf65147d8f2" providerId="ADAL" clId="{A7BFBF75-EFC9-4F8D-B2CB-C33FBB48B2F0}" dt="2026-01-08T09:59:09.125" v="788" actId="6549"/>
          <ac:spMkLst>
            <pc:docMk/>
            <pc:sldMk cId="2141349456" sldId="280"/>
            <ac:spMk id="6" creationId="{06EF3920-5AC7-757F-5FF8-ABA68DCE33B7}"/>
          </ac:spMkLst>
        </pc:spChg>
        <pc:spChg chg="mod">
          <ac:chgData name="이유림" userId="c4f7c10e-9591-4e08-8489-adf65147d8f2" providerId="ADAL" clId="{A7BFBF75-EFC9-4F8D-B2CB-C33FBB48B2F0}" dt="2026-01-07T02:15:48.003" v="14"/>
          <ac:spMkLst>
            <pc:docMk/>
            <pc:sldMk cId="2141349456" sldId="280"/>
            <ac:spMk id="9" creationId="{16E64D9C-4386-FF73-23BD-FFC17655BB5D}"/>
          </ac:spMkLst>
        </pc:spChg>
        <pc:spChg chg="mod">
          <ac:chgData name="이유림" userId="c4f7c10e-9591-4e08-8489-adf65147d8f2" providerId="ADAL" clId="{A7BFBF75-EFC9-4F8D-B2CB-C33FBB48B2F0}" dt="2026-01-07T02:17:00.909" v="29" actId="6549"/>
          <ac:spMkLst>
            <pc:docMk/>
            <pc:sldMk cId="2141349456" sldId="280"/>
            <ac:spMk id="59" creationId="{D00C9E39-5F0C-57EA-A696-5E911477D724}"/>
          </ac:spMkLst>
        </pc:spChg>
        <pc:spChg chg="mod">
          <ac:chgData name="이유림" userId="c4f7c10e-9591-4e08-8489-adf65147d8f2" providerId="ADAL" clId="{A7BFBF75-EFC9-4F8D-B2CB-C33FBB48B2F0}" dt="2026-01-07T02:15:48.003" v="14"/>
          <ac:spMkLst>
            <pc:docMk/>
            <pc:sldMk cId="2141349456" sldId="280"/>
            <ac:spMk id="60" creationId="{EDE812CA-1E98-943A-BF46-3E62CC4695EC}"/>
          </ac:spMkLst>
        </pc:spChg>
        <pc:grpChg chg="add mod">
          <ac:chgData name="이유림" userId="c4f7c10e-9591-4e08-8489-adf65147d8f2" providerId="ADAL" clId="{A7BFBF75-EFC9-4F8D-B2CB-C33FBB48B2F0}" dt="2026-01-07T02:15:48.003" v="14"/>
          <ac:grpSpMkLst>
            <pc:docMk/>
            <pc:sldMk cId="2141349456" sldId="280"/>
            <ac:grpSpMk id="4" creationId="{2AD03CA7-8C24-144E-D031-832C82E54F44}"/>
          </ac:grpSpMkLst>
        </pc:grpChg>
        <pc:grpChg chg="del">
          <ac:chgData name="이유림" userId="c4f7c10e-9591-4e08-8489-adf65147d8f2" providerId="ADAL" clId="{A7BFBF75-EFC9-4F8D-B2CB-C33FBB48B2F0}" dt="2026-01-07T02:15:47.700" v="13" actId="478"/>
          <ac:grpSpMkLst>
            <pc:docMk/>
            <pc:sldMk cId="2141349456" sldId="280"/>
            <ac:grpSpMk id="10" creationId="{8FD79558-94A1-99DD-F6C2-D3A81614FC17}"/>
          </ac:grpSpMkLst>
        </pc:grpChg>
        <pc:grpChg chg="mod">
          <ac:chgData name="이유림" userId="c4f7c10e-9591-4e08-8489-adf65147d8f2" providerId="ADAL" clId="{A7BFBF75-EFC9-4F8D-B2CB-C33FBB48B2F0}" dt="2026-01-07T02:15:48.003" v="14"/>
          <ac:grpSpMkLst>
            <pc:docMk/>
            <pc:sldMk cId="2141349456" sldId="280"/>
            <ac:grpSpMk id="12" creationId="{B2B687BC-5594-F6EC-52ED-7185AC6364E3}"/>
          </ac:grpSpMkLst>
        </pc:grpChg>
        <pc:grpChg chg="del">
          <ac:chgData name="이유림" userId="c4f7c10e-9591-4e08-8489-adf65147d8f2" providerId="ADAL" clId="{A7BFBF75-EFC9-4F8D-B2CB-C33FBB48B2F0}" dt="2026-01-07T02:15:47.700" v="13" actId="478"/>
          <ac:grpSpMkLst>
            <pc:docMk/>
            <pc:sldMk cId="2141349456" sldId="280"/>
            <ac:grpSpMk id="46" creationId="{8F2DCBA4-90B2-66E7-082C-9BF2BDB1A1F4}"/>
          </ac:grpSpMkLst>
        </pc:grpChg>
        <pc:grpChg chg="add mod">
          <ac:chgData name="이유림" userId="c4f7c10e-9591-4e08-8489-adf65147d8f2" providerId="ADAL" clId="{A7BFBF75-EFC9-4F8D-B2CB-C33FBB48B2F0}" dt="2026-01-07T02:15:48.003" v="14"/>
          <ac:grpSpMkLst>
            <pc:docMk/>
            <pc:sldMk cId="2141349456" sldId="280"/>
            <ac:grpSpMk id="58" creationId="{A4F35A62-3AB5-1EEB-A660-2191D6531B55}"/>
          </ac:grpSpMkLst>
        </pc:grpChg>
        <pc:picChg chg="mod">
          <ac:chgData name="이유림" userId="c4f7c10e-9591-4e08-8489-adf65147d8f2" providerId="ADAL" clId="{A7BFBF75-EFC9-4F8D-B2CB-C33FBB48B2F0}" dt="2026-01-07T02:15:48.003" v="14"/>
          <ac:picMkLst>
            <pc:docMk/>
            <pc:sldMk cId="2141349456" sldId="280"/>
            <ac:picMk id="14" creationId="{2118DA78-491D-40F9-CF7D-2D2F6AA675DC}"/>
          </ac:picMkLst>
        </pc:picChg>
        <pc:picChg chg="mod">
          <ac:chgData name="이유림" userId="c4f7c10e-9591-4e08-8489-adf65147d8f2" providerId="ADAL" clId="{A7BFBF75-EFC9-4F8D-B2CB-C33FBB48B2F0}" dt="2026-01-07T02:15:48.003" v="14"/>
          <ac:picMkLst>
            <pc:docMk/>
            <pc:sldMk cId="2141349456" sldId="280"/>
            <ac:picMk id="15" creationId="{3FE3179C-5940-E85C-20F4-561DBFFB7040}"/>
          </ac:picMkLst>
        </pc:picChg>
        <pc:picChg chg="mod">
          <ac:chgData name="이유림" userId="c4f7c10e-9591-4e08-8489-adf65147d8f2" providerId="ADAL" clId="{A7BFBF75-EFC9-4F8D-B2CB-C33FBB48B2F0}" dt="2026-01-07T02:15:48.003" v="14"/>
          <ac:picMkLst>
            <pc:docMk/>
            <pc:sldMk cId="2141349456" sldId="280"/>
            <ac:picMk id="16" creationId="{C7979835-B44D-0E89-362B-F4EE77751620}"/>
          </ac:picMkLst>
        </pc:picChg>
        <pc:picChg chg="mod">
          <ac:chgData name="이유림" userId="c4f7c10e-9591-4e08-8489-adf65147d8f2" providerId="ADAL" clId="{A7BFBF75-EFC9-4F8D-B2CB-C33FBB48B2F0}" dt="2026-01-07T02:15:48.003" v="14"/>
          <ac:picMkLst>
            <pc:docMk/>
            <pc:sldMk cId="2141349456" sldId="280"/>
            <ac:picMk id="17" creationId="{5EE8A718-342E-433A-4358-4CA6D0E514CF}"/>
          </ac:picMkLst>
        </pc:picChg>
        <pc:picChg chg="mod">
          <ac:chgData name="이유림" userId="c4f7c10e-9591-4e08-8489-adf65147d8f2" providerId="ADAL" clId="{A7BFBF75-EFC9-4F8D-B2CB-C33FBB48B2F0}" dt="2026-01-07T02:15:48.003" v="14"/>
          <ac:picMkLst>
            <pc:docMk/>
            <pc:sldMk cId="2141349456" sldId="280"/>
            <ac:picMk id="18" creationId="{D860DC2B-02DA-6FFA-5E1E-970093493672}"/>
          </ac:picMkLst>
        </pc:picChg>
        <pc:picChg chg="mod">
          <ac:chgData name="이유림" userId="c4f7c10e-9591-4e08-8489-adf65147d8f2" providerId="ADAL" clId="{A7BFBF75-EFC9-4F8D-B2CB-C33FBB48B2F0}" dt="2026-01-07T02:15:48.003" v="14"/>
          <ac:picMkLst>
            <pc:docMk/>
            <pc:sldMk cId="2141349456" sldId="280"/>
            <ac:picMk id="19" creationId="{6E8B3813-940E-BBEE-50E4-9244D728ADB3}"/>
          </ac:picMkLst>
        </pc:picChg>
        <pc:picChg chg="mod">
          <ac:chgData name="이유림" userId="c4f7c10e-9591-4e08-8489-adf65147d8f2" providerId="ADAL" clId="{A7BFBF75-EFC9-4F8D-B2CB-C33FBB48B2F0}" dt="2026-01-07T02:15:48.003" v="14"/>
          <ac:picMkLst>
            <pc:docMk/>
            <pc:sldMk cId="2141349456" sldId="280"/>
            <ac:picMk id="20" creationId="{3D8618A8-D4AA-39A4-E10B-B3791438CB2B}"/>
          </ac:picMkLst>
        </pc:picChg>
        <pc:picChg chg="mod">
          <ac:chgData name="이유림" userId="c4f7c10e-9591-4e08-8489-adf65147d8f2" providerId="ADAL" clId="{A7BFBF75-EFC9-4F8D-B2CB-C33FBB48B2F0}" dt="2026-01-07T02:15:48.003" v="14"/>
          <ac:picMkLst>
            <pc:docMk/>
            <pc:sldMk cId="2141349456" sldId="280"/>
            <ac:picMk id="21" creationId="{E43366E7-CBA7-F0F9-1FFA-E8F547EE6AFF}"/>
          </ac:picMkLst>
        </pc:picChg>
        <pc:picChg chg="mod">
          <ac:chgData name="이유림" userId="c4f7c10e-9591-4e08-8489-adf65147d8f2" providerId="ADAL" clId="{A7BFBF75-EFC9-4F8D-B2CB-C33FBB48B2F0}" dt="2026-01-07T02:15:48.003" v="14"/>
          <ac:picMkLst>
            <pc:docMk/>
            <pc:sldMk cId="2141349456" sldId="280"/>
            <ac:picMk id="22" creationId="{51D2F961-A968-BDEC-A1A5-4A173FE7A91B}"/>
          </ac:picMkLst>
        </pc:picChg>
        <pc:picChg chg="mod">
          <ac:chgData name="이유림" userId="c4f7c10e-9591-4e08-8489-adf65147d8f2" providerId="ADAL" clId="{A7BFBF75-EFC9-4F8D-B2CB-C33FBB48B2F0}" dt="2026-01-07T02:15:48.003" v="14"/>
          <ac:picMkLst>
            <pc:docMk/>
            <pc:sldMk cId="2141349456" sldId="280"/>
            <ac:picMk id="23" creationId="{89753297-FE8E-10AD-F640-602FD41A5F75}"/>
          </ac:picMkLst>
        </pc:picChg>
        <pc:picChg chg="mod">
          <ac:chgData name="이유림" userId="c4f7c10e-9591-4e08-8489-adf65147d8f2" providerId="ADAL" clId="{A7BFBF75-EFC9-4F8D-B2CB-C33FBB48B2F0}" dt="2026-01-07T02:15:48.003" v="14"/>
          <ac:picMkLst>
            <pc:docMk/>
            <pc:sldMk cId="2141349456" sldId="280"/>
            <ac:picMk id="24" creationId="{4701EA02-1AE9-5262-219D-20D36310AB81}"/>
          </ac:picMkLst>
        </pc:picChg>
        <pc:picChg chg="mod">
          <ac:chgData name="이유림" userId="c4f7c10e-9591-4e08-8489-adf65147d8f2" providerId="ADAL" clId="{A7BFBF75-EFC9-4F8D-B2CB-C33FBB48B2F0}" dt="2026-01-07T02:15:48.003" v="14"/>
          <ac:picMkLst>
            <pc:docMk/>
            <pc:sldMk cId="2141349456" sldId="280"/>
            <ac:picMk id="25" creationId="{452400DC-9883-92FD-D434-8514E365FDFE}"/>
          </ac:picMkLst>
        </pc:picChg>
        <pc:picChg chg="mod">
          <ac:chgData name="이유림" userId="c4f7c10e-9591-4e08-8489-adf65147d8f2" providerId="ADAL" clId="{A7BFBF75-EFC9-4F8D-B2CB-C33FBB48B2F0}" dt="2026-01-07T02:15:48.003" v="14"/>
          <ac:picMkLst>
            <pc:docMk/>
            <pc:sldMk cId="2141349456" sldId="280"/>
            <ac:picMk id="26" creationId="{9FDBF50E-8DBB-9503-6110-765E5065BAD4}"/>
          </ac:picMkLst>
        </pc:picChg>
        <pc:picChg chg="mod">
          <ac:chgData name="이유림" userId="c4f7c10e-9591-4e08-8489-adf65147d8f2" providerId="ADAL" clId="{A7BFBF75-EFC9-4F8D-B2CB-C33FBB48B2F0}" dt="2026-01-07T02:15:48.003" v="14"/>
          <ac:picMkLst>
            <pc:docMk/>
            <pc:sldMk cId="2141349456" sldId="280"/>
            <ac:picMk id="27" creationId="{AE7DC930-9B46-1315-DC5F-124C69DD69CC}"/>
          </ac:picMkLst>
        </pc:picChg>
        <pc:picChg chg="mod">
          <ac:chgData name="이유림" userId="c4f7c10e-9591-4e08-8489-adf65147d8f2" providerId="ADAL" clId="{A7BFBF75-EFC9-4F8D-B2CB-C33FBB48B2F0}" dt="2026-01-07T02:15:48.003" v="14"/>
          <ac:picMkLst>
            <pc:docMk/>
            <pc:sldMk cId="2141349456" sldId="280"/>
            <ac:picMk id="55" creationId="{4CA8CD1F-872B-BE78-BC54-CD27C3C6FB6D}"/>
          </ac:picMkLst>
        </pc:picChg>
        <pc:picChg chg="mod">
          <ac:chgData name="이유림" userId="c4f7c10e-9591-4e08-8489-adf65147d8f2" providerId="ADAL" clId="{A7BFBF75-EFC9-4F8D-B2CB-C33FBB48B2F0}" dt="2026-01-07T02:15:48.003" v="14"/>
          <ac:picMkLst>
            <pc:docMk/>
            <pc:sldMk cId="2141349456" sldId="280"/>
            <ac:picMk id="56" creationId="{4E92A711-D552-3A33-C87A-84DECE0C064E}"/>
          </ac:picMkLst>
        </pc:picChg>
        <pc:picChg chg="mod">
          <ac:chgData name="이유림" userId="c4f7c10e-9591-4e08-8489-adf65147d8f2" providerId="ADAL" clId="{A7BFBF75-EFC9-4F8D-B2CB-C33FBB48B2F0}" dt="2026-01-07T02:15:48.003" v="14"/>
          <ac:picMkLst>
            <pc:docMk/>
            <pc:sldMk cId="2141349456" sldId="280"/>
            <ac:picMk id="57" creationId="{0DA5FF37-09B9-774D-BDC4-98005DD9245B}"/>
          </ac:picMkLst>
        </pc:picChg>
        <pc:picChg chg="mod">
          <ac:chgData name="이유림" userId="c4f7c10e-9591-4e08-8489-adf65147d8f2" providerId="ADAL" clId="{A7BFBF75-EFC9-4F8D-B2CB-C33FBB48B2F0}" dt="2026-01-07T02:15:48.003" v="14"/>
          <ac:picMkLst>
            <pc:docMk/>
            <pc:sldMk cId="2141349456" sldId="280"/>
            <ac:picMk id="66" creationId="{F80771DB-0951-39E3-B76A-598B1C4D5937}"/>
          </ac:picMkLst>
        </pc:picChg>
        <pc:picChg chg="mod">
          <ac:chgData name="이유림" userId="c4f7c10e-9591-4e08-8489-adf65147d8f2" providerId="ADAL" clId="{A7BFBF75-EFC9-4F8D-B2CB-C33FBB48B2F0}" dt="2026-01-07T02:15:48.003" v="14"/>
          <ac:picMkLst>
            <pc:docMk/>
            <pc:sldMk cId="2141349456" sldId="280"/>
            <ac:picMk id="67" creationId="{6879D3A1-71C9-83F9-94C5-0D5A33BD9D0D}"/>
          </ac:picMkLst>
        </pc:picChg>
        <pc:cxnChg chg="mod">
          <ac:chgData name="이유림" userId="c4f7c10e-9591-4e08-8489-adf65147d8f2" providerId="ADAL" clId="{A7BFBF75-EFC9-4F8D-B2CB-C33FBB48B2F0}" dt="2026-01-07T02:15:48.003" v="14"/>
          <ac:cxnSpMkLst>
            <pc:docMk/>
            <pc:sldMk cId="2141349456" sldId="280"/>
            <ac:cxnSpMk id="13" creationId="{A14B4F42-9024-60FA-9D22-C0A3883ABF5C}"/>
          </ac:cxnSpMkLst>
        </pc:cxnChg>
        <pc:cxnChg chg="mod">
          <ac:chgData name="이유림" userId="c4f7c10e-9591-4e08-8489-adf65147d8f2" providerId="ADAL" clId="{A7BFBF75-EFC9-4F8D-B2CB-C33FBB48B2F0}" dt="2026-01-07T02:15:47.700" v="13" actId="478"/>
          <ac:cxnSpMkLst>
            <pc:docMk/>
            <pc:sldMk cId="2141349456" sldId="280"/>
            <ac:cxnSpMk id="51" creationId="{E1C72BC3-E71B-3613-4B0C-F3437E80C83F}"/>
          </ac:cxnSpMkLst>
        </pc:cxnChg>
        <pc:cxnChg chg="mod">
          <ac:chgData name="이유림" userId="c4f7c10e-9591-4e08-8489-adf65147d8f2" providerId="ADAL" clId="{A7BFBF75-EFC9-4F8D-B2CB-C33FBB48B2F0}" dt="2026-01-07T02:15:48.003" v="14"/>
          <ac:cxnSpMkLst>
            <pc:docMk/>
            <pc:sldMk cId="2141349456" sldId="280"/>
            <ac:cxnSpMk id="61" creationId="{748D01F5-16E6-7CA7-1BD9-3E0CD620016A}"/>
          </ac:cxnSpMkLst>
        </pc:cxnChg>
      </pc:sldChg>
      <pc:sldChg chg="modSp mod">
        <pc:chgData name="이유림" userId="c4f7c10e-9591-4e08-8489-adf65147d8f2" providerId="ADAL" clId="{A7BFBF75-EFC9-4F8D-B2CB-C33FBB48B2F0}" dt="2026-01-21T07:36:21.383" v="793" actId="20577"/>
        <pc:sldMkLst>
          <pc:docMk/>
          <pc:sldMk cId="4070630398" sldId="281"/>
        </pc:sldMkLst>
        <pc:spChg chg="mod">
          <ac:chgData name="이유림" userId="c4f7c10e-9591-4e08-8489-adf65147d8f2" providerId="ADAL" clId="{A7BFBF75-EFC9-4F8D-B2CB-C33FBB48B2F0}" dt="2026-01-07T02:15:24.224" v="8" actId="20577"/>
          <ac:spMkLst>
            <pc:docMk/>
            <pc:sldMk cId="4070630398" sldId="281"/>
            <ac:spMk id="6" creationId="{15141728-A305-8742-8C53-C14A4823EEFE}"/>
          </ac:spMkLst>
        </pc:spChg>
        <pc:spChg chg="mod">
          <ac:chgData name="이유림" userId="c4f7c10e-9591-4e08-8489-adf65147d8f2" providerId="ADAL" clId="{A7BFBF75-EFC9-4F8D-B2CB-C33FBB48B2F0}" dt="2026-01-08T03:00:00.103" v="168"/>
          <ac:spMkLst>
            <pc:docMk/>
            <pc:sldMk cId="4070630398" sldId="281"/>
            <ac:spMk id="15" creationId="{DD2BA9D1-889D-AEF8-BB7E-B25BCFC35209}"/>
          </ac:spMkLst>
        </pc:spChg>
        <pc:spChg chg="mod">
          <ac:chgData name="이유림" userId="c4f7c10e-9591-4e08-8489-adf65147d8f2" providerId="ADAL" clId="{A7BFBF75-EFC9-4F8D-B2CB-C33FBB48B2F0}" dt="2026-01-08T03:04:44.760" v="245"/>
          <ac:spMkLst>
            <pc:docMk/>
            <pc:sldMk cId="4070630398" sldId="281"/>
            <ac:spMk id="17" creationId="{9B0C1535-B1E4-B210-1974-EDF1CE6AEC14}"/>
          </ac:spMkLst>
        </pc:spChg>
        <pc:spChg chg="mod">
          <ac:chgData name="이유림" userId="c4f7c10e-9591-4e08-8489-adf65147d8f2" providerId="ADAL" clId="{A7BFBF75-EFC9-4F8D-B2CB-C33FBB48B2F0}" dt="2026-01-08T03:12:37.552" v="454"/>
          <ac:spMkLst>
            <pc:docMk/>
            <pc:sldMk cId="4070630398" sldId="281"/>
            <ac:spMk id="26" creationId="{4926C1AC-7839-732B-9B96-3C3A1D6AFE60}"/>
          </ac:spMkLst>
        </pc:spChg>
        <pc:spChg chg="mod">
          <ac:chgData name="이유림" userId="c4f7c10e-9591-4e08-8489-adf65147d8f2" providerId="ADAL" clId="{A7BFBF75-EFC9-4F8D-B2CB-C33FBB48B2F0}" dt="2026-01-21T07:36:21.383" v="793" actId="20577"/>
          <ac:spMkLst>
            <pc:docMk/>
            <pc:sldMk cId="4070630398" sldId="281"/>
            <ac:spMk id="27" creationId="{38EA2831-285C-F0AC-DB24-1E5C5F100C23}"/>
          </ac:spMkLst>
        </pc:spChg>
        <pc:spChg chg="mod">
          <ac:chgData name="이유림" userId="c4f7c10e-9591-4e08-8489-adf65147d8f2" providerId="ADAL" clId="{A7BFBF75-EFC9-4F8D-B2CB-C33FBB48B2F0}" dt="2026-01-08T03:08:50.375" v="407" actId="20577"/>
          <ac:spMkLst>
            <pc:docMk/>
            <pc:sldMk cId="4070630398" sldId="281"/>
            <ac:spMk id="28" creationId="{13CD4AEA-CEE2-B2A9-0415-EAAAA9F0B440}"/>
          </ac:spMkLst>
        </pc:spChg>
        <pc:spChg chg="mod">
          <ac:chgData name="이유림" userId="c4f7c10e-9591-4e08-8489-adf65147d8f2" providerId="ADAL" clId="{A7BFBF75-EFC9-4F8D-B2CB-C33FBB48B2F0}" dt="2026-01-08T03:13:13.462" v="556"/>
          <ac:spMkLst>
            <pc:docMk/>
            <pc:sldMk cId="4070630398" sldId="281"/>
            <ac:spMk id="29" creationId="{FC97D07A-6DEB-CA92-08AD-67FA8DFF0F08}"/>
          </ac:spMkLst>
        </pc:spChg>
        <pc:spChg chg="mod">
          <ac:chgData name="이유림" userId="c4f7c10e-9591-4e08-8489-adf65147d8f2" providerId="ADAL" clId="{A7BFBF75-EFC9-4F8D-B2CB-C33FBB48B2F0}" dt="2026-01-08T03:06:55.857" v="382" actId="20577"/>
          <ac:spMkLst>
            <pc:docMk/>
            <pc:sldMk cId="4070630398" sldId="281"/>
            <ac:spMk id="31" creationId="{6F2A1BD8-B677-9F0A-0B8C-8392A2C05CEE}"/>
          </ac:spMkLst>
        </pc:spChg>
        <pc:spChg chg="mod">
          <ac:chgData name="이유림" userId="c4f7c10e-9591-4e08-8489-adf65147d8f2" providerId="ADAL" clId="{A7BFBF75-EFC9-4F8D-B2CB-C33FBB48B2F0}" dt="2026-01-08T03:06:07.263" v="310" actId="6549"/>
          <ac:spMkLst>
            <pc:docMk/>
            <pc:sldMk cId="4070630398" sldId="281"/>
            <ac:spMk id="33" creationId="{5CB8F92A-C939-8121-292A-79D60AE11AC9}"/>
          </ac:spMkLst>
        </pc:spChg>
        <pc:spChg chg="mod">
          <ac:chgData name="이유림" userId="c4f7c10e-9591-4e08-8489-adf65147d8f2" providerId="ADAL" clId="{A7BFBF75-EFC9-4F8D-B2CB-C33FBB48B2F0}" dt="2026-01-08T03:16:11.536" v="761"/>
          <ac:spMkLst>
            <pc:docMk/>
            <pc:sldMk cId="4070630398" sldId="281"/>
            <ac:spMk id="43" creationId="{6FDED833-9209-F168-81E2-8F75D3E6AC0B}"/>
          </ac:spMkLst>
        </pc:spChg>
        <pc:spChg chg="mod">
          <ac:chgData name="이유림" userId="c4f7c10e-9591-4e08-8489-adf65147d8f2" providerId="ADAL" clId="{A7BFBF75-EFC9-4F8D-B2CB-C33FBB48B2F0}" dt="2026-01-08T03:16:16.040" v="777"/>
          <ac:spMkLst>
            <pc:docMk/>
            <pc:sldMk cId="4070630398" sldId="281"/>
            <ac:spMk id="44" creationId="{72EE6F18-228A-11A7-901A-8C112B5F30E8}"/>
          </ac:spMkLst>
        </pc:spChg>
        <pc:spChg chg="mod">
          <ac:chgData name="이유림" userId="c4f7c10e-9591-4e08-8489-adf65147d8f2" providerId="ADAL" clId="{A7BFBF75-EFC9-4F8D-B2CB-C33FBB48B2F0}" dt="2026-01-08T03:15:11.124" v="729"/>
          <ac:spMkLst>
            <pc:docMk/>
            <pc:sldMk cId="4070630398" sldId="281"/>
            <ac:spMk id="46" creationId="{7DA334C2-E384-CB47-2C11-DD1D0A0EE62A}"/>
          </ac:spMkLst>
        </pc:spChg>
        <pc:spChg chg="mod">
          <ac:chgData name="이유림" userId="c4f7c10e-9591-4e08-8489-adf65147d8f2" providerId="ADAL" clId="{A7BFBF75-EFC9-4F8D-B2CB-C33FBB48B2F0}" dt="2026-01-08T03:05:37.370" v="260"/>
          <ac:spMkLst>
            <pc:docMk/>
            <pc:sldMk cId="4070630398" sldId="281"/>
            <ac:spMk id="136" creationId="{B4D65861-9355-82C7-901E-B4B1C92724AB}"/>
          </ac:spMkLst>
        </pc:spChg>
        <pc:spChg chg="mod">
          <ac:chgData name="이유림" userId="c4f7c10e-9591-4e08-8489-adf65147d8f2" providerId="ADAL" clId="{A7BFBF75-EFC9-4F8D-B2CB-C33FBB48B2F0}" dt="2026-01-08T03:05:33.299" v="256"/>
          <ac:spMkLst>
            <pc:docMk/>
            <pc:sldMk cId="4070630398" sldId="281"/>
            <ac:spMk id="138" creationId="{B2D2F8CE-754C-105D-0DB2-A42A8979DD3C}"/>
          </ac:spMkLst>
        </pc:spChg>
      </pc:sldChg>
    </pc:docChg>
  </pc:docChgLst>
  <pc:docChgLst>
    <pc:chgData name="유승철" userId="9584054c-e08f-4935-bde6-b53c2dd0dfbc" providerId="ADAL" clId="{D8DC1739-B502-4DAF-B7A3-392A25362A96}"/>
    <pc:docChg chg="undo custSel modSld">
      <pc:chgData name="유승철" userId="9584054c-e08f-4935-bde6-b53c2dd0dfbc" providerId="ADAL" clId="{D8DC1739-B502-4DAF-B7A3-392A25362A96}" dt="2021-10-13T00:48:53.565" v="255" actId="20577"/>
      <pc:docMkLst>
        <pc:docMk/>
      </pc:docMkLst>
      <pc:sldChg chg="modSp mod">
        <pc:chgData name="유승철" userId="9584054c-e08f-4935-bde6-b53c2dd0dfbc" providerId="ADAL" clId="{D8DC1739-B502-4DAF-B7A3-392A25362A96}" dt="2021-10-13T00:48:53.565" v="255" actId="20577"/>
        <pc:sldMkLst>
          <pc:docMk/>
          <pc:sldMk cId="1676419962" sldId="273"/>
        </pc:sldMkLst>
        <pc:spChg chg="mod">
          <ac:chgData name="유승철" userId="9584054c-e08f-4935-bde6-b53c2dd0dfbc" providerId="ADAL" clId="{D8DC1739-B502-4DAF-B7A3-392A25362A96}" dt="2021-10-13T00:47:28.069" v="252" actId="20577"/>
          <ac:spMkLst>
            <pc:docMk/>
            <pc:sldMk cId="1676419962" sldId="273"/>
            <ac:spMk id="109" creationId="{C491F9ED-ECB2-46FB-8A5E-70EB82EC15FF}"/>
          </ac:spMkLst>
        </pc:spChg>
        <pc:spChg chg="mod">
          <ac:chgData name="유승철" userId="9584054c-e08f-4935-bde6-b53c2dd0dfbc" providerId="ADAL" clId="{D8DC1739-B502-4DAF-B7A3-392A25362A96}" dt="2021-10-13T00:48:53.565" v="255" actId="20577"/>
          <ac:spMkLst>
            <pc:docMk/>
            <pc:sldMk cId="1676419962" sldId="273"/>
            <ac:spMk id="111" creationId="{E3E3FB9F-4001-442D-A27B-4DCD4A4B8FEB}"/>
          </ac:spMkLst>
        </pc:spChg>
        <pc:spChg chg="mod">
          <ac:chgData name="유승철" userId="9584054c-e08f-4935-bde6-b53c2dd0dfbc" providerId="ADAL" clId="{D8DC1739-B502-4DAF-B7A3-392A25362A96}" dt="2021-10-12T09:16:16.949" v="198" actId="20577"/>
          <ac:spMkLst>
            <pc:docMk/>
            <pc:sldMk cId="1676419962" sldId="273"/>
            <ac:spMk id="115" creationId="{3B43935F-B8E4-407F-B8EB-B3DE71443D82}"/>
          </ac:spMkLst>
        </pc:spChg>
        <pc:spChg chg="mod">
          <ac:chgData name="유승철" userId="9584054c-e08f-4935-bde6-b53c2dd0dfbc" providerId="ADAL" clId="{D8DC1739-B502-4DAF-B7A3-392A25362A96}" dt="2021-10-12T09:18:43.709" v="204" actId="20577"/>
          <ac:spMkLst>
            <pc:docMk/>
            <pc:sldMk cId="1676419962" sldId="273"/>
            <ac:spMk id="121" creationId="{172DCB1B-68A3-4B61-9C54-DFA3FE19C79B}"/>
          </ac:spMkLst>
        </pc:spChg>
      </pc:sldChg>
    </pc:docChg>
  </pc:docChgLst>
  <pc:docChgLst>
    <pc:chgData name="김예은" userId="6526923f-0c52-4639-9dbd-0f483d8fd367" providerId="ADAL" clId="{F5B2C574-23EF-44A5-9A42-DB6F4A6DF323}"/>
    <pc:docChg chg="undo custSel modSld">
      <pc:chgData name="김예은" userId="6526923f-0c52-4639-9dbd-0f483d8fd367" providerId="ADAL" clId="{F5B2C574-23EF-44A5-9A42-DB6F4A6DF323}" dt="2022-07-08T01:48:54.683" v="554"/>
      <pc:docMkLst>
        <pc:docMk/>
      </pc:docMkLst>
      <pc:sldChg chg="modSp mod">
        <pc:chgData name="김예은" userId="6526923f-0c52-4639-9dbd-0f483d8fd367" providerId="ADAL" clId="{F5B2C574-23EF-44A5-9A42-DB6F4A6DF323}" dt="2022-07-08T01:48:54.683" v="554"/>
        <pc:sldMkLst>
          <pc:docMk/>
          <pc:sldMk cId="2782649627" sldId="272"/>
        </pc:sldMkLst>
        <pc:spChg chg="mod">
          <ac:chgData name="김예은" userId="6526923f-0c52-4639-9dbd-0f483d8fd367" providerId="ADAL" clId="{F5B2C574-23EF-44A5-9A42-DB6F4A6DF323}" dt="2022-07-08T01:48:54.683" v="554"/>
          <ac:spMkLst>
            <pc:docMk/>
            <pc:sldMk cId="2782649627" sldId="272"/>
            <ac:spMk id="195" creationId="{49D45829-D988-A290-B543-B23C21BF0000}"/>
          </ac:spMkLst>
        </pc:spChg>
      </pc:sldChg>
      <pc:sldChg chg="addSp delSp modSp mod">
        <pc:chgData name="김예은" userId="6526923f-0c52-4639-9dbd-0f483d8fd367" providerId="ADAL" clId="{F5B2C574-23EF-44A5-9A42-DB6F4A6DF323}" dt="2022-07-08T01:31:11.606" v="354"/>
        <pc:sldMkLst>
          <pc:docMk/>
          <pc:sldMk cId="2466279025" sldId="276"/>
        </pc:sldMkLst>
        <pc:spChg chg="add del mod">
          <ac:chgData name="김예은" userId="6526923f-0c52-4639-9dbd-0f483d8fd367" providerId="ADAL" clId="{F5B2C574-23EF-44A5-9A42-DB6F4A6DF323}" dt="2022-07-08T01:24:36.689" v="191" actId="478"/>
          <ac:spMkLst>
            <pc:docMk/>
            <pc:sldMk cId="2466279025" sldId="276"/>
            <ac:spMk id="43" creationId="{B7E70DA3-BA4F-05BE-10B5-1044EB5AB2CB}"/>
          </ac:spMkLst>
        </pc:spChg>
        <pc:spChg chg="mod">
          <ac:chgData name="김예은" userId="6526923f-0c52-4639-9dbd-0f483d8fd367" providerId="ADAL" clId="{F5B2C574-23EF-44A5-9A42-DB6F4A6DF323}" dt="2022-07-08T01:17:50.434" v="27" actId="20577"/>
          <ac:spMkLst>
            <pc:docMk/>
            <pc:sldMk cId="2466279025" sldId="276"/>
            <ac:spMk id="113" creationId="{753130E7-0351-2A00-B06C-90BD547323AA}"/>
          </ac:spMkLst>
        </pc:spChg>
        <pc:spChg chg="mod">
          <ac:chgData name="김예은" userId="6526923f-0c52-4639-9dbd-0f483d8fd367" providerId="ADAL" clId="{F5B2C574-23EF-44A5-9A42-DB6F4A6DF323}" dt="2022-07-08T01:31:11.606" v="354"/>
          <ac:spMkLst>
            <pc:docMk/>
            <pc:sldMk cId="2466279025" sldId="276"/>
            <ac:spMk id="120" creationId="{C8A8EE19-DFD2-3346-7CDD-1A211A6A60B5}"/>
          </ac:spMkLst>
        </pc:spChg>
        <pc:spChg chg="mod">
          <ac:chgData name="김예은" userId="6526923f-0c52-4639-9dbd-0f483d8fd367" providerId="ADAL" clId="{F5B2C574-23EF-44A5-9A42-DB6F4A6DF323}" dt="2022-07-08T01:29:55.027" v="347" actId="20577"/>
          <ac:spMkLst>
            <pc:docMk/>
            <pc:sldMk cId="2466279025" sldId="276"/>
            <ac:spMk id="121" creationId="{E8AAF436-41E0-1722-D754-8C8CE6B717A7}"/>
          </ac:spMkLst>
        </pc:spChg>
        <pc:spChg chg="mod">
          <ac:chgData name="김예은" userId="6526923f-0c52-4639-9dbd-0f483d8fd367" providerId="ADAL" clId="{F5B2C574-23EF-44A5-9A42-DB6F4A6DF323}" dt="2022-07-08T01:25:26.689" v="264" actId="20577"/>
          <ac:spMkLst>
            <pc:docMk/>
            <pc:sldMk cId="2466279025" sldId="276"/>
            <ac:spMk id="122" creationId="{39FCE55A-95C4-8B19-C9CF-C69E097FDCDE}"/>
          </ac:spMkLst>
        </pc:spChg>
        <pc:spChg chg="mod">
          <ac:chgData name="김예은" userId="6526923f-0c52-4639-9dbd-0f483d8fd367" providerId="ADAL" clId="{F5B2C574-23EF-44A5-9A42-DB6F4A6DF323}" dt="2022-07-08T01:29:58.738" v="350" actId="20577"/>
          <ac:spMkLst>
            <pc:docMk/>
            <pc:sldMk cId="2466279025" sldId="276"/>
            <ac:spMk id="123" creationId="{6B612028-15B8-793C-4BDE-D794BBB28331}"/>
          </ac:spMkLst>
        </pc:spChg>
        <pc:spChg chg="mod">
          <ac:chgData name="김예은" userId="6526923f-0c52-4639-9dbd-0f483d8fd367" providerId="ADAL" clId="{F5B2C574-23EF-44A5-9A42-DB6F4A6DF323}" dt="2022-07-08T01:24:46.324" v="225" actId="20577"/>
          <ac:spMkLst>
            <pc:docMk/>
            <pc:sldMk cId="2466279025" sldId="276"/>
            <ac:spMk id="124" creationId="{247334D1-318A-36C3-31B0-35072BB8B8FC}"/>
          </ac:spMkLst>
        </pc:spChg>
        <pc:spChg chg="mod">
          <ac:chgData name="김예은" userId="6526923f-0c52-4639-9dbd-0f483d8fd367" providerId="ADAL" clId="{F5B2C574-23EF-44A5-9A42-DB6F4A6DF323}" dt="2022-07-08T01:25:19.298" v="247"/>
          <ac:spMkLst>
            <pc:docMk/>
            <pc:sldMk cId="2466279025" sldId="276"/>
            <ac:spMk id="125" creationId="{660657B5-9A52-4E96-6F5F-31FA2250C947}"/>
          </ac:spMkLst>
        </pc:spChg>
        <pc:spChg chg="mod">
          <ac:chgData name="김예은" userId="6526923f-0c52-4639-9dbd-0f483d8fd367" providerId="ADAL" clId="{F5B2C574-23EF-44A5-9A42-DB6F4A6DF323}" dt="2022-07-08T01:23:42.963" v="175" actId="20577"/>
          <ac:spMkLst>
            <pc:docMk/>
            <pc:sldMk cId="2466279025" sldId="276"/>
            <ac:spMk id="127" creationId="{E61DF555-0E6D-8ECB-0C8A-9D60C3F72825}"/>
          </ac:spMkLst>
        </pc:spChg>
        <pc:spChg chg="mod">
          <ac:chgData name="김예은" userId="6526923f-0c52-4639-9dbd-0f483d8fd367" providerId="ADAL" clId="{F5B2C574-23EF-44A5-9A42-DB6F4A6DF323}" dt="2022-07-08T01:19:33.265" v="128"/>
          <ac:spMkLst>
            <pc:docMk/>
            <pc:sldMk cId="2466279025" sldId="276"/>
            <ac:spMk id="130" creationId="{DBE3A232-77E1-9C69-5805-1FB1AC9A403C}"/>
          </ac:spMkLst>
        </pc:spChg>
      </pc:sldChg>
    </pc:docChg>
  </pc:docChgLst>
  <pc:docChgLst>
    <pc:chgData name="유승철" userId="9584054c-e08f-4935-bde6-b53c2dd0dfbc" providerId="ADAL" clId="{9FC70920-E729-42DF-909A-298B8757CCAB}"/>
    <pc:docChg chg="undo redo custSel addSld delSld modSld">
      <pc:chgData name="유승철" userId="9584054c-e08f-4935-bde6-b53c2dd0dfbc" providerId="ADAL" clId="{9FC70920-E729-42DF-909A-298B8757CCAB}" dt="2021-02-01T10:15:34.929" v="538" actId="255"/>
      <pc:docMkLst>
        <pc:docMk/>
      </pc:docMkLst>
      <pc:sldChg chg="modSp">
        <pc:chgData name="유승철" userId="9584054c-e08f-4935-bde6-b53c2dd0dfbc" providerId="ADAL" clId="{9FC70920-E729-42DF-909A-298B8757CCAB}" dt="2021-01-13T06:28:23.955" v="14" actId="20577"/>
        <pc:sldMkLst>
          <pc:docMk/>
          <pc:sldMk cId="3894148367" sldId="268"/>
        </pc:sldMkLst>
        <pc:spChg chg="mod">
          <ac:chgData name="유승철" userId="9584054c-e08f-4935-bde6-b53c2dd0dfbc" providerId="ADAL" clId="{9FC70920-E729-42DF-909A-298B8757CCAB}" dt="2021-01-13T06:28:23.955" v="14" actId="20577"/>
          <ac:spMkLst>
            <pc:docMk/>
            <pc:sldMk cId="3894148367" sldId="268"/>
            <ac:spMk id="6" creationId="{15141728-A305-8742-8C53-C14A4823EEFE}"/>
          </ac:spMkLst>
        </pc:spChg>
      </pc:sldChg>
      <pc:sldChg chg="addSp delSp modSp mod">
        <pc:chgData name="유승철" userId="9584054c-e08f-4935-bde6-b53c2dd0dfbc" providerId="ADAL" clId="{9FC70920-E729-42DF-909A-298B8757CCAB}" dt="2021-02-01T10:15:34.929" v="538" actId="255"/>
        <pc:sldMkLst>
          <pc:docMk/>
          <pc:sldMk cId="2782649627" sldId="272"/>
        </pc:sldMkLst>
        <pc:spChg chg="mod">
          <ac:chgData name="유승철" userId="9584054c-e08f-4935-bde6-b53c2dd0dfbc" providerId="ADAL" clId="{9FC70920-E729-42DF-909A-298B8757CCAB}" dt="2021-01-13T06:28:33.443" v="24" actId="20577"/>
          <ac:spMkLst>
            <pc:docMk/>
            <pc:sldMk cId="2782649627" sldId="272"/>
            <ac:spMk id="5" creationId="{82305561-9C83-4AF0-BE74-852E6825B240}"/>
          </ac:spMkLst>
        </pc:spChg>
        <pc:spChg chg="mod">
          <ac:chgData name="유승철" userId="9584054c-e08f-4935-bde6-b53c2dd0dfbc" providerId="ADAL" clId="{9FC70920-E729-42DF-909A-298B8757CCAB}" dt="2021-02-01T02:22:22.372" v="205" actId="33524"/>
          <ac:spMkLst>
            <pc:docMk/>
            <pc:sldMk cId="2782649627" sldId="272"/>
            <ac:spMk id="45" creationId="{AC9F5174-8B2C-4F80-B74D-4DBE7ABD9C0C}"/>
          </ac:spMkLst>
        </pc:spChg>
        <pc:spChg chg="mod">
          <ac:chgData name="유승철" userId="9584054c-e08f-4935-bde6-b53c2dd0dfbc" providerId="ADAL" clId="{9FC70920-E729-42DF-909A-298B8757CCAB}" dt="2021-02-01T02:21:43.432" v="199"/>
          <ac:spMkLst>
            <pc:docMk/>
            <pc:sldMk cId="2782649627" sldId="272"/>
            <ac:spMk id="46" creationId="{9F12C713-378E-44F3-9C6A-EE52E2F1AEF3}"/>
          </ac:spMkLst>
        </pc:spChg>
        <pc:spChg chg="add mod">
          <ac:chgData name="유승철" userId="9584054c-e08f-4935-bde6-b53c2dd0dfbc" providerId="ADAL" clId="{9FC70920-E729-42DF-909A-298B8757CCAB}" dt="2021-02-01T02:27:22.430" v="500" actId="20577"/>
          <ac:spMkLst>
            <pc:docMk/>
            <pc:sldMk cId="2782649627" sldId="272"/>
            <ac:spMk id="47" creationId="{88EA251D-5E13-4FB9-9685-BD1BADFB19A6}"/>
          </ac:spMkLst>
        </pc:spChg>
        <pc:spChg chg="add mod">
          <ac:chgData name="유승철" userId="9584054c-e08f-4935-bde6-b53c2dd0dfbc" providerId="ADAL" clId="{9FC70920-E729-42DF-909A-298B8757CCAB}" dt="2021-01-29T07:35:01.565" v="79" actId="1036"/>
          <ac:spMkLst>
            <pc:docMk/>
            <pc:sldMk cId="2782649627" sldId="272"/>
            <ac:spMk id="48" creationId="{3648142B-12CA-4D10-80F0-567A2D855CA9}"/>
          </ac:spMkLst>
        </pc:spChg>
        <pc:spChg chg="add mod">
          <ac:chgData name="유승철" userId="9584054c-e08f-4935-bde6-b53c2dd0dfbc" providerId="ADAL" clId="{9FC70920-E729-42DF-909A-298B8757CCAB}" dt="2021-01-29T07:35:01.565" v="79" actId="1036"/>
          <ac:spMkLst>
            <pc:docMk/>
            <pc:sldMk cId="2782649627" sldId="272"/>
            <ac:spMk id="49" creationId="{614C5CC0-2BE3-4525-8513-73DC10F134F7}"/>
          </ac:spMkLst>
        </pc:spChg>
        <pc:spChg chg="mod">
          <ac:chgData name="유승철" userId="9584054c-e08f-4935-bde6-b53c2dd0dfbc" providerId="ADAL" clId="{9FC70920-E729-42DF-909A-298B8757CCAB}" dt="2021-02-01T10:15:34.929" v="538" actId="255"/>
          <ac:spMkLst>
            <pc:docMk/>
            <pc:sldMk cId="2782649627" sldId="272"/>
            <ac:spMk id="66" creationId="{0FF3D9F8-03FC-446F-8E66-7FA9E2624CCD}"/>
          </ac:spMkLst>
        </pc:spChg>
        <pc:spChg chg="mod">
          <ac:chgData name="유승철" userId="9584054c-e08f-4935-bde6-b53c2dd0dfbc" providerId="ADAL" clId="{9FC70920-E729-42DF-909A-298B8757CCAB}" dt="2021-02-01T10:15:30.029" v="536"/>
          <ac:spMkLst>
            <pc:docMk/>
            <pc:sldMk cId="2782649627" sldId="272"/>
            <ac:spMk id="67" creationId="{FE2C91B8-DB55-4D39-ACE7-96BCAC935B91}"/>
          </ac:spMkLst>
        </pc:spChg>
        <pc:grpChg chg="add mod">
          <ac:chgData name="유승철" userId="9584054c-e08f-4935-bde6-b53c2dd0dfbc" providerId="ADAL" clId="{9FC70920-E729-42DF-909A-298B8757CCAB}" dt="2021-02-01T10:15:30.029" v="536"/>
          <ac:grpSpMkLst>
            <pc:docMk/>
            <pc:sldMk cId="2782649627" sldId="272"/>
            <ac:grpSpMk id="4" creationId="{07FD8F46-74B5-4F56-81F1-EC7AACA5E7D7}"/>
          </ac:grpSpMkLst>
        </pc:grpChg>
        <pc:grpChg chg="add del mod">
          <ac:chgData name="유승철" userId="9584054c-e08f-4935-bde6-b53c2dd0dfbc" providerId="ADAL" clId="{9FC70920-E729-42DF-909A-298B8757CCAB}" dt="2021-01-29T07:33:02.963" v="30" actId="478"/>
          <ac:grpSpMkLst>
            <pc:docMk/>
            <pc:sldMk cId="2782649627" sldId="272"/>
            <ac:grpSpMk id="4" creationId="{0CCFAB25-A378-4131-AE94-2EDDF8ABCF88}"/>
          </ac:grpSpMkLst>
        </pc:grpChg>
        <pc:grpChg chg="add mod">
          <ac:chgData name="유승철" userId="9584054c-e08f-4935-bde6-b53c2dd0dfbc" providerId="ADAL" clId="{9FC70920-E729-42DF-909A-298B8757CCAB}" dt="2021-02-01T10:15:30.029" v="536"/>
          <ac:grpSpMkLst>
            <pc:docMk/>
            <pc:sldMk cId="2782649627" sldId="272"/>
            <ac:grpSpMk id="37" creationId="{B0C9D051-1F22-4729-A2DD-10393AB4CEA9}"/>
          </ac:grpSpMkLst>
        </pc:grpChg>
        <pc:grpChg chg="add mod">
          <ac:chgData name="유승철" userId="9584054c-e08f-4935-bde6-b53c2dd0dfbc" providerId="ADAL" clId="{9FC70920-E729-42DF-909A-298B8757CCAB}" dt="2021-02-01T02:21:43.432" v="199"/>
          <ac:grpSpMkLst>
            <pc:docMk/>
            <pc:sldMk cId="2782649627" sldId="272"/>
            <ac:grpSpMk id="44" creationId="{A65330A1-E326-48FE-9D3D-8589500C5B15}"/>
          </ac:grpSpMkLst>
        </pc:grpChg>
        <pc:grpChg chg="mod">
          <ac:chgData name="유승철" userId="9584054c-e08f-4935-bde6-b53c2dd0dfbc" providerId="ADAL" clId="{9FC70920-E729-42DF-909A-298B8757CCAB}" dt="2021-02-01T10:15:30.029" v="536"/>
          <ac:grpSpMkLst>
            <pc:docMk/>
            <pc:sldMk cId="2782649627" sldId="272"/>
            <ac:grpSpMk id="65" creationId="{E22634BD-6D4C-4B97-B7CB-A77BD0C1149B}"/>
          </ac:grpSpMkLst>
        </pc:grpChg>
        <pc:grpChg chg="mod">
          <ac:chgData name="유승철" userId="9584054c-e08f-4935-bde6-b53c2dd0dfbc" providerId="ADAL" clId="{9FC70920-E729-42DF-909A-298B8757CCAB}" dt="2021-01-29T07:32:49.635" v="27" actId="164"/>
          <ac:grpSpMkLst>
            <pc:docMk/>
            <pc:sldMk cId="2782649627" sldId="272"/>
            <ac:grpSpMk id="142" creationId="{946BC197-6110-4278-A5C3-28734F78DBF1}"/>
          </ac:grpSpMkLst>
        </pc:grpChg>
        <pc:grpChg chg="mod">
          <ac:chgData name="유승철" userId="9584054c-e08f-4935-bde6-b53c2dd0dfbc" providerId="ADAL" clId="{9FC70920-E729-42DF-909A-298B8757CCAB}" dt="2021-01-29T07:32:49.635" v="27" actId="164"/>
          <ac:grpSpMkLst>
            <pc:docMk/>
            <pc:sldMk cId="2782649627" sldId="272"/>
            <ac:grpSpMk id="152" creationId="{3759C1D0-597C-45B7-802E-02C5E9F6C67C}"/>
          </ac:grpSpMkLst>
        </pc:grpChg>
        <pc:picChg chg="add mod">
          <ac:chgData name="유승철" userId="9584054c-e08f-4935-bde6-b53c2dd0dfbc" providerId="ADAL" clId="{9FC70920-E729-42DF-909A-298B8757CCAB}" dt="2021-02-01T02:17:16.666" v="102"/>
          <ac:picMkLst>
            <pc:docMk/>
            <pc:sldMk cId="2782649627" sldId="272"/>
            <ac:picMk id="40" creationId="{984C63BC-67CA-4F12-8FF4-EE0FC57DE4C5}"/>
          </ac:picMkLst>
        </pc:picChg>
        <pc:picChg chg="add mod">
          <ac:chgData name="유승철" userId="9584054c-e08f-4935-bde6-b53c2dd0dfbc" providerId="ADAL" clId="{9FC70920-E729-42DF-909A-298B8757CCAB}" dt="2021-02-01T02:17:16.666" v="102"/>
          <ac:picMkLst>
            <pc:docMk/>
            <pc:sldMk cId="2782649627" sldId="272"/>
            <ac:picMk id="41" creationId="{95CC1FC4-5E6E-4FE0-A94E-29600598553E}"/>
          </ac:picMkLst>
        </pc:picChg>
        <pc:picChg chg="add mod">
          <ac:chgData name="유승철" userId="9584054c-e08f-4935-bde6-b53c2dd0dfbc" providerId="ADAL" clId="{9FC70920-E729-42DF-909A-298B8757CCAB}" dt="2021-02-01T02:17:16.666" v="102"/>
          <ac:picMkLst>
            <pc:docMk/>
            <pc:sldMk cId="2782649627" sldId="272"/>
            <ac:picMk id="42" creationId="{1E6720E1-160E-4001-B00F-C04F5E92152D}"/>
          </ac:picMkLst>
        </pc:picChg>
        <pc:picChg chg="add mod">
          <ac:chgData name="유승철" userId="9584054c-e08f-4935-bde6-b53c2dd0dfbc" providerId="ADAL" clId="{9FC70920-E729-42DF-909A-298B8757CCAB}" dt="2021-02-01T02:17:16.666" v="102"/>
          <ac:picMkLst>
            <pc:docMk/>
            <pc:sldMk cId="2782649627" sldId="272"/>
            <ac:picMk id="43" creationId="{6375FFFE-2188-4506-B257-5AD694A94886}"/>
          </ac:picMkLst>
        </pc:picChg>
        <pc:picChg chg="add mod">
          <ac:chgData name="유승철" userId="9584054c-e08f-4935-bde6-b53c2dd0dfbc" providerId="ADAL" clId="{9FC70920-E729-42DF-909A-298B8757CCAB}" dt="2021-02-01T02:17:16.666" v="102"/>
          <ac:picMkLst>
            <pc:docMk/>
            <pc:sldMk cId="2782649627" sldId="272"/>
            <ac:picMk id="50" creationId="{EEB28AF4-D826-4423-9A7F-6DF3A31E0BC9}"/>
          </ac:picMkLst>
        </pc:picChg>
        <pc:picChg chg="add mod">
          <ac:chgData name="유승철" userId="9584054c-e08f-4935-bde6-b53c2dd0dfbc" providerId="ADAL" clId="{9FC70920-E729-42DF-909A-298B8757CCAB}" dt="2021-02-01T02:17:16.666" v="102"/>
          <ac:picMkLst>
            <pc:docMk/>
            <pc:sldMk cId="2782649627" sldId="272"/>
            <ac:picMk id="51" creationId="{0D101BD5-F9A2-42AA-9229-43B8A937C838}"/>
          </ac:picMkLst>
        </pc:picChg>
        <pc:picChg chg="add mod">
          <ac:chgData name="유승철" userId="9584054c-e08f-4935-bde6-b53c2dd0dfbc" providerId="ADAL" clId="{9FC70920-E729-42DF-909A-298B8757CCAB}" dt="2021-02-01T02:17:16.666" v="102"/>
          <ac:picMkLst>
            <pc:docMk/>
            <pc:sldMk cId="2782649627" sldId="272"/>
            <ac:picMk id="52" creationId="{DC2E8630-9184-4342-BE36-FA950FB5F21A}"/>
          </ac:picMkLst>
        </pc:picChg>
        <pc:picChg chg="add mod">
          <ac:chgData name="유승철" userId="9584054c-e08f-4935-bde6-b53c2dd0dfbc" providerId="ADAL" clId="{9FC70920-E729-42DF-909A-298B8757CCAB}" dt="2021-02-01T02:17:16.666" v="102"/>
          <ac:picMkLst>
            <pc:docMk/>
            <pc:sldMk cId="2782649627" sldId="272"/>
            <ac:picMk id="54" creationId="{02FE32C5-6293-49C1-BDBE-CA6F3846A91E}"/>
          </ac:picMkLst>
        </pc:picChg>
        <pc:picChg chg="add mod">
          <ac:chgData name="유승철" userId="9584054c-e08f-4935-bde6-b53c2dd0dfbc" providerId="ADAL" clId="{9FC70920-E729-42DF-909A-298B8757CCAB}" dt="2021-02-01T02:17:16.666" v="102"/>
          <ac:picMkLst>
            <pc:docMk/>
            <pc:sldMk cId="2782649627" sldId="272"/>
            <ac:picMk id="55" creationId="{7C420385-14C7-45FE-933F-674F7E5EAB0D}"/>
          </ac:picMkLst>
        </pc:picChg>
        <pc:picChg chg="add mod">
          <ac:chgData name="유승철" userId="9584054c-e08f-4935-bde6-b53c2dd0dfbc" providerId="ADAL" clId="{9FC70920-E729-42DF-909A-298B8757CCAB}" dt="2021-02-01T02:17:16.666" v="102"/>
          <ac:picMkLst>
            <pc:docMk/>
            <pc:sldMk cId="2782649627" sldId="272"/>
            <ac:picMk id="56" creationId="{6537447A-53AA-4169-9C7D-FB67FE0C0B0F}"/>
          </ac:picMkLst>
        </pc:picChg>
        <pc:picChg chg="add mod">
          <ac:chgData name="유승철" userId="9584054c-e08f-4935-bde6-b53c2dd0dfbc" providerId="ADAL" clId="{9FC70920-E729-42DF-909A-298B8757CCAB}" dt="2021-02-01T02:17:16.666" v="102"/>
          <ac:picMkLst>
            <pc:docMk/>
            <pc:sldMk cId="2782649627" sldId="272"/>
            <ac:picMk id="57" creationId="{B9AA024A-E831-4066-B6B5-EB56395470B8}"/>
          </ac:picMkLst>
        </pc:picChg>
        <pc:picChg chg="add mod">
          <ac:chgData name="유승철" userId="9584054c-e08f-4935-bde6-b53c2dd0dfbc" providerId="ADAL" clId="{9FC70920-E729-42DF-909A-298B8757CCAB}" dt="2021-02-01T02:17:16.666" v="102"/>
          <ac:picMkLst>
            <pc:docMk/>
            <pc:sldMk cId="2782649627" sldId="272"/>
            <ac:picMk id="58" creationId="{5F5F20EA-33A2-4C04-89E1-AB3E180C2CF2}"/>
          </ac:picMkLst>
        </pc:picChg>
        <pc:picChg chg="add mod">
          <ac:chgData name="유승철" userId="9584054c-e08f-4935-bde6-b53c2dd0dfbc" providerId="ADAL" clId="{9FC70920-E729-42DF-909A-298B8757CCAB}" dt="2021-02-01T02:17:16.666" v="102"/>
          <ac:picMkLst>
            <pc:docMk/>
            <pc:sldMk cId="2782649627" sldId="272"/>
            <ac:picMk id="59" creationId="{0B38D672-DB79-4A99-9E80-6A064DF4529C}"/>
          </ac:picMkLst>
        </pc:picChg>
        <pc:picChg chg="add mod">
          <ac:chgData name="유승철" userId="9584054c-e08f-4935-bde6-b53c2dd0dfbc" providerId="ADAL" clId="{9FC70920-E729-42DF-909A-298B8757CCAB}" dt="2021-02-01T02:17:16.666" v="102"/>
          <ac:picMkLst>
            <pc:docMk/>
            <pc:sldMk cId="2782649627" sldId="272"/>
            <ac:picMk id="60" creationId="{C39DFE9E-9EE4-48A0-8A78-5C360453C62D}"/>
          </ac:picMkLst>
        </pc:picChg>
        <pc:picChg chg="add mod">
          <ac:chgData name="유승철" userId="9584054c-e08f-4935-bde6-b53c2dd0dfbc" providerId="ADAL" clId="{9FC70920-E729-42DF-909A-298B8757CCAB}" dt="2021-02-01T02:17:16.666" v="102"/>
          <ac:picMkLst>
            <pc:docMk/>
            <pc:sldMk cId="2782649627" sldId="272"/>
            <ac:picMk id="61" creationId="{E40ABF75-E93A-41FF-BFA0-6DC45F273AAF}"/>
          </ac:picMkLst>
        </pc:picChg>
        <pc:picChg chg="add mod">
          <ac:chgData name="유승철" userId="9584054c-e08f-4935-bde6-b53c2dd0dfbc" providerId="ADAL" clId="{9FC70920-E729-42DF-909A-298B8757CCAB}" dt="2021-02-01T02:17:16.666" v="102"/>
          <ac:picMkLst>
            <pc:docMk/>
            <pc:sldMk cId="2782649627" sldId="272"/>
            <ac:picMk id="62" creationId="{BDD83D91-D98A-422C-8DA8-AB7B97A3D605}"/>
          </ac:picMkLst>
        </pc:picChg>
        <pc:picChg chg="add mod">
          <ac:chgData name="유승철" userId="9584054c-e08f-4935-bde6-b53c2dd0dfbc" providerId="ADAL" clId="{9FC70920-E729-42DF-909A-298B8757CCAB}" dt="2021-02-01T02:17:16.666" v="102"/>
          <ac:picMkLst>
            <pc:docMk/>
            <pc:sldMk cId="2782649627" sldId="272"/>
            <ac:picMk id="63" creationId="{E53961E3-5DAC-489F-962A-FCA14D95311F}"/>
          </ac:picMkLst>
        </pc:picChg>
        <pc:picChg chg="mod">
          <ac:chgData name="유승철" userId="9584054c-e08f-4935-bde6-b53c2dd0dfbc" providerId="ADAL" clId="{9FC70920-E729-42DF-909A-298B8757CCAB}" dt="2021-02-01T10:15:30.029" v="536"/>
          <ac:picMkLst>
            <pc:docMk/>
            <pc:sldMk cId="2782649627" sldId="272"/>
            <ac:picMk id="64" creationId="{37C39273-A30D-4BF4-9594-7BE069B8EFEC}"/>
          </ac:picMkLst>
        </pc:picChg>
        <pc:picChg chg="add mod">
          <ac:chgData name="유승철" userId="9584054c-e08f-4935-bde6-b53c2dd0dfbc" providerId="ADAL" clId="{9FC70920-E729-42DF-909A-298B8757CCAB}" dt="2021-02-01T10:15:30.029" v="536"/>
          <ac:picMkLst>
            <pc:docMk/>
            <pc:sldMk cId="2782649627" sldId="272"/>
            <ac:picMk id="68" creationId="{D3A0CF89-6850-49DC-AE75-5B292A5F95C7}"/>
          </ac:picMkLst>
        </pc:picChg>
        <pc:picChg chg="add mod">
          <ac:chgData name="유승철" userId="9584054c-e08f-4935-bde6-b53c2dd0dfbc" providerId="ADAL" clId="{9FC70920-E729-42DF-909A-298B8757CCAB}" dt="2021-02-01T10:15:30.029" v="536"/>
          <ac:picMkLst>
            <pc:docMk/>
            <pc:sldMk cId="2782649627" sldId="272"/>
            <ac:picMk id="69" creationId="{107B8D02-0B93-4117-B019-33A47D28DC6C}"/>
          </ac:picMkLst>
        </pc:picChg>
        <pc:picChg chg="del">
          <ac:chgData name="유승철" userId="9584054c-e08f-4935-bde6-b53c2dd0dfbc" providerId="ADAL" clId="{9FC70920-E729-42DF-909A-298B8757CCAB}" dt="2021-02-01T02:17:16.334" v="101" actId="478"/>
          <ac:picMkLst>
            <pc:docMk/>
            <pc:sldMk cId="2782649627" sldId="272"/>
            <ac:picMk id="138" creationId="{0B1E7078-28A0-4640-9FC1-F6657C9C3342}"/>
          </ac:picMkLst>
        </pc:picChg>
        <pc:picChg chg="del">
          <ac:chgData name="유승철" userId="9584054c-e08f-4935-bde6-b53c2dd0dfbc" providerId="ADAL" clId="{9FC70920-E729-42DF-909A-298B8757CCAB}" dt="2021-02-01T02:17:16.334" v="101" actId="478"/>
          <ac:picMkLst>
            <pc:docMk/>
            <pc:sldMk cId="2782649627" sldId="272"/>
            <ac:picMk id="139" creationId="{71307A89-A3ED-4734-869D-D360B7C99B94}"/>
          </ac:picMkLst>
        </pc:picChg>
        <pc:picChg chg="del">
          <ac:chgData name="유승철" userId="9584054c-e08f-4935-bde6-b53c2dd0dfbc" providerId="ADAL" clId="{9FC70920-E729-42DF-909A-298B8757CCAB}" dt="2021-02-01T02:17:16.334" v="101" actId="478"/>
          <ac:picMkLst>
            <pc:docMk/>
            <pc:sldMk cId="2782649627" sldId="272"/>
            <ac:picMk id="140" creationId="{DDC646AE-8928-4BBF-9D21-831B9BFED0A1}"/>
          </ac:picMkLst>
        </pc:picChg>
        <pc:picChg chg="del">
          <ac:chgData name="유승철" userId="9584054c-e08f-4935-bde6-b53c2dd0dfbc" providerId="ADAL" clId="{9FC70920-E729-42DF-909A-298B8757CCAB}" dt="2021-02-01T02:17:16.334" v="101" actId="478"/>
          <ac:picMkLst>
            <pc:docMk/>
            <pc:sldMk cId="2782649627" sldId="272"/>
            <ac:picMk id="141" creationId="{ADB33A81-632E-4261-96F6-8692D4F3BCB8}"/>
          </ac:picMkLst>
        </pc:picChg>
        <pc:picChg chg="del">
          <ac:chgData name="유승철" userId="9584054c-e08f-4935-bde6-b53c2dd0dfbc" providerId="ADAL" clId="{9FC70920-E729-42DF-909A-298B8757CCAB}" dt="2021-02-01T02:17:16.334" v="101" actId="478"/>
          <ac:picMkLst>
            <pc:docMk/>
            <pc:sldMk cId="2782649627" sldId="272"/>
            <ac:picMk id="145" creationId="{B06E817B-682F-434E-BCF8-FCA669BF9CE6}"/>
          </ac:picMkLst>
        </pc:picChg>
        <pc:picChg chg="del">
          <ac:chgData name="유승철" userId="9584054c-e08f-4935-bde6-b53c2dd0dfbc" providerId="ADAL" clId="{9FC70920-E729-42DF-909A-298B8757CCAB}" dt="2021-02-01T02:17:16.334" v="101" actId="478"/>
          <ac:picMkLst>
            <pc:docMk/>
            <pc:sldMk cId="2782649627" sldId="272"/>
            <ac:picMk id="146" creationId="{CEA71678-1845-4B3E-B485-F7757355F859}"/>
          </ac:picMkLst>
        </pc:picChg>
        <pc:picChg chg="del">
          <ac:chgData name="유승철" userId="9584054c-e08f-4935-bde6-b53c2dd0dfbc" providerId="ADAL" clId="{9FC70920-E729-42DF-909A-298B8757CCAB}" dt="2021-02-01T02:17:16.334" v="101" actId="478"/>
          <ac:picMkLst>
            <pc:docMk/>
            <pc:sldMk cId="2782649627" sldId="272"/>
            <ac:picMk id="147" creationId="{E490C348-2985-4776-8BC5-22276E4C6D54}"/>
          </ac:picMkLst>
        </pc:picChg>
        <pc:picChg chg="del">
          <ac:chgData name="유승철" userId="9584054c-e08f-4935-bde6-b53c2dd0dfbc" providerId="ADAL" clId="{9FC70920-E729-42DF-909A-298B8757CCAB}" dt="2021-02-01T02:17:16.334" v="101" actId="478"/>
          <ac:picMkLst>
            <pc:docMk/>
            <pc:sldMk cId="2782649627" sldId="272"/>
            <ac:picMk id="148" creationId="{F7E6F91F-47B3-4756-A8D2-FD968866A7D1}"/>
          </ac:picMkLst>
        </pc:picChg>
        <pc:picChg chg="del">
          <ac:chgData name="유승철" userId="9584054c-e08f-4935-bde6-b53c2dd0dfbc" providerId="ADAL" clId="{9FC70920-E729-42DF-909A-298B8757CCAB}" dt="2021-02-01T02:17:16.334" v="101" actId="478"/>
          <ac:picMkLst>
            <pc:docMk/>
            <pc:sldMk cId="2782649627" sldId="272"/>
            <ac:picMk id="149" creationId="{31D46DBA-ABE9-499A-B56D-1F7E29CE5CBC}"/>
          </ac:picMkLst>
        </pc:picChg>
        <pc:picChg chg="del">
          <ac:chgData name="유승철" userId="9584054c-e08f-4935-bde6-b53c2dd0dfbc" providerId="ADAL" clId="{9FC70920-E729-42DF-909A-298B8757CCAB}" dt="2021-02-01T02:17:16.334" v="101" actId="478"/>
          <ac:picMkLst>
            <pc:docMk/>
            <pc:sldMk cId="2782649627" sldId="272"/>
            <ac:picMk id="150" creationId="{DE4D4342-7C43-4F17-AF6E-E4BD0F438132}"/>
          </ac:picMkLst>
        </pc:picChg>
        <pc:picChg chg="del">
          <ac:chgData name="유승철" userId="9584054c-e08f-4935-bde6-b53c2dd0dfbc" providerId="ADAL" clId="{9FC70920-E729-42DF-909A-298B8757CCAB}" dt="2021-02-01T02:17:16.334" v="101" actId="478"/>
          <ac:picMkLst>
            <pc:docMk/>
            <pc:sldMk cId="2782649627" sldId="272"/>
            <ac:picMk id="151" creationId="{B5B5E4AB-624E-4C04-BF17-97574FE36BC4}"/>
          </ac:picMkLst>
        </pc:picChg>
        <pc:picChg chg="del">
          <ac:chgData name="유승철" userId="9584054c-e08f-4935-bde6-b53c2dd0dfbc" providerId="ADAL" clId="{9FC70920-E729-42DF-909A-298B8757CCAB}" dt="2021-02-01T02:17:16.334" v="101" actId="478"/>
          <ac:picMkLst>
            <pc:docMk/>
            <pc:sldMk cId="2782649627" sldId="272"/>
            <ac:picMk id="159" creationId="{6E2AE2C0-B7F7-4EF0-ABE5-4AB853D67657}"/>
          </ac:picMkLst>
        </pc:picChg>
        <pc:picChg chg="del">
          <ac:chgData name="유승철" userId="9584054c-e08f-4935-bde6-b53c2dd0dfbc" providerId="ADAL" clId="{9FC70920-E729-42DF-909A-298B8757CCAB}" dt="2021-02-01T02:17:16.334" v="101" actId="478"/>
          <ac:picMkLst>
            <pc:docMk/>
            <pc:sldMk cId="2782649627" sldId="272"/>
            <ac:picMk id="160" creationId="{A6008E9D-C00B-4053-A4C8-5844B252AC74}"/>
          </ac:picMkLst>
        </pc:picChg>
        <pc:picChg chg="del">
          <ac:chgData name="유승철" userId="9584054c-e08f-4935-bde6-b53c2dd0dfbc" providerId="ADAL" clId="{9FC70920-E729-42DF-909A-298B8757CCAB}" dt="2021-02-01T02:17:16.334" v="101" actId="478"/>
          <ac:picMkLst>
            <pc:docMk/>
            <pc:sldMk cId="2782649627" sldId="272"/>
            <ac:picMk id="161" creationId="{70918596-D4FC-4929-912B-A1E3A8B43B10}"/>
          </ac:picMkLst>
        </pc:picChg>
        <pc:picChg chg="del">
          <ac:chgData name="유승철" userId="9584054c-e08f-4935-bde6-b53c2dd0dfbc" providerId="ADAL" clId="{9FC70920-E729-42DF-909A-298B8757CCAB}" dt="2021-02-01T02:17:16.334" v="101" actId="478"/>
          <ac:picMkLst>
            <pc:docMk/>
            <pc:sldMk cId="2782649627" sldId="272"/>
            <ac:picMk id="162" creationId="{EAFF3388-C0F2-476B-B2D4-7682FCE92308}"/>
          </ac:picMkLst>
        </pc:picChg>
        <pc:picChg chg="del">
          <ac:chgData name="유승철" userId="9584054c-e08f-4935-bde6-b53c2dd0dfbc" providerId="ADAL" clId="{9FC70920-E729-42DF-909A-298B8757CCAB}" dt="2021-02-01T02:17:16.334" v="101" actId="478"/>
          <ac:picMkLst>
            <pc:docMk/>
            <pc:sldMk cId="2782649627" sldId="272"/>
            <ac:picMk id="163" creationId="{40F4616D-4AB6-4192-8486-A321CF78CE16}"/>
          </ac:picMkLst>
        </pc:picChg>
        <pc:picChg chg="del">
          <ac:chgData name="유승철" userId="9584054c-e08f-4935-bde6-b53c2dd0dfbc" providerId="ADAL" clId="{9FC70920-E729-42DF-909A-298B8757CCAB}" dt="2021-02-01T02:17:16.334" v="101" actId="478"/>
          <ac:picMkLst>
            <pc:docMk/>
            <pc:sldMk cId="2782649627" sldId="272"/>
            <ac:picMk id="164" creationId="{38B328D9-B05D-4338-B55E-392534DF238A}"/>
          </ac:picMkLst>
        </pc:picChg>
        <pc:picChg chg="del">
          <ac:chgData name="유승철" userId="9584054c-e08f-4935-bde6-b53c2dd0dfbc" providerId="ADAL" clId="{9FC70920-E729-42DF-909A-298B8757CCAB}" dt="2021-02-01T02:17:16.334" v="101" actId="478"/>
          <ac:picMkLst>
            <pc:docMk/>
            <pc:sldMk cId="2782649627" sldId="272"/>
            <ac:picMk id="165" creationId="{931A4F4C-720F-4EB7-B44E-F68702CCD6A0}"/>
          </ac:picMkLst>
        </pc:picChg>
        <pc:picChg chg="del">
          <ac:chgData name="유승철" userId="9584054c-e08f-4935-bde6-b53c2dd0dfbc" providerId="ADAL" clId="{9FC70920-E729-42DF-909A-298B8757CCAB}" dt="2021-02-01T02:17:16.334" v="101" actId="478"/>
          <ac:picMkLst>
            <pc:docMk/>
            <pc:sldMk cId="2782649627" sldId="272"/>
            <ac:picMk id="166" creationId="{A1E9EE35-FD76-4465-8A85-8DB05C79400C}"/>
          </ac:picMkLst>
        </pc:picChg>
        <pc:cxnChg chg="mod">
          <ac:chgData name="유승철" userId="9584054c-e08f-4935-bde6-b53c2dd0dfbc" providerId="ADAL" clId="{9FC70920-E729-42DF-909A-298B8757CCAB}" dt="2021-02-01T10:15:30.029" v="536"/>
          <ac:cxnSpMkLst>
            <pc:docMk/>
            <pc:sldMk cId="2782649627" sldId="272"/>
            <ac:cxnSpMk id="38" creationId="{DC32AA61-B3C6-44F2-AACE-3AB3B4B1471B}"/>
          </ac:cxnSpMkLst>
        </pc:cxnChg>
        <pc:cxnChg chg="add mod">
          <ac:chgData name="유승철" userId="9584054c-e08f-4935-bde6-b53c2dd0dfbc" providerId="ADAL" clId="{9FC70920-E729-42DF-909A-298B8757CCAB}" dt="2021-02-01T02:17:16.666" v="102"/>
          <ac:cxnSpMkLst>
            <pc:docMk/>
            <pc:sldMk cId="2782649627" sldId="272"/>
            <ac:cxnSpMk id="39" creationId="{6526E402-5AF1-4D54-9C40-6530A99F747C}"/>
          </ac:cxnSpMkLst>
        </pc:cxnChg>
        <pc:cxnChg chg="del">
          <ac:chgData name="유승철" userId="9584054c-e08f-4935-bde6-b53c2dd0dfbc" providerId="ADAL" clId="{9FC70920-E729-42DF-909A-298B8757CCAB}" dt="2021-02-01T02:17:16.334" v="101" actId="478"/>
          <ac:cxnSpMkLst>
            <pc:docMk/>
            <pc:sldMk cId="2782649627" sldId="272"/>
            <ac:cxnSpMk id="137" creationId="{9566059C-AFA3-469B-97F7-AAE3915661A7}"/>
          </ac:cxnSpMkLst>
        </pc:cxnChg>
      </pc:sldChg>
      <pc:sldChg chg="add del setBg">
        <pc:chgData name="유승철" userId="9584054c-e08f-4935-bde6-b53c2dd0dfbc" providerId="ADAL" clId="{9FC70920-E729-42DF-909A-298B8757CCAB}" dt="2021-01-29T07:32:06.460" v="26"/>
        <pc:sldMkLst>
          <pc:docMk/>
          <pc:sldMk cId="1459376946" sldId="273"/>
        </pc:sldMkLst>
      </pc:sldChg>
    </pc:docChg>
  </pc:docChgLst>
  <pc:docChgLst>
    <pc:chgData name="김예은" userId="6526923f-0c52-4639-9dbd-0f483d8fd367" providerId="ADAL" clId="{F62CBF3B-0739-4EF3-9679-1A4F9EEBEB05}"/>
    <pc:docChg chg="modSld">
      <pc:chgData name="김예은" userId="6526923f-0c52-4639-9dbd-0f483d8fd367" providerId="ADAL" clId="{F62CBF3B-0739-4EF3-9679-1A4F9EEBEB05}" dt="2023-06-07T09:53:58.407" v="308" actId="20577"/>
      <pc:docMkLst>
        <pc:docMk/>
      </pc:docMkLst>
      <pc:sldChg chg="modSp mod">
        <pc:chgData name="김예은" userId="6526923f-0c52-4639-9dbd-0f483d8fd367" providerId="ADAL" clId="{F62CBF3B-0739-4EF3-9679-1A4F9EEBEB05}" dt="2023-06-07T09:53:58.407" v="308" actId="20577"/>
        <pc:sldMkLst>
          <pc:docMk/>
          <pc:sldMk cId="2782649627" sldId="272"/>
        </pc:sldMkLst>
        <pc:spChg chg="mod">
          <ac:chgData name="김예은" userId="6526923f-0c52-4639-9dbd-0f483d8fd367" providerId="ADAL" clId="{F62CBF3B-0739-4EF3-9679-1A4F9EEBEB05}" dt="2023-06-07T09:52:27.849" v="168" actId="20577"/>
          <ac:spMkLst>
            <pc:docMk/>
            <pc:sldMk cId="2782649627" sldId="272"/>
            <ac:spMk id="31" creationId="{5D939CAB-F683-7D9F-6494-38FAE9450AC3}"/>
          </ac:spMkLst>
        </pc:spChg>
        <pc:spChg chg="mod">
          <ac:chgData name="김예은" userId="6526923f-0c52-4639-9dbd-0f483d8fd367" providerId="ADAL" clId="{F62CBF3B-0739-4EF3-9679-1A4F9EEBEB05}" dt="2023-06-07T09:53:58.407" v="308" actId="20577"/>
          <ac:spMkLst>
            <pc:docMk/>
            <pc:sldMk cId="2782649627" sldId="272"/>
            <ac:spMk id="40" creationId="{DB5C6B99-CE38-B75C-1C27-0782FFC606D6}"/>
          </ac:spMkLst>
        </pc:spChg>
      </pc:sldChg>
      <pc:sldChg chg="modSp mod">
        <pc:chgData name="김예은" userId="6526923f-0c52-4639-9dbd-0f483d8fd367" providerId="ADAL" clId="{F62CBF3B-0739-4EF3-9679-1A4F9EEBEB05}" dt="2023-06-07T09:38:48.865" v="48" actId="20577"/>
        <pc:sldMkLst>
          <pc:docMk/>
          <pc:sldMk cId="2466279025" sldId="276"/>
        </pc:sldMkLst>
        <pc:spChg chg="mod">
          <ac:chgData name="김예은" userId="6526923f-0c52-4639-9dbd-0f483d8fd367" providerId="ADAL" clId="{F62CBF3B-0739-4EF3-9679-1A4F9EEBEB05}" dt="2023-06-07T09:37:02.799" v="35" actId="20577"/>
          <ac:spMkLst>
            <pc:docMk/>
            <pc:sldMk cId="2466279025" sldId="276"/>
            <ac:spMk id="10" creationId="{48E2F11D-DC3D-7C85-AEBA-4777E84D3CAA}"/>
          </ac:spMkLst>
        </pc:spChg>
        <pc:spChg chg="mod">
          <ac:chgData name="김예은" userId="6526923f-0c52-4639-9dbd-0f483d8fd367" providerId="ADAL" clId="{F62CBF3B-0739-4EF3-9679-1A4F9EEBEB05}" dt="2023-06-07T09:38:48.865" v="48" actId="20577"/>
          <ac:spMkLst>
            <pc:docMk/>
            <pc:sldMk cId="2466279025" sldId="276"/>
            <ac:spMk id="34" creationId="{25D99D5C-0B11-1F9F-BF19-197CDBB896A4}"/>
          </ac:spMkLst>
        </pc:spChg>
        <pc:spChg chg="mod">
          <ac:chgData name="김예은" userId="6526923f-0c52-4639-9dbd-0f483d8fd367" providerId="ADAL" clId="{F62CBF3B-0739-4EF3-9679-1A4F9EEBEB05}" dt="2023-06-07T09:36:30.285" v="3" actId="20577"/>
          <ac:spMkLst>
            <pc:docMk/>
            <pc:sldMk cId="2466279025" sldId="276"/>
            <ac:spMk id="38" creationId="{2E09984E-7587-9E57-9F74-C6EFBE656D8B}"/>
          </ac:spMkLst>
        </pc:spChg>
      </pc:sldChg>
    </pc:docChg>
  </pc:docChgLst>
  <pc:docChgLst>
    <pc:chgData name="유승철" userId="9584054c-e08f-4935-bde6-b53c2dd0dfbc" providerId="ADAL" clId="{AF009497-603B-4D8D-9E90-FE6E23C2760F}"/>
    <pc:docChg chg="modSld">
      <pc:chgData name="유승철" userId="9584054c-e08f-4935-bde6-b53c2dd0dfbc" providerId="ADAL" clId="{AF009497-603B-4D8D-9E90-FE6E23C2760F}" dt="2022-09-06T08:21:28.662" v="15" actId="20577"/>
      <pc:docMkLst>
        <pc:docMk/>
      </pc:docMkLst>
      <pc:sldChg chg="modSp mod">
        <pc:chgData name="유승철" userId="9584054c-e08f-4935-bde6-b53c2dd0dfbc" providerId="ADAL" clId="{AF009497-603B-4D8D-9E90-FE6E23C2760F}" dt="2022-09-06T08:21:28.662" v="15" actId="20577"/>
        <pc:sldMkLst>
          <pc:docMk/>
          <pc:sldMk cId="2466279025" sldId="276"/>
        </pc:sldMkLst>
        <pc:spChg chg="mod">
          <ac:chgData name="유승철" userId="9584054c-e08f-4935-bde6-b53c2dd0dfbc" providerId="ADAL" clId="{AF009497-603B-4D8D-9E90-FE6E23C2760F}" dt="2022-09-05T01:50:58.843" v="1" actId="20577"/>
          <ac:spMkLst>
            <pc:docMk/>
            <pc:sldMk cId="2466279025" sldId="276"/>
            <ac:spMk id="4" creationId="{B236E1EA-0BE4-F745-8BF1-E5362265090C}"/>
          </ac:spMkLst>
        </pc:spChg>
        <pc:spChg chg="mod">
          <ac:chgData name="유승철" userId="9584054c-e08f-4935-bde6-b53c2dd0dfbc" providerId="ADAL" clId="{AF009497-603B-4D8D-9E90-FE6E23C2760F}" dt="2022-09-06T08:21:28.662" v="15" actId="20577"/>
          <ac:spMkLst>
            <pc:docMk/>
            <pc:sldMk cId="2466279025" sldId="276"/>
            <ac:spMk id="123" creationId="{6B612028-15B8-793C-4BDE-D794BBB28331}"/>
          </ac:spMkLst>
        </pc:spChg>
      </pc:sldChg>
    </pc:docChg>
  </pc:docChgLst>
  <pc:docChgLst>
    <pc:chgData name="이유림" userId="c4f7c10e-9591-4e08-8489-adf65147d8f2" providerId="ADAL" clId="{3485975E-A928-4FC0-BC3A-77453ED15DE4}"/>
    <pc:docChg chg="undo redo custSel modSld">
      <pc:chgData name="이유림" userId="c4f7c10e-9591-4e08-8489-adf65147d8f2" providerId="ADAL" clId="{3485975E-A928-4FC0-BC3A-77453ED15DE4}" dt="2024-03-13T06:56:20.184" v="1285" actId="113"/>
      <pc:docMkLst>
        <pc:docMk/>
      </pc:docMkLst>
      <pc:sldChg chg="modSp mod">
        <pc:chgData name="이유림" userId="c4f7c10e-9591-4e08-8489-adf65147d8f2" providerId="ADAL" clId="{3485975E-A928-4FC0-BC3A-77453ED15DE4}" dt="2024-03-13T06:56:20.184" v="1285" actId="113"/>
        <pc:sldMkLst>
          <pc:docMk/>
          <pc:sldMk cId="2782649627" sldId="272"/>
        </pc:sldMkLst>
        <pc:spChg chg="mod">
          <ac:chgData name="이유림" userId="c4f7c10e-9591-4e08-8489-adf65147d8f2" providerId="ADAL" clId="{3485975E-A928-4FC0-BC3A-77453ED15DE4}" dt="2024-03-12T03:13:35.227" v="76" actId="20577"/>
          <ac:spMkLst>
            <pc:docMk/>
            <pc:sldMk cId="2782649627" sldId="272"/>
            <ac:spMk id="5" creationId="{82305561-9C83-4AF0-BE74-852E6825B240}"/>
          </ac:spMkLst>
        </pc:spChg>
        <pc:spChg chg="mod">
          <ac:chgData name="이유림" userId="c4f7c10e-9591-4e08-8489-adf65147d8f2" providerId="ADAL" clId="{3485975E-A928-4FC0-BC3A-77453ED15DE4}" dt="2024-03-12T03:17:24.492" v="130" actId="20577"/>
          <ac:spMkLst>
            <pc:docMk/>
            <pc:sldMk cId="2782649627" sldId="272"/>
            <ac:spMk id="13" creationId="{77BD7587-EE51-C62A-38E6-5F3901B35EEB}"/>
          </ac:spMkLst>
        </pc:spChg>
        <pc:spChg chg="mod">
          <ac:chgData name="이유림" userId="c4f7c10e-9591-4e08-8489-adf65147d8f2" providerId="ADAL" clId="{3485975E-A928-4FC0-BC3A-77453ED15DE4}" dt="2024-03-13T06:56:13.072" v="1282" actId="113"/>
          <ac:spMkLst>
            <pc:docMk/>
            <pc:sldMk cId="2782649627" sldId="272"/>
            <ac:spMk id="22" creationId="{08E94353-4D54-31EB-C869-FECC865ACB1A}"/>
          </ac:spMkLst>
        </pc:spChg>
        <pc:spChg chg="mod">
          <ac:chgData name="이유림" userId="c4f7c10e-9591-4e08-8489-adf65147d8f2" providerId="ADAL" clId="{3485975E-A928-4FC0-BC3A-77453ED15DE4}" dt="2024-03-13T06:56:18.093" v="1284" actId="113"/>
          <ac:spMkLst>
            <pc:docMk/>
            <pc:sldMk cId="2782649627" sldId="272"/>
            <ac:spMk id="23" creationId="{5A47C3AC-CDDA-C59E-809B-9A2ADC2E795B}"/>
          </ac:spMkLst>
        </pc:spChg>
        <pc:spChg chg="mod">
          <ac:chgData name="이유림" userId="c4f7c10e-9591-4e08-8489-adf65147d8f2" providerId="ADAL" clId="{3485975E-A928-4FC0-BC3A-77453ED15DE4}" dt="2024-03-13T06:56:16.164" v="1283" actId="113"/>
          <ac:spMkLst>
            <pc:docMk/>
            <pc:sldMk cId="2782649627" sldId="272"/>
            <ac:spMk id="67" creationId="{13A197EA-0A01-1C5E-2E93-2BD7066AEF3F}"/>
          </ac:spMkLst>
        </pc:spChg>
        <pc:spChg chg="mod">
          <ac:chgData name="이유림" userId="c4f7c10e-9591-4e08-8489-adf65147d8f2" providerId="ADAL" clId="{3485975E-A928-4FC0-BC3A-77453ED15DE4}" dt="2024-03-13T06:56:20.184" v="1285" actId="113"/>
          <ac:spMkLst>
            <pc:docMk/>
            <pc:sldMk cId="2782649627" sldId="272"/>
            <ac:spMk id="72" creationId="{0E13FD95-5CCF-C9FA-258E-D1C50D2E7692}"/>
          </ac:spMkLst>
        </pc:spChg>
      </pc:sldChg>
      <pc:sldChg chg="modSp mod">
        <pc:chgData name="이유림" userId="c4f7c10e-9591-4e08-8489-adf65147d8f2" providerId="ADAL" clId="{3485975E-A928-4FC0-BC3A-77453ED15DE4}" dt="2024-03-13T06:55:37.267" v="1262" actId="20577"/>
        <pc:sldMkLst>
          <pc:docMk/>
          <pc:sldMk cId="2466279025" sldId="276"/>
        </pc:sldMkLst>
        <pc:spChg chg="mod">
          <ac:chgData name="이유림" userId="c4f7c10e-9591-4e08-8489-adf65147d8f2" providerId="ADAL" clId="{3485975E-A928-4FC0-BC3A-77453ED15DE4}" dt="2024-03-12T03:17:33.020" v="137" actId="20577"/>
          <ac:spMkLst>
            <pc:docMk/>
            <pc:sldMk cId="2466279025" sldId="276"/>
            <ac:spMk id="6" creationId="{15141728-A305-8742-8C53-C14A4823EEFE}"/>
          </ac:spMkLst>
        </pc:spChg>
        <pc:spChg chg="mod">
          <ac:chgData name="이유림" userId="c4f7c10e-9591-4e08-8489-adf65147d8f2" providerId="ADAL" clId="{3485975E-A928-4FC0-BC3A-77453ED15DE4}" dt="2024-03-12T07:13:45.891" v="568" actId="20578"/>
          <ac:spMkLst>
            <pc:docMk/>
            <pc:sldMk cId="2466279025" sldId="276"/>
            <ac:spMk id="49" creationId="{AE4E7B4A-CCF6-1B0E-8F65-F675DD5E3283}"/>
          </ac:spMkLst>
        </pc:spChg>
        <pc:spChg chg="mod">
          <ac:chgData name="이유림" userId="c4f7c10e-9591-4e08-8489-adf65147d8f2" providerId="ADAL" clId="{3485975E-A928-4FC0-BC3A-77453ED15DE4}" dt="2024-03-12T07:13:45.891" v="568" actId="20578"/>
          <ac:spMkLst>
            <pc:docMk/>
            <pc:sldMk cId="2466279025" sldId="276"/>
            <ac:spMk id="50" creationId="{EB7D61D9-3C96-5D9A-41EF-E60C8B2AADC2}"/>
          </ac:spMkLst>
        </pc:spChg>
        <pc:spChg chg="mod">
          <ac:chgData name="이유림" userId="c4f7c10e-9591-4e08-8489-adf65147d8f2" providerId="ADAL" clId="{3485975E-A928-4FC0-BC3A-77453ED15DE4}" dt="2024-03-12T07:14:59.257" v="665" actId="20577"/>
          <ac:spMkLst>
            <pc:docMk/>
            <pc:sldMk cId="2466279025" sldId="276"/>
            <ac:spMk id="52" creationId="{7D8793DD-5632-37CB-DEFC-F8377686BF83}"/>
          </ac:spMkLst>
        </pc:spChg>
        <pc:spChg chg="mod">
          <ac:chgData name="이유림" userId="c4f7c10e-9591-4e08-8489-adf65147d8f2" providerId="ADAL" clId="{3485975E-A928-4FC0-BC3A-77453ED15DE4}" dt="2024-03-12T07:13:45.891" v="568" actId="20578"/>
          <ac:spMkLst>
            <pc:docMk/>
            <pc:sldMk cId="2466279025" sldId="276"/>
            <ac:spMk id="53" creationId="{D7C1D0B3-F223-2093-E231-99B98286B836}"/>
          </ac:spMkLst>
        </pc:spChg>
        <pc:spChg chg="mod">
          <ac:chgData name="이유림" userId="c4f7c10e-9591-4e08-8489-adf65147d8f2" providerId="ADAL" clId="{3485975E-A928-4FC0-BC3A-77453ED15DE4}" dt="2024-03-12T07:21:17.027" v="946" actId="6549"/>
          <ac:spMkLst>
            <pc:docMk/>
            <pc:sldMk cId="2466279025" sldId="276"/>
            <ac:spMk id="56" creationId="{E9D28607-B0D6-75A7-47F7-8DD5D3172490}"/>
          </ac:spMkLst>
        </pc:spChg>
        <pc:spChg chg="mod">
          <ac:chgData name="이유림" userId="c4f7c10e-9591-4e08-8489-adf65147d8f2" providerId="ADAL" clId="{3485975E-A928-4FC0-BC3A-77453ED15DE4}" dt="2024-03-12T07:27:04.230" v="1086" actId="20577"/>
          <ac:spMkLst>
            <pc:docMk/>
            <pc:sldMk cId="2466279025" sldId="276"/>
            <ac:spMk id="60" creationId="{27F4FD55-5E51-94D6-8961-C81AFF3EC6D0}"/>
          </ac:spMkLst>
        </pc:spChg>
        <pc:spChg chg="mod">
          <ac:chgData name="이유림" userId="c4f7c10e-9591-4e08-8489-adf65147d8f2" providerId="ADAL" clId="{3485975E-A928-4FC0-BC3A-77453ED15DE4}" dt="2024-03-12T03:51:05.104" v="334" actId="1076"/>
          <ac:spMkLst>
            <pc:docMk/>
            <pc:sldMk cId="2466279025" sldId="276"/>
            <ac:spMk id="61" creationId="{00EFB5C8-2104-7503-E991-9C789E7FE983}"/>
          </ac:spMkLst>
        </pc:spChg>
        <pc:spChg chg="mod">
          <ac:chgData name="이유림" userId="c4f7c10e-9591-4e08-8489-adf65147d8f2" providerId="ADAL" clId="{3485975E-A928-4FC0-BC3A-77453ED15DE4}" dt="2024-03-13T06:40:34.700" v="1200" actId="6549"/>
          <ac:spMkLst>
            <pc:docMk/>
            <pc:sldMk cId="2466279025" sldId="276"/>
            <ac:spMk id="62" creationId="{466C8CC7-48DF-07C9-EB44-354C9684A266}"/>
          </ac:spMkLst>
        </pc:spChg>
        <pc:spChg chg="mod">
          <ac:chgData name="이유림" userId="c4f7c10e-9591-4e08-8489-adf65147d8f2" providerId="ADAL" clId="{3485975E-A928-4FC0-BC3A-77453ED15DE4}" dt="2024-03-13T06:40:44.668" v="1204" actId="6549"/>
          <ac:spMkLst>
            <pc:docMk/>
            <pc:sldMk cId="2466279025" sldId="276"/>
            <ac:spMk id="63" creationId="{3D2ABEC0-FE94-A18C-5739-A185A38F80B4}"/>
          </ac:spMkLst>
        </pc:spChg>
        <pc:spChg chg="mod">
          <ac:chgData name="이유림" userId="c4f7c10e-9591-4e08-8489-adf65147d8f2" providerId="ADAL" clId="{3485975E-A928-4FC0-BC3A-77453ED15DE4}" dt="2024-03-13T06:40:25.355" v="1198" actId="6549"/>
          <ac:spMkLst>
            <pc:docMk/>
            <pc:sldMk cId="2466279025" sldId="276"/>
            <ac:spMk id="128" creationId="{874908EE-4D1F-DCA1-DAAB-4DF73D622422}"/>
          </ac:spMkLst>
        </pc:spChg>
        <pc:spChg chg="mod">
          <ac:chgData name="이유림" userId="c4f7c10e-9591-4e08-8489-adf65147d8f2" providerId="ADAL" clId="{3485975E-A928-4FC0-BC3A-77453ED15DE4}" dt="2024-03-13T06:40:30.067" v="1199" actId="6549"/>
          <ac:spMkLst>
            <pc:docMk/>
            <pc:sldMk cId="2466279025" sldId="276"/>
            <ac:spMk id="130" creationId="{EE4C7E90-DA52-1EF3-D8E6-BF09A54A2E18}"/>
          </ac:spMkLst>
        </pc:spChg>
        <pc:spChg chg="mod">
          <ac:chgData name="이유림" userId="c4f7c10e-9591-4e08-8489-adf65147d8f2" providerId="ADAL" clId="{3485975E-A928-4FC0-BC3A-77453ED15DE4}" dt="2024-03-12T07:18:24.426" v="772" actId="20577"/>
          <ac:spMkLst>
            <pc:docMk/>
            <pc:sldMk cId="2466279025" sldId="276"/>
            <ac:spMk id="132" creationId="{F30228F8-1758-35D1-B384-D47731624E75}"/>
          </ac:spMkLst>
        </pc:spChg>
        <pc:spChg chg="mod">
          <ac:chgData name="이유림" userId="c4f7c10e-9591-4e08-8489-adf65147d8f2" providerId="ADAL" clId="{3485975E-A928-4FC0-BC3A-77453ED15DE4}" dt="2024-03-13T06:54:11.426" v="1241" actId="6549"/>
          <ac:spMkLst>
            <pc:docMk/>
            <pc:sldMk cId="2466279025" sldId="276"/>
            <ac:spMk id="173" creationId="{0A1E09A7-076E-1743-BC0F-172F6CCD32CB}"/>
          </ac:spMkLst>
        </pc:spChg>
        <pc:spChg chg="mod">
          <ac:chgData name="이유림" userId="c4f7c10e-9591-4e08-8489-adf65147d8f2" providerId="ADAL" clId="{3485975E-A928-4FC0-BC3A-77453ED15DE4}" dt="2024-03-12T07:27:31.483" v="1145" actId="20577"/>
          <ac:spMkLst>
            <pc:docMk/>
            <pc:sldMk cId="2466279025" sldId="276"/>
            <ac:spMk id="174" creationId="{594865E3-3C50-FB48-8316-2CD3220D232E}"/>
          </ac:spMkLst>
        </pc:spChg>
        <pc:spChg chg="mod">
          <ac:chgData name="이유림" userId="c4f7c10e-9591-4e08-8489-adf65147d8f2" providerId="ADAL" clId="{3485975E-A928-4FC0-BC3A-77453ED15DE4}" dt="2024-03-13T06:54:38.489" v="1242"/>
          <ac:spMkLst>
            <pc:docMk/>
            <pc:sldMk cId="2466279025" sldId="276"/>
            <ac:spMk id="175" creationId="{F0B5C5AF-2CC6-DFB4-28E5-8AEED4ED5327}"/>
          </ac:spMkLst>
        </pc:spChg>
        <pc:spChg chg="mod">
          <ac:chgData name="이유림" userId="c4f7c10e-9591-4e08-8489-adf65147d8f2" providerId="ADAL" clId="{3485975E-A928-4FC0-BC3A-77453ED15DE4}" dt="2024-03-13T06:55:37.267" v="1262" actId="20577"/>
          <ac:spMkLst>
            <pc:docMk/>
            <pc:sldMk cId="2466279025" sldId="276"/>
            <ac:spMk id="176" creationId="{BD1BC246-BA7D-3AD7-9AA1-F5C69D1B2C48}"/>
          </ac:spMkLst>
        </pc:spChg>
        <pc:spChg chg="mod">
          <ac:chgData name="이유림" userId="c4f7c10e-9591-4e08-8489-adf65147d8f2" providerId="ADAL" clId="{3485975E-A928-4FC0-BC3A-77453ED15DE4}" dt="2024-03-13T06:53:14.009" v="1229"/>
          <ac:spMkLst>
            <pc:docMk/>
            <pc:sldMk cId="2466279025" sldId="276"/>
            <ac:spMk id="178" creationId="{44247B0E-BD32-3F4F-6353-7CD3B7209D74}"/>
          </ac:spMkLst>
        </pc:spChg>
        <pc:grpChg chg="mod">
          <ac:chgData name="이유림" userId="c4f7c10e-9591-4e08-8489-adf65147d8f2" providerId="ADAL" clId="{3485975E-A928-4FC0-BC3A-77453ED15DE4}" dt="2024-03-12T07:13:45.891" v="568" actId="20578"/>
          <ac:grpSpMkLst>
            <pc:docMk/>
            <pc:sldMk cId="2466279025" sldId="276"/>
            <ac:grpSpMk id="48" creationId="{E4869D35-84EC-5B41-1D80-A290D3E89A61}"/>
          </ac:grpSpMkLst>
        </pc:grpChg>
        <pc:picChg chg="mod">
          <ac:chgData name="이유림" userId="c4f7c10e-9591-4e08-8489-adf65147d8f2" providerId="ADAL" clId="{3485975E-A928-4FC0-BC3A-77453ED15DE4}" dt="2024-03-12T07:13:45.891" v="568" actId="20578"/>
          <ac:picMkLst>
            <pc:docMk/>
            <pc:sldMk cId="2466279025" sldId="276"/>
            <ac:picMk id="51" creationId="{CF0EE421-3E2C-164C-E05A-35D725D0B84D}"/>
          </ac:picMkLst>
        </pc:picChg>
      </pc:sldChg>
    </pc:docChg>
  </pc:docChgLst>
  <pc:docChgLst>
    <pc:chgData name="이유림" userId="c4f7c10e-9591-4e08-8489-adf65147d8f2" providerId="ADAL" clId="{3E67D369-1839-4711-8C65-CD65079333B5}"/>
    <pc:docChg chg="undo custSel modSld">
      <pc:chgData name="이유림" userId="c4f7c10e-9591-4e08-8489-adf65147d8f2" providerId="ADAL" clId="{3E67D369-1839-4711-8C65-CD65079333B5}" dt="2024-05-16T06:05:13.420" v="1094" actId="1076"/>
      <pc:docMkLst>
        <pc:docMk/>
      </pc:docMkLst>
      <pc:sldChg chg="addSp delSp modSp mod">
        <pc:chgData name="이유림" userId="c4f7c10e-9591-4e08-8489-adf65147d8f2" providerId="ADAL" clId="{3E67D369-1839-4711-8C65-CD65079333B5}" dt="2024-05-14T02:49:35.622" v="1042" actId="20577"/>
        <pc:sldMkLst>
          <pc:docMk/>
          <pc:sldMk cId="2782649627" sldId="272"/>
        </pc:sldMkLst>
        <pc:spChg chg="add mod">
          <ac:chgData name="이유림" userId="c4f7c10e-9591-4e08-8489-adf65147d8f2" providerId="ADAL" clId="{3E67D369-1839-4711-8C65-CD65079333B5}" dt="2024-05-13T07:42:59.292" v="18"/>
          <ac:spMkLst>
            <pc:docMk/>
            <pc:sldMk cId="2782649627" sldId="272"/>
            <ac:spMk id="4" creationId="{02C3A0E4-B38E-0663-C122-BC2FBBA8A0D9}"/>
          </ac:spMkLst>
        </pc:spChg>
        <pc:spChg chg="mod">
          <ac:chgData name="이유림" userId="c4f7c10e-9591-4e08-8489-adf65147d8f2" providerId="ADAL" clId="{3E67D369-1839-4711-8C65-CD65079333B5}" dt="2024-05-13T07:42:25.597" v="14" actId="20577"/>
          <ac:spMkLst>
            <pc:docMk/>
            <pc:sldMk cId="2782649627" sldId="272"/>
            <ac:spMk id="5" creationId="{82305561-9C83-4AF0-BE74-852E6825B240}"/>
          </ac:spMkLst>
        </pc:spChg>
        <pc:spChg chg="add mod">
          <ac:chgData name="이유림" userId="c4f7c10e-9591-4e08-8489-adf65147d8f2" providerId="ADAL" clId="{3E67D369-1839-4711-8C65-CD65079333B5}" dt="2024-05-13T07:42:59.292" v="18"/>
          <ac:spMkLst>
            <pc:docMk/>
            <pc:sldMk cId="2782649627" sldId="272"/>
            <ac:spMk id="12" creationId="{625EF96F-6D7D-3A37-A135-4F92C423562D}"/>
          </ac:spMkLst>
        </pc:spChg>
        <pc:spChg chg="mod">
          <ac:chgData name="이유림" userId="c4f7c10e-9591-4e08-8489-adf65147d8f2" providerId="ADAL" clId="{3E67D369-1839-4711-8C65-CD65079333B5}" dt="2024-05-14T02:48:52.597" v="1026" actId="20577"/>
          <ac:spMkLst>
            <pc:docMk/>
            <pc:sldMk cId="2782649627" sldId="272"/>
            <ac:spMk id="22" creationId="{08E94353-4D54-31EB-C869-FECC865ACB1A}"/>
          </ac:spMkLst>
        </pc:spChg>
        <pc:spChg chg="del mod">
          <ac:chgData name="이유림" userId="c4f7c10e-9591-4e08-8489-adf65147d8f2" providerId="ADAL" clId="{3E67D369-1839-4711-8C65-CD65079333B5}" dt="2024-05-13T07:42:58.901" v="17" actId="478"/>
          <ac:spMkLst>
            <pc:docMk/>
            <pc:sldMk cId="2782649627" sldId="272"/>
            <ac:spMk id="23" creationId="{5A47C3AC-CDDA-C59E-809B-9A2ADC2E795B}"/>
          </ac:spMkLst>
        </pc:spChg>
        <pc:spChg chg="add mod">
          <ac:chgData name="이유림" userId="c4f7c10e-9591-4e08-8489-adf65147d8f2" providerId="ADAL" clId="{3E67D369-1839-4711-8C65-CD65079333B5}" dt="2024-05-13T08:19:59.606" v="576" actId="20577"/>
          <ac:spMkLst>
            <pc:docMk/>
            <pc:sldMk cId="2782649627" sldId="272"/>
            <ac:spMk id="56" creationId="{7EC2D2DE-AA31-EF33-FB09-A0CB633BD24C}"/>
          </ac:spMkLst>
        </pc:spChg>
        <pc:spChg chg="mod">
          <ac:chgData name="이유림" userId="c4f7c10e-9591-4e08-8489-adf65147d8f2" providerId="ADAL" clId="{3E67D369-1839-4711-8C65-CD65079333B5}" dt="2024-05-14T02:49:35.622" v="1042" actId="20577"/>
          <ac:spMkLst>
            <pc:docMk/>
            <pc:sldMk cId="2782649627" sldId="272"/>
            <ac:spMk id="67" creationId="{13A197EA-0A01-1C5E-2E93-2BD7066AEF3F}"/>
          </ac:spMkLst>
        </pc:spChg>
        <pc:spChg chg="del">
          <ac:chgData name="이유림" userId="c4f7c10e-9591-4e08-8489-adf65147d8f2" providerId="ADAL" clId="{3E67D369-1839-4711-8C65-CD65079333B5}" dt="2024-05-13T07:42:58.901" v="17" actId="478"/>
          <ac:spMkLst>
            <pc:docMk/>
            <pc:sldMk cId="2782649627" sldId="272"/>
            <ac:spMk id="72" creationId="{0E13FD95-5CCF-C9FA-258E-D1C50D2E7692}"/>
          </ac:spMkLst>
        </pc:spChg>
        <pc:grpChg chg="mod">
          <ac:chgData name="이유림" userId="c4f7c10e-9591-4e08-8489-adf65147d8f2" providerId="ADAL" clId="{3E67D369-1839-4711-8C65-CD65079333B5}" dt="2024-05-13T07:49:47.104" v="114" actId="1076"/>
          <ac:grpSpMkLst>
            <pc:docMk/>
            <pc:sldMk cId="2782649627" sldId="272"/>
            <ac:grpSpMk id="62" creationId="{60B2A956-938C-D274-B006-6568900F12B0}"/>
          </ac:grpSpMkLst>
        </pc:grpChg>
        <pc:picChg chg="add mod">
          <ac:chgData name="이유림" userId="c4f7c10e-9591-4e08-8489-adf65147d8f2" providerId="ADAL" clId="{3E67D369-1839-4711-8C65-CD65079333B5}" dt="2024-05-13T07:42:59.292" v="18"/>
          <ac:picMkLst>
            <pc:docMk/>
            <pc:sldMk cId="2782649627" sldId="272"/>
            <ac:picMk id="10" creationId="{126C05B8-BFDD-8D1F-8574-0A180B591532}"/>
          </ac:picMkLst>
        </pc:picChg>
        <pc:picChg chg="add mod">
          <ac:chgData name="이유림" userId="c4f7c10e-9591-4e08-8489-adf65147d8f2" providerId="ADAL" clId="{3E67D369-1839-4711-8C65-CD65079333B5}" dt="2024-05-13T07:42:59.292" v="18"/>
          <ac:picMkLst>
            <pc:docMk/>
            <pc:sldMk cId="2782649627" sldId="272"/>
            <ac:picMk id="11" creationId="{49F4F5CB-5812-5F59-5F98-EFD98FE66E13}"/>
          </ac:picMkLst>
        </pc:picChg>
        <pc:picChg chg="add mod">
          <ac:chgData name="이유림" userId="c4f7c10e-9591-4e08-8489-adf65147d8f2" providerId="ADAL" clId="{3E67D369-1839-4711-8C65-CD65079333B5}" dt="2024-05-13T07:42:59.292" v="18"/>
          <ac:picMkLst>
            <pc:docMk/>
            <pc:sldMk cId="2782649627" sldId="272"/>
            <ac:picMk id="14" creationId="{E4C751C4-23CD-BEBE-B862-14AA83DF2E69}"/>
          </ac:picMkLst>
        </pc:picChg>
        <pc:picChg chg="add mod">
          <ac:chgData name="이유림" userId="c4f7c10e-9591-4e08-8489-adf65147d8f2" providerId="ADAL" clId="{3E67D369-1839-4711-8C65-CD65079333B5}" dt="2024-05-13T07:42:59.292" v="18"/>
          <ac:picMkLst>
            <pc:docMk/>
            <pc:sldMk cId="2782649627" sldId="272"/>
            <ac:picMk id="15" creationId="{7EA2E5FA-63EA-3990-D2D3-A072AF5BE6A8}"/>
          </ac:picMkLst>
        </pc:picChg>
        <pc:picChg chg="del">
          <ac:chgData name="이유림" userId="c4f7c10e-9591-4e08-8489-adf65147d8f2" providerId="ADAL" clId="{3E67D369-1839-4711-8C65-CD65079333B5}" dt="2024-05-13T07:42:58.901" v="17" actId="478"/>
          <ac:picMkLst>
            <pc:docMk/>
            <pc:sldMk cId="2782649627" sldId="272"/>
            <ac:picMk id="16" creationId="{56B19B7A-24BB-3176-9866-31A5AE749454}"/>
          </ac:picMkLst>
        </pc:picChg>
        <pc:picChg chg="del">
          <ac:chgData name="이유림" userId="c4f7c10e-9591-4e08-8489-adf65147d8f2" providerId="ADAL" clId="{3E67D369-1839-4711-8C65-CD65079333B5}" dt="2024-05-13T07:42:58.901" v="17" actId="478"/>
          <ac:picMkLst>
            <pc:docMk/>
            <pc:sldMk cId="2782649627" sldId="272"/>
            <ac:picMk id="17" creationId="{B97D4473-F47E-3F61-1484-449DAB39B6E9}"/>
          </ac:picMkLst>
        </pc:picChg>
        <pc:picChg chg="add mod">
          <ac:chgData name="이유림" userId="c4f7c10e-9591-4e08-8489-adf65147d8f2" providerId="ADAL" clId="{3E67D369-1839-4711-8C65-CD65079333B5}" dt="2024-05-13T07:42:59.292" v="18"/>
          <ac:picMkLst>
            <pc:docMk/>
            <pc:sldMk cId="2782649627" sldId="272"/>
            <ac:picMk id="19" creationId="{C9AB8654-B4F1-ACB2-8008-54D29E1B2F77}"/>
          </ac:picMkLst>
        </pc:picChg>
        <pc:picChg chg="add mod">
          <ac:chgData name="이유림" userId="c4f7c10e-9591-4e08-8489-adf65147d8f2" providerId="ADAL" clId="{3E67D369-1839-4711-8C65-CD65079333B5}" dt="2024-05-13T07:42:59.292" v="18"/>
          <ac:picMkLst>
            <pc:docMk/>
            <pc:sldMk cId="2782649627" sldId="272"/>
            <ac:picMk id="20" creationId="{824F5ECE-BA3D-3E3B-1259-CBEC0416989E}"/>
          </ac:picMkLst>
        </pc:picChg>
        <pc:picChg chg="del">
          <ac:chgData name="이유림" userId="c4f7c10e-9591-4e08-8489-adf65147d8f2" providerId="ADAL" clId="{3E67D369-1839-4711-8C65-CD65079333B5}" dt="2024-05-13T07:42:58.901" v="17" actId="478"/>
          <ac:picMkLst>
            <pc:docMk/>
            <pc:sldMk cId="2782649627" sldId="272"/>
            <ac:picMk id="21" creationId="{E0685210-C3C4-A13F-8DB0-9EB08726751B}"/>
          </ac:picMkLst>
        </pc:picChg>
        <pc:picChg chg="add mod">
          <ac:chgData name="이유림" userId="c4f7c10e-9591-4e08-8489-adf65147d8f2" providerId="ADAL" clId="{3E67D369-1839-4711-8C65-CD65079333B5}" dt="2024-05-13T07:42:59.292" v="18"/>
          <ac:picMkLst>
            <pc:docMk/>
            <pc:sldMk cId="2782649627" sldId="272"/>
            <ac:picMk id="24" creationId="{D1B5CAAA-DADC-02E0-CB92-5C8247F36C57}"/>
          </ac:picMkLst>
        </pc:picChg>
        <pc:picChg chg="del">
          <ac:chgData name="이유림" userId="c4f7c10e-9591-4e08-8489-adf65147d8f2" providerId="ADAL" clId="{3E67D369-1839-4711-8C65-CD65079333B5}" dt="2024-05-13T07:42:58.901" v="17" actId="478"/>
          <ac:picMkLst>
            <pc:docMk/>
            <pc:sldMk cId="2782649627" sldId="272"/>
            <ac:picMk id="25" creationId="{0249BEE4-1565-DFB8-27A8-A244B165E871}"/>
          </ac:picMkLst>
        </pc:picChg>
        <pc:picChg chg="del">
          <ac:chgData name="이유림" userId="c4f7c10e-9591-4e08-8489-adf65147d8f2" providerId="ADAL" clId="{3E67D369-1839-4711-8C65-CD65079333B5}" dt="2024-05-13T07:42:58.901" v="17" actId="478"/>
          <ac:picMkLst>
            <pc:docMk/>
            <pc:sldMk cId="2782649627" sldId="272"/>
            <ac:picMk id="26" creationId="{277D17A8-6E53-7F01-015E-4610E6C6AB7C}"/>
          </ac:picMkLst>
        </pc:picChg>
        <pc:picChg chg="del">
          <ac:chgData name="이유림" userId="c4f7c10e-9591-4e08-8489-adf65147d8f2" providerId="ADAL" clId="{3E67D369-1839-4711-8C65-CD65079333B5}" dt="2024-05-13T07:42:58.901" v="17" actId="478"/>
          <ac:picMkLst>
            <pc:docMk/>
            <pc:sldMk cId="2782649627" sldId="272"/>
            <ac:picMk id="27" creationId="{84255C61-48D4-EF0B-B3A8-DD8A8B18019B}"/>
          </ac:picMkLst>
        </pc:picChg>
        <pc:picChg chg="add mod">
          <ac:chgData name="이유림" userId="c4f7c10e-9591-4e08-8489-adf65147d8f2" providerId="ADAL" clId="{3E67D369-1839-4711-8C65-CD65079333B5}" dt="2024-05-13T07:42:59.292" v="18"/>
          <ac:picMkLst>
            <pc:docMk/>
            <pc:sldMk cId="2782649627" sldId="272"/>
            <ac:picMk id="28" creationId="{F81F457E-FEB4-E9CD-2DB8-D468098F8C88}"/>
          </ac:picMkLst>
        </pc:picChg>
        <pc:picChg chg="del">
          <ac:chgData name="이유림" userId="c4f7c10e-9591-4e08-8489-adf65147d8f2" providerId="ADAL" clId="{3E67D369-1839-4711-8C65-CD65079333B5}" dt="2024-05-13T07:42:58.901" v="17" actId="478"/>
          <ac:picMkLst>
            <pc:docMk/>
            <pc:sldMk cId="2782649627" sldId="272"/>
            <ac:picMk id="29" creationId="{E190D11E-16D9-F53F-A4DD-691AB40D0C6E}"/>
          </ac:picMkLst>
        </pc:picChg>
        <pc:picChg chg="del">
          <ac:chgData name="이유림" userId="c4f7c10e-9591-4e08-8489-adf65147d8f2" providerId="ADAL" clId="{3E67D369-1839-4711-8C65-CD65079333B5}" dt="2024-05-13T07:42:58.901" v="17" actId="478"/>
          <ac:picMkLst>
            <pc:docMk/>
            <pc:sldMk cId="2782649627" sldId="272"/>
            <ac:picMk id="30" creationId="{133D97A8-5978-18F4-A188-33F5D7606766}"/>
          </ac:picMkLst>
        </pc:picChg>
        <pc:picChg chg="del">
          <ac:chgData name="이유림" userId="c4f7c10e-9591-4e08-8489-adf65147d8f2" providerId="ADAL" clId="{3E67D369-1839-4711-8C65-CD65079333B5}" dt="2024-05-13T07:42:58.901" v="17" actId="478"/>
          <ac:picMkLst>
            <pc:docMk/>
            <pc:sldMk cId="2782649627" sldId="272"/>
            <ac:picMk id="31" creationId="{8F2ED576-19A1-F4DE-08C1-B30A5F18F6A6}"/>
          </ac:picMkLst>
        </pc:picChg>
        <pc:picChg chg="del">
          <ac:chgData name="이유림" userId="c4f7c10e-9591-4e08-8489-adf65147d8f2" providerId="ADAL" clId="{3E67D369-1839-4711-8C65-CD65079333B5}" dt="2024-05-13T07:42:58.901" v="17" actId="478"/>
          <ac:picMkLst>
            <pc:docMk/>
            <pc:sldMk cId="2782649627" sldId="272"/>
            <ac:picMk id="32" creationId="{E94AB7B7-52E3-AD2C-73ED-1906AD565804}"/>
          </ac:picMkLst>
        </pc:picChg>
        <pc:picChg chg="add mod">
          <ac:chgData name="이유림" userId="c4f7c10e-9591-4e08-8489-adf65147d8f2" providerId="ADAL" clId="{3E67D369-1839-4711-8C65-CD65079333B5}" dt="2024-05-13T07:42:59.292" v="18"/>
          <ac:picMkLst>
            <pc:docMk/>
            <pc:sldMk cId="2782649627" sldId="272"/>
            <ac:picMk id="33" creationId="{76EC9CA0-68B6-E0C3-E44E-FF402EE01E1C}"/>
          </ac:picMkLst>
        </pc:picChg>
        <pc:picChg chg="add mod">
          <ac:chgData name="이유림" userId="c4f7c10e-9591-4e08-8489-adf65147d8f2" providerId="ADAL" clId="{3E67D369-1839-4711-8C65-CD65079333B5}" dt="2024-05-13T07:42:59.292" v="18"/>
          <ac:picMkLst>
            <pc:docMk/>
            <pc:sldMk cId="2782649627" sldId="272"/>
            <ac:picMk id="34" creationId="{12393656-4788-AD20-CB34-8D8D5D578EDC}"/>
          </ac:picMkLst>
        </pc:picChg>
        <pc:picChg chg="add mod">
          <ac:chgData name="이유림" userId="c4f7c10e-9591-4e08-8489-adf65147d8f2" providerId="ADAL" clId="{3E67D369-1839-4711-8C65-CD65079333B5}" dt="2024-05-13T07:42:59.292" v="18"/>
          <ac:picMkLst>
            <pc:docMk/>
            <pc:sldMk cId="2782649627" sldId="272"/>
            <ac:picMk id="35" creationId="{6EE9E4FF-76A0-2093-E7BB-92BBB39F5E1B}"/>
          </ac:picMkLst>
        </pc:picChg>
        <pc:picChg chg="del">
          <ac:chgData name="이유림" userId="c4f7c10e-9591-4e08-8489-adf65147d8f2" providerId="ADAL" clId="{3E67D369-1839-4711-8C65-CD65079333B5}" dt="2024-05-13T07:42:58.901" v="17" actId="478"/>
          <ac:picMkLst>
            <pc:docMk/>
            <pc:sldMk cId="2782649627" sldId="272"/>
            <ac:picMk id="36" creationId="{BB6A0F8D-019D-E44E-55CE-F828C855AF60}"/>
          </ac:picMkLst>
        </pc:picChg>
        <pc:picChg chg="add mod">
          <ac:chgData name="이유림" userId="c4f7c10e-9591-4e08-8489-adf65147d8f2" providerId="ADAL" clId="{3E67D369-1839-4711-8C65-CD65079333B5}" dt="2024-05-13T07:42:59.292" v="18"/>
          <ac:picMkLst>
            <pc:docMk/>
            <pc:sldMk cId="2782649627" sldId="272"/>
            <ac:picMk id="37" creationId="{640195CB-4692-1F0C-FF24-739069240504}"/>
          </ac:picMkLst>
        </pc:picChg>
        <pc:picChg chg="del">
          <ac:chgData name="이유림" userId="c4f7c10e-9591-4e08-8489-adf65147d8f2" providerId="ADAL" clId="{3E67D369-1839-4711-8C65-CD65079333B5}" dt="2024-05-13T07:42:58.901" v="17" actId="478"/>
          <ac:picMkLst>
            <pc:docMk/>
            <pc:sldMk cId="2782649627" sldId="272"/>
            <ac:picMk id="38" creationId="{446027D0-9B91-B72F-217B-5713ADCE155D}"/>
          </ac:picMkLst>
        </pc:picChg>
        <pc:picChg chg="add mod">
          <ac:chgData name="이유림" userId="c4f7c10e-9591-4e08-8489-adf65147d8f2" providerId="ADAL" clId="{3E67D369-1839-4711-8C65-CD65079333B5}" dt="2024-05-13T07:42:59.292" v="18"/>
          <ac:picMkLst>
            <pc:docMk/>
            <pc:sldMk cId="2782649627" sldId="272"/>
            <ac:picMk id="39" creationId="{566312C1-6B1D-CC31-799B-81558A2D5905}"/>
          </ac:picMkLst>
        </pc:picChg>
        <pc:picChg chg="del">
          <ac:chgData name="이유림" userId="c4f7c10e-9591-4e08-8489-adf65147d8f2" providerId="ADAL" clId="{3E67D369-1839-4711-8C65-CD65079333B5}" dt="2024-05-13T07:42:58.901" v="17" actId="478"/>
          <ac:picMkLst>
            <pc:docMk/>
            <pc:sldMk cId="2782649627" sldId="272"/>
            <ac:picMk id="40" creationId="{AA83E66C-2718-5AB4-5DF8-B21B63E956AE}"/>
          </ac:picMkLst>
        </pc:picChg>
        <pc:picChg chg="del">
          <ac:chgData name="이유림" userId="c4f7c10e-9591-4e08-8489-adf65147d8f2" providerId="ADAL" clId="{3E67D369-1839-4711-8C65-CD65079333B5}" dt="2024-05-13T07:42:58.901" v="17" actId="478"/>
          <ac:picMkLst>
            <pc:docMk/>
            <pc:sldMk cId="2782649627" sldId="272"/>
            <ac:picMk id="41" creationId="{40BFE9EA-5B7D-7515-9B2A-BDDE6B0A6C85}"/>
          </ac:picMkLst>
        </pc:picChg>
        <pc:picChg chg="del">
          <ac:chgData name="이유림" userId="c4f7c10e-9591-4e08-8489-adf65147d8f2" providerId="ADAL" clId="{3E67D369-1839-4711-8C65-CD65079333B5}" dt="2024-05-13T07:42:58.901" v="17" actId="478"/>
          <ac:picMkLst>
            <pc:docMk/>
            <pc:sldMk cId="2782649627" sldId="272"/>
            <ac:picMk id="42" creationId="{1FB9E926-4242-6FC0-08EC-A3D621E8138B}"/>
          </ac:picMkLst>
        </pc:picChg>
        <pc:picChg chg="del">
          <ac:chgData name="이유림" userId="c4f7c10e-9591-4e08-8489-adf65147d8f2" providerId="ADAL" clId="{3E67D369-1839-4711-8C65-CD65079333B5}" dt="2024-05-13T07:42:58.901" v="17" actId="478"/>
          <ac:picMkLst>
            <pc:docMk/>
            <pc:sldMk cId="2782649627" sldId="272"/>
            <ac:picMk id="43" creationId="{B6D993B7-6973-0FCD-3BC0-6FFF81FCD0E8}"/>
          </ac:picMkLst>
        </pc:picChg>
        <pc:picChg chg="del">
          <ac:chgData name="이유림" userId="c4f7c10e-9591-4e08-8489-adf65147d8f2" providerId="ADAL" clId="{3E67D369-1839-4711-8C65-CD65079333B5}" dt="2024-05-13T07:42:58.901" v="17" actId="478"/>
          <ac:picMkLst>
            <pc:docMk/>
            <pc:sldMk cId="2782649627" sldId="272"/>
            <ac:picMk id="44" creationId="{E90AD474-DFC0-4A13-2A4E-0FB5D1A9033F}"/>
          </ac:picMkLst>
        </pc:picChg>
        <pc:picChg chg="del">
          <ac:chgData name="이유림" userId="c4f7c10e-9591-4e08-8489-adf65147d8f2" providerId="ADAL" clId="{3E67D369-1839-4711-8C65-CD65079333B5}" dt="2024-05-13T07:42:58.901" v="17" actId="478"/>
          <ac:picMkLst>
            <pc:docMk/>
            <pc:sldMk cId="2782649627" sldId="272"/>
            <ac:picMk id="46" creationId="{360ACE8F-54A1-32B0-FE4A-1B92E1CA7BF2}"/>
          </ac:picMkLst>
        </pc:picChg>
        <pc:picChg chg="del">
          <ac:chgData name="이유림" userId="c4f7c10e-9591-4e08-8489-adf65147d8f2" providerId="ADAL" clId="{3E67D369-1839-4711-8C65-CD65079333B5}" dt="2024-05-13T07:42:58.901" v="17" actId="478"/>
          <ac:picMkLst>
            <pc:docMk/>
            <pc:sldMk cId="2782649627" sldId="272"/>
            <ac:picMk id="47" creationId="{AD7074E7-A299-3A66-64A8-F9E125E51999}"/>
          </ac:picMkLst>
        </pc:picChg>
        <pc:picChg chg="add mod">
          <ac:chgData name="이유림" userId="c4f7c10e-9591-4e08-8489-adf65147d8f2" providerId="ADAL" clId="{3E67D369-1839-4711-8C65-CD65079333B5}" dt="2024-05-13T07:42:59.292" v="18"/>
          <ac:picMkLst>
            <pc:docMk/>
            <pc:sldMk cId="2782649627" sldId="272"/>
            <ac:picMk id="49" creationId="{31E93594-8261-8A92-BA1E-7D62945D01C2}"/>
          </ac:picMkLst>
        </pc:picChg>
        <pc:picChg chg="add mod">
          <ac:chgData name="이유림" userId="c4f7c10e-9591-4e08-8489-adf65147d8f2" providerId="ADAL" clId="{3E67D369-1839-4711-8C65-CD65079333B5}" dt="2024-05-13T07:42:59.292" v="18"/>
          <ac:picMkLst>
            <pc:docMk/>
            <pc:sldMk cId="2782649627" sldId="272"/>
            <ac:picMk id="51" creationId="{6CF3E009-BF10-A038-E883-382D3255AD56}"/>
          </ac:picMkLst>
        </pc:picChg>
        <pc:picChg chg="add mod">
          <ac:chgData name="이유림" userId="c4f7c10e-9591-4e08-8489-adf65147d8f2" providerId="ADAL" clId="{3E67D369-1839-4711-8C65-CD65079333B5}" dt="2024-05-13T07:42:59.292" v="18"/>
          <ac:picMkLst>
            <pc:docMk/>
            <pc:sldMk cId="2782649627" sldId="272"/>
            <ac:picMk id="52" creationId="{6A4A9BF0-B5A1-D4C6-2371-6754BC25CC3D}"/>
          </ac:picMkLst>
        </pc:picChg>
        <pc:picChg chg="add mod">
          <ac:chgData name="이유림" userId="c4f7c10e-9591-4e08-8489-adf65147d8f2" providerId="ADAL" clId="{3E67D369-1839-4711-8C65-CD65079333B5}" dt="2024-05-13T07:42:59.292" v="18"/>
          <ac:picMkLst>
            <pc:docMk/>
            <pc:sldMk cId="2782649627" sldId="272"/>
            <ac:picMk id="54" creationId="{1462E3A6-0C1F-E634-E527-0505EFC683BC}"/>
          </ac:picMkLst>
        </pc:picChg>
        <pc:picChg chg="add mod">
          <ac:chgData name="이유림" userId="c4f7c10e-9591-4e08-8489-adf65147d8f2" providerId="ADAL" clId="{3E67D369-1839-4711-8C65-CD65079333B5}" dt="2024-05-13T07:42:59.292" v="18"/>
          <ac:picMkLst>
            <pc:docMk/>
            <pc:sldMk cId="2782649627" sldId="272"/>
            <ac:picMk id="55" creationId="{96B3017E-F887-A902-9FEA-627544257FAC}"/>
          </ac:picMkLst>
        </pc:picChg>
        <pc:cxnChg chg="add mod">
          <ac:chgData name="이유림" userId="c4f7c10e-9591-4e08-8489-adf65147d8f2" providerId="ADAL" clId="{3E67D369-1839-4711-8C65-CD65079333B5}" dt="2024-05-13T07:42:59.292" v="18"/>
          <ac:cxnSpMkLst>
            <pc:docMk/>
            <pc:sldMk cId="2782649627" sldId="272"/>
            <ac:cxnSpMk id="6" creationId="{356A5D00-F28E-E7E2-45DA-0DCA1E183C82}"/>
          </ac:cxnSpMkLst>
        </pc:cxnChg>
        <pc:cxnChg chg="del">
          <ac:chgData name="이유림" userId="c4f7c10e-9591-4e08-8489-adf65147d8f2" providerId="ADAL" clId="{3E67D369-1839-4711-8C65-CD65079333B5}" dt="2024-05-13T07:42:58.901" v="17" actId="478"/>
          <ac:cxnSpMkLst>
            <pc:docMk/>
            <pc:sldMk cId="2782649627" sldId="272"/>
            <ac:cxnSpMk id="9" creationId="{E2914043-A4BA-8A9B-EB9B-D83563254FAD}"/>
          </ac:cxnSpMkLst>
        </pc:cxnChg>
        <pc:cxnChg chg="add mod">
          <ac:chgData name="이유림" userId="c4f7c10e-9591-4e08-8489-adf65147d8f2" providerId="ADAL" clId="{3E67D369-1839-4711-8C65-CD65079333B5}" dt="2024-05-13T07:42:59.292" v="18"/>
          <ac:cxnSpMkLst>
            <pc:docMk/>
            <pc:sldMk cId="2782649627" sldId="272"/>
            <ac:cxnSpMk id="13" creationId="{93D2F980-4F31-B9ED-5F51-12426D10423D}"/>
          </ac:cxnSpMkLst>
        </pc:cxnChg>
        <pc:cxnChg chg="del">
          <ac:chgData name="이유림" userId="c4f7c10e-9591-4e08-8489-adf65147d8f2" providerId="ADAL" clId="{3E67D369-1839-4711-8C65-CD65079333B5}" dt="2024-05-13T07:42:58.901" v="17" actId="478"/>
          <ac:cxnSpMkLst>
            <pc:docMk/>
            <pc:sldMk cId="2782649627" sldId="272"/>
            <ac:cxnSpMk id="18" creationId="{7E343781-DE5F-A25D-BC61-0E4C625C87DA}"/>
          </ac:cxnSpMkLst>
        </pc:cxnChg>
      </pc:sldChg>
      <pc:sldChg chg="modSp mod">
        <pc:chgData name="이유림" userId="c4f7c10e-9591-4e08-8489-adf65147d8f2" providerId="ADAL" clId="{3E67D369-1839-4711-8C65-CD65079333B5}" dt="2024-05-16T06:05:13.420" v="1094" actId="1076"/>
        <pc:sldMkLst>
          <pc:docMk/>
          <pc:sldMk cId="2466279025" sldId="276"/>
        </pc:sldMkLst>
        <pc:spChg chg="mod">
          <ac:chgData name="이유림" userId="c4f7c10e-9591-4e08-8489-adf65147d8f2" providerId="ADAL" clId="{3E67D369-1839-4711-8C65-CD65079333B5}" dt="2024-05-13T07:42:19.715" v="7" actId="20577"/>
          <ac:spMkLst>
            <pc:docMk/>
            <pc:sldMk cId="2466279025" sldId="276"/>
            <ac:spMk id="6" creationId="{15141728-A305-8742-8C53-C14A4823EEFE}"/>
          </ac:spMkLst>
        </pc:spChg>
        <pc:spChg chg="mod">
          <ac:chgData name="이유림" userId="c4f7c10e-9591-4e08-8489-adf65147d8f2" providerId="ADAL" clId="{3E67D369-1839-4711-8C65-CD65079333B5}" dt="2024-05-14T02:19:33.239" v="620" actId="20577"/>
          <ac:spMkLst>
            <pc:docMk/>
            <pc:sldMk cId="2466279025" sldId="276"/>
            <ac:spMk id="50" creationId="{EB7D61D9-3C96-5D9A-41EF-E60C8B2AADC2}"/>
          </ac:spMkLst>
        </pc:spChg>
        <pc:spChg chg="mod">
          <ac:chgData name="이유림" userId="c4f7c10e-9591-4e08-8489-adf65147d8f2" providerId="ADAL" clId="{3E67D369-1839-4711-8C65-CD65079333B5}" dt="2024-05-13T08:30:44.529" v="605" actId="6549"/>
          <ac:spMkLst>
            <pc:docMk/>
            <pc:sldMk cId="2466279025" sldId="276"/>
            <ac:spMk id="52" creationId="{7D8793DD-5632-37CB-DEFC-F8377686BF83}"/>
          </ac:spMkLst>
        </pc:spChg>
        <pc:spChg chg="mod">
          <ac:chgData name="이유림" userId="c4f7c10e-9591-4e08-8489-adf65147d8f2" providerId="ADAL" clId="{3E67D369-1839-4711-8C65-CD65079333B5}" dt="2024-05-16T02:39:08.778" v="1048" actId="20577"/>
          <ac:spMkLst>
            <pc:docMk/>
            <pc:sldMk cId="2466279025" sldId="276"/>
            <ac:spMk id="56" creationId="{E9D28607-B0D6-75A7-47F7-8DD5D3172490}"/>
          </ac:spMkLst>
        </pc:spChg>
        <pc:spChg chg="mod">
          <ac:chgData name="이유림" userId="c4f7c10e-9591-4e08-8489-adf65147d8f2" providerId="ADAL" clId="{3E67D369-1839-4711-8C65-CD65079333B5}" dt="2024-05-13T07:59:55.476" v="372" actId="20577"/>
          <ac:spMkLst>
            <pc:docMk/>
            <pc:sldMk cId="2466279025" sldId="276"/>
            <ac:spMk id="60" creationId="{27F4FD55-5E51-94D6-8961-C81AFF3EC6D0}"/>
          </ac:spMkLst>
        </pc:spChg>
        <pc:spChg chg="mod">
          <ac:chgData name="이유림" userId="c4f7c10e-9591-4e08-8489-adf65147d8f2" providerId="ADAL" clId="{3E67D369-1839-4711-8C65-CD65079333B5}" dt="2024-05-16T06:05:13.420" v="1094" actId="1076"/>
          <ac:spMkLst>
            <pc:docMk/>
            <pc:sldMk cId="2466279025" sldId="276"/>
            <ac:spMk id="62" creationId="{466C8CC7-48DF-07C9-EB44-354C9684A266}"/>
          </ac:spMkLst>
        </pc:spChg>
        <pc:spChg chg="mod">
          <ac:chgData name="이유림" userId="c4f7c10e-9591-4e08-8489-adf65147d8f2" providerId="ADAL" clId="{3E67D369-1839-4711-8C65-CD65079333B5}" dt="2024-05-16T06:05:13.420" v="1094" actId="1076"/>
          <ac:spMkLst>
            <pc:docMk/>
            <pc:sldMk cId="2466279025" sldId="276"/>
            <ac:spMk id="63" creationId="{3D2ABEC0-FE94-A18C-5739-A185A38F80B4}"/>
          </ac:spMkLst>
        </pc:spChg>
        <pc:spChg chg="mod">
          <ac:chgData name="이유림" userId="c4f7c10e-9591-4e08-8489-adf65147d8f2" providerId="ADAL" clId="{3E67D369-1839-4711-8C65-CD65079333B5}" dt="2024-05-13T07:57:47.947" v="294" actId="20577"/>
          <ac:spMkLst>
            <pc:docMk/>
            <pc:sldMk cId="2466279025" sldId="276"/>
            <ac:spMk id="128" creationId="{874908EE-4D1F-DCA1-DAAB-4DF73D622422}"/>
          </ac:spMkLst>
        </pc:spChg>
        <pc:spChg chg="mod">
          <ac:chgData name="이유림" userId="c4f7c10e-9591-4e08-8489-adf65147d8f2" providerId="ADAL" clId="{3E67D369-1839-4711-8C65-CD65079333B5}" dt="2024-05-14T02:28:51.949" v="681"/>
          <ac:spMkLst>
            <pc:docMk/>
            <pc:sldMk cId="2466279025" sldId="276"/>
            <ac:spMk id="130" creationId="{EE4C7E90-DA52-1EF3-D8E6-BF09A54A2E18}"/>
          </ac:spMkLst>
        </pc:spChg>
        <pc:spChg chg="mod">
          <ac:chgData name="이유림" userId="c4f7c10e-9591-4e08-8489-adf65147d8f2" providerId="ADAL" clId="{3E67D369-1839-4711-8C65-CD65079333B5}" dt="2024-05-14T02:20:27.518" v="625" actId="20577"/>
          <ac:spMkLst>
            <pc:docMk/>
            <pc:sldMk cId="2466279025" sldId="276"/>
            <ac:spMk id="132" creationId="{F30228F8-1758-35D1-B384-D47731624E75}"/>
          </ac:spMkLst>
        </pc:spChg>
        <pc:spChg chg="mod">
          <ac:chgData name="이유림" userId="c4f7c10e-9591-4e08-8489-adf65147d8f2" providerId="ADAL" clId="{3E67D369-1839-4711-8C65-CD65079333B5}" dt="2024-05-14T02:29:52.191" v="713" actId="20577"/>
          <ac:spMkLst>
            <pc:docMk/>
            <pc:sldMk cId="2466279025" sldId="276"/>
            <ac:spMk id="173" creationId="{0A1E09A7-076E-1743-BC0F-172F6CCD32CB}"/>
          </ac:spMkLst>
        </pc:spChg>
        <pc:spChg chg="mod">
          <ac:chgData name="이유림" userId="c4f7c10e-9591-4e08-8489-adf65147d8f2" providerId="ADAL" clId="{3E67D369-1839-4711-8C65-CD65079333B5}" dt="2024-05-14T02:29:31.582" v="698" actId="6549"/>
          <ac:spMkLst>
            <pc:docMk/>
            <pc:sldMk cId="2466279025" sldId="276"/>
            <ac:spMk id="174" creationId="{594865E3-3C50-FB48-8316-2CD3220D232E}"/>
          </ac:spMkLst>
        </pc:spChg>
        <pc:spChg chg="mod">
          <ac:chgData name="이유림" userId="c4f7c10e-9591-4e08-8489-adf65147d8f2" providerId="ADAL" clId="{3E67D369-1839-4711-8C65-CD65079333B5}" dt="2024-05-13T08:01:00.242" v="433"/>
          <ac:spMkLst>
            <pc:docMk/>
            <pc:sldMk cId="2466279025" sldId="276"/>
            <ac:spMk id="175" creationId="{F0B5C5AF-2CC6-DFB4-28E5-8AEED4ED5327}"/>
          </ac:spMkLst>
        </pc:spChg>
        <pc:spChg chg="mod">
          <ac:chgData name="이유림" userId="c4f7c10e-9591-4e08-8489-adf65147d8f2" providerId="ADAL" clId="{3E67D369-1839-4711-8C65-CD65079333B5}" dt="2024-05-14T02:29:14.718" v="697" actId="20577"/>
          <ac:spMkLst>
            <pc:docMk/>
            <pc:sldMk cId="2466279025" sldId="276"/>
            <ac:spMk id="176" creationId="{BD1BC246-BA7D-3AD7-9AA1-F5C69D1B2C48}"/>
          </ac:spMkLst>
        </pc:spChg>
        <pc:spChg chg="mod">
          <ac:chgData name="이유림" userId="c4f7c10e-9591-4e08-8489-adf65147d8f2" providerId="ADAL" clId="{3E67D369-1839-4711-8C65-CD65079333B5}" dt="2024-05-14T02:28:30.973" v="665" actId="20577"/>
          <ac:spMkLst>
            <pc:docMk/>
            <pc:sldMk cId="2466279025" sldId="276"/>
            <ac:spMk id="178" creationId="{44247B0E-BD32-3F4F-6353-7CD3B7209D74}"/>
          </ac:spMkLst>
        </pc:spChg>
      </pc:sldChg>
    </pc:docChg>
  </pc:docChgLst>
  <pc:docChgLst>
    <pc:chgData name="김예은" userId="6526923f-0c52-4639-9dbd-0f483d8fd367" providerId="ADAL" clId="{03A81FEC-3570-4C9D-A9E7-5CBFB293FAEA}"/>
    <pc:docChg chg="undo redo custSel modSld">
      <pc:chgData name="김예은" userId="6526923f-0c52-4639-9dbd-0f483d8fd367" providerId="ADAL" clId="{03A81FEC-3570-4C9D-A9E7-5CBFB293FAEA}" dt="2025-11-20T08:54:28.685" v="539" actId="20577"/>
      <pc:docMkLst>
        <pc:docMk/>
      </pc:docMkLst>
      <pc:sldChg chg="modSp mod">
        <pc:chgData name="김예은" userId="6526923f-0c52-4639-9dbd-0f483d8fd367" providerId="ADAL" clId="{03A81FEC-3570-4C9D-A9E7-5CBFB293FAEA}" dt="2025-11-20T08:53:56.340" v="505" actId="20577"/>
        <pc:sldMkLst>
          <pc:docMk/>
          <pc:sldMk cId="2141349456" sldId="280"/>
        </pc:sldMkLst>
        <pc:spChg chg="mod">
          <ac:chgData name="김예은" userId="6526923f-0c52-4639-9dbd-0f483d8fd367" providerId="ADAL" clId="{03A81FEC-3570-4C9D-A9E7-5CBFB293FAEA}" dt="2025-11-20T08:53:56.340" v="505" actId="20577"/>
          <ac:spMkLst>
            <pc:docMk/>
            <pc:sldMk cId="2141349456" sldId="280"/>
            <ac:spMk id="6" creationId="{3BE20872-972F-3DAD-1CD1-6464C41A730E}"/>
          </ac:spMkLst>
        </pc:spChg>
        <pc:spChg chg="mod">
          <ac:chgData name="김예은" userId="6526923f-0c52-4639-9dbd-0f483d8fd367" providerId="ADAL" clId="{03A81FEC-3570-4C9D-A9E7-5CBFB293FAEA}" dt="2025-11-20T05:18:00.539" v="387" actId="20577"/>
          <ac:spMkLst>
            <pc:docMk/>
            <pc:sldMk cId="2141349456" sldId="280"/>
            <ac:spMk id="59" creationId="{F4C629D1-6EC9-25A5-D422-3D4B00CDBF6D}"/>
          </ac:spMkLst>
        </pc:spChg>
        <pc:spChg chg="mod">
          <ac:chgData name="김예은" userId="6526923f-0c52-4639-9dbd-0f483d8fd367" providerId="ADAL" clId="{03A81FEC-3570-4C9D-A9E7-5CBFB293FAEA}" dt="2025-11-20T08:48:40.317" v="389" actId="20577"/>
          <ac:spMkLst>
            <pc:docMk/>
            <pc:sldMk cId="2141349456" sldId="280"/>
            <ac:spMk id="71" creationId="{5863319B-2DD0-D6C4-A975-D14639DEC84D}"/>
          </ac:spMkLst>
        </pc:spChg>
      </pc:sldChg>
      <pc:sldChg chg="modSp mod">
        <pc:chgData name="김예은" userId="6526923f-0c52-4639-9dbd-0f483d8fd367" providerId="ADAL" clId="{03A81FEC-3570-4C9D-A9E7-5CBFB293FAEA}" dt="2025-11-20T08:54:28.685" v="539" actId="20577"/>
        <pc:sldMkLst>
          <pc:docMk/>
          <pc:sldMk cId="4070630398" sldId="281"/>
        </pc:sldMkLst>
        <pc:spChg chg="mod">
          <ac:chgData name="김예은" userId="6526923f-0c52-4639-9dbd-0f483d8fd367" providerId="ADAL" clId="{03A81FEC-3570-4C9D-A9E7-5CBFB293FAEA}" dt="2025-11-20T08:49:14.781" v="397" actId="20577"/>
          <ac:spMkLst>
            <pc:docMk/>
            <pc:sldMk cId="4070630398" sldId="281"/>
            <ac:spMk id="15" creationId="{DD2BA9D1-889D-AEF8-BB7E-B25BCFC35209}"/>
          </ac:spMkLst>
        </pc:spChg>
        <pc:spChg chg="mod">
          <ac:chgData name="김예은" userId="6526923f-0c52-4639-9dbd-0f483d8fd367" providerId="ADAL" clId="{03A81FEC-3570-4C9D-A9E7-5CBFB293FAEA}" dt="2025-11-20T08:54:28.685" v="539" actId="20577"/>
          <ac:spMkLst>
            <pc:docMk/>
            <pc:sldMk cId="4070630398" sldId="281"/>
            <ac:spMk id="17" creationId="{9B0C1535-B1E4-B210-1974-EDF1CE6AEC14}"/>
          </ac:spMkLst>
        </pc:spChg>
        <pc:spChg chg="mod">
          <ac:chgData name="김예은" userId="6526923f-0c52-4639-9dbd-0f483d8fd367" providerId="ADAL" clId="{03A81FEC-3570-4C9D-A9E7-5CBFB293FAEA}" dt="2025-11-20T08:52:19.565" v="492" actId="20577"/>
          <ac:spMkLst>
            <pc:docMk/>
            <pc:sldMk cId="4070630398" sldId="281"/>
            <ac:spMk id="138" creationId="{B2D2F8CE-754C-105D-0DB2-A42A8979DD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890665" cy="4968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776866" y="0"/>
            <a:ext cx="2890665" cy="496888"/>
          </a:xfrm>
          <a:prstGeom prst="rect">
            <a:avLst/>
          </a:prstGeom>
        </p:spPr>
        <p:txBody>
          <a:bodyPr vert="horz" lIns="91440" tIns="45720" rIns="91440" bIns="45720" rtlCol="0"/>
          <a:lstStyle>
            <a:lvl1pPr algn="r">
              <a:defRPr sz="1200"/>
            </a:lvl1pPr>
          </a:lstStyle>
          <a:p>
            <a:fld id="{641AE8C5-78F6-415E-B9F0-E959E7B9950A}" type="datetimeFigureOut">
              <a:rPr lang="ko-KR" altLang="en-US" smtClean="0"/>
              <a:t>2026-03-18</a:t>
            </a:fld>
            <a:endParaRPr lang="ko-KR" altLang="en-US"/>
          </a:p>
        </p:txBody>
      </p:sp>
      <p:sp>
        <p:nvSpPr>
          <p:cNvPr id="4" name="슬라이드 이미지 개체 틀 3"/>
          <p:cNvSpPr>
            <a:spLocks noGrp="1" noRot="1" noChangeAspect="1"/>
          </p:cNvSpPr>
          <p:nvPr>
            <p:ph type="sldImg" idx="2"/>
          </p:nvPr>
        </p:nvSpPr>
        <p:spPr>
          <a:xfrm>
            <a:off x="2151063" y="1241425"/>
            <a:ext cx="2366962" cy="334962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66598" y="4776789"/>
            <a:ext cx="5335893" cy="3908425"/>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9429750"/>
            <a:ext cx="2890665" cy="496888"/>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776866" y="9429750"/>
            <a:ext cx="2890665" cy="496888"/>
          </a:xfrm>
          <a:prstGeom prst="rect">
            <a:avLst/>
          </a:prstGeom>
        </p:spPr>
        <p:txBody>
          <a:bodyPr vert="horz" lIns="91440" tIns="45720" rIns="91440" bIns="45720" rtlCol="0" anchor="b"/>
          <a:lstStyle>
            <a:lvl1pPr algn="r">
              <a:defRPr sz="1200"/>
            </a:lvl1pPr>
          </a:lstStyle>
          <a:p>
            <a:fld id="{42DFBB46-AE0E-446F-B2B3-42FD7F1EB585}" type="slidenum">
              <a:rPr lang="ko-KR" altLang="en-US" smtClean="0"/>
              <a:t>‹#›</a:t>
            </a:fld>
            <a:endParaRPr lang="ko-KR" altLang="en-US"/>
          </a:p>
        </p:txBody>
      </p:sp>
    </p:spTree>
    <p:extLst>
      <p:ext uri="{BB962C8B-B14F-4D97-AF65-F5344CB8AC3E}">
        <p14:creationId xmlns:p14="http://schemas.microsoft.com/office/powerpoint/2010/main" val="226276871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42DFBB46-AE0E-446F-B2B3-42FD7F1EB585}" type="slidenum">
              <a:rPr kumimoji="0"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2</a:t>
            </a:fld>
            <a:endParaRPr kumimoji="0" lang="ko-KR" altLang="en-US" sz="12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743557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ko-KR" altLang="en-US"/>
              <a:t>마스터 제목 스타일 편집</a:t>
            </a:r>
            <a:endParaRPr lang="en-US"/>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ko-KR" altLang="en-US"/>
              <a:t>마스터 부제목 스타일 편집</a:t>
            </a:r>
            <a:endParaRPr lang="en-US"/>
          </a:p>
        </p:txBody>
      </p:sp>
      <p:sp>
        <p:nvSpPr>
          <p:cNvPr id="4" name="Date Placeholder 3"/>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3953197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413789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ko-KR" altLang="en-US"/>
              <a:t>마스터 제목 스타일 편집</a:t>
            </a:r>
            <a:endParaRPr lang="en-US"/>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ko-KR" altLang="en-US"/>
              <a:t>마스터 텍스트 스타일을 편집합니다</a:t>
            </a:r>
          </a:p>
        </p:txBody>
      </p:sp>
      <p:sp>
        <p:nvSpPr>
          <p:cNvPr id="4" name="Date Placeholder 3"/>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4192153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519728" y="2846200"/>
            <a:ext cx="3212862" cy="6783857"/>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Content Placeholder 3"/>
          <p:cNvSpPr>
            <a:spLocks noGrp="1"/>
          </p:cNvSpPr>
          <p:nvPr>
            <p:ph sz="half" idx="2"/>
          </p:nvPr>
        </p:nvSpPr>
        <p:spPr>
          <a:xfrm>
            <a:off x="3827085" y="2846200"/>
            <a:ext cx="3212862" cy="6783857"/>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Date Placeholder 4"/>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2300937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ko-KR" altLang="en-US"/>
              <a:t>마스터 텍스트 스타일을 편집합니다</a:t>
            </a:r>
          </a:p>
        </p:txBody>
      </p:sp>
      <p:sp>
        <p:nvSpPr>
          <p:cNvPr id="4" name="Content Placeholder 3"/>
          <p:cNvSpPr>
            <a:spLocks noGrp="1"/>
          </p:cNvSpPr>
          <p:nvPr>
            <p:ph sz="half" idx="2"/>
          </p:nvPr>
        </p:nvSpPr>
        <p:spPr>
          <a:xfrm>
            <a:off x="520713" y="3905482"/>
            <a:ext cx="3198096" cy="574437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ko-KR" altLang="en-US"/>
              <a:t>마스터 텍스트 스타일을 편집합니다</a:t>
            </a:r>
          </a:p>
        </p:txBody>
      </p:sp>
      <p:sp>
        <p:nvSpPr>
          <p:cNvPr id="6" name="Content Placeholder 5"/>
          <p:cNvSpPr>
            <a:spLocks noGrp="1"/>
          </p:cNvSpPr>
          <p:nvPr>
            <p:ph sz="quarter" idx="4"/>
          </p:nvPr>
        </p:nvSpPr>
        <p:spPr>
          <a:xfrm>
            <a:off x="3827086" y="3905482"/>
            <a:ext cx="3213847" cy="574437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2067744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1897642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1144875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ko-KR" altLang="en-US"/>
              <a:t>마스터 제목 스타일 편집</a:t>
            </a:r>
            <a:endParaRPr lang="en-US"/>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ko-KR" altLang="en-US"/>
              <a:t>마스터 텍스트 스타일을 편집합니다</a:t>
            </a:r>
          </a:p>
        </p:txBody>
      </p:sp>
      <p:sp>
        <p:nvSpPr>
          <p:cNvPr id="5" name="Date Placeholder 4"/>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2055814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ko-KR" altLang="en-US"/>
              <a:t>마스터 텍스트 스타일을 편집합니다</a:t>
            </a:r>
          </a:p>
        </p:txBody>
      </p:sp>
      <p:sp>
        <p:nvSpPr>
          <p:cNvPr id="5" name="Date Placeholder 4"/>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412924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3062042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9198AF8-0C11-4E52-BDD5-9A336BB2F0DC}" type="datetimeFigureOut">
              <a:rPr lang="ko-KR" altLang="en-US" smtClean="0"/>
              <a:t>2026-03-18</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504403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69198AF8-0C11-4E52-BDD5-9A336BB2F0DC}" type="datetimeFigureOut">
              <a:rPr lang="ko-KR" altLang="en-US" smtClean="0"/>
              <a:t>2026-03-18</a:t>
            </a:fld>
            <a:endParaRPr lang="ko-KR" alt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EE91C670-BCA4-4A44-850E-36F1BE6079FB}" type="slidenum">
              <a:rPr lang="ko-KR" altLang="en-US" smtClean="0"/>
              <a:t>‹#›</a:t>
            </a:fld>
            <a:endParaRPr lang="ko-KR" altLang="en-US"/>
          </a:p>
        </p:txBody>
      </p:sp>
    </p:spTree>
    <p:extLst>
      <p:ext uri="{BB962C8B-B14F-4D97-AF65-F5344CB8AC3E}">
        <p14:creationId xmlns:p14="http://schemas.microsoft.com/office/powerpoint/2010/main" val="26288735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1"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1"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1"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1"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1"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1"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1"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1"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1"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1"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1" hangingPunct="1">
        <a:defRPr sz="1488" kern="1200">
          <a:solidFill>
            <a:schemeClr val="tx1"/>
          </a:solidFill>
          <a:latin typeface="+mn-lt"/>
          <a:ea typeface="+mn-ea"/>
          <a:cs typeface="+mn-cs"/>
        </a:defRPr>
      </a:lvl1pPr>
      <a:lvl2pPr marL="377967" algn="l" defTabSz="755934" rtl="0" eaLnBrk="1" latinLnBrk="1" hangingPunct="1">
        <a:defRPr sz="1488" kern="1200">
          <a:solidFill>
            <a:schemeClr val="tx1"/>
          </a:solidFill>
          <a:latin typeface="+mn-lt"/>
          <a:ea typeface="+mn-ea"/>
          <a:cs typeface="+mn-cs"/>
        </a:defRPr>
      </a:lvl2pPr>
      <a:lvl3pPr marL="755934" algn="l" defTabSz="755934" rtl="0" eaLnBrk="1" latinLnBrk="1" hangingPunct="1">
        <a:defRPr sz="1488" kern="1200">
          <a:solidFill>
            <a:schemeClr val="tx1"/>
          </a:solidFill>
          <a:latin typeface="+mn-lt"/>
          <a:ea typeface="+mn-ea"/>
          <a:cs typeface="+mn-cs"/>
        </a:defRPr>
      </a:lvl3pPr>
      <a:lvl4pPr marL="1133902" algn="l" defTabSz="755934" rtl="0" eaLnBrk="1" latinLnBrk="1" hangingPunct="1">
        <a:defRPr sz="1488" kern="1200">
          <a:solidFill>
            <a:schemeClr val="tx1"/>
          </a:solidFill>
          <a:latin typeface="+mn-lt"/>
          <a:ea typeface="+mn-ea"/>
          <a:cs typeface="+mn-cs"/>
        </a:defRPr>
      </a:lvl4pPr>
      <a:lvl5pPr marL="1511869" algn="l" defTabSz="755934" rtl="0" eaLnBrk="1" latinLnBrk="1" hangingPunct="1">
        <a:defRPr sz="1488" kern="1200">
          <a:solidFill>
            <a:schemeClr val="tx1"/>
          </a:solidFill>
          <a:latin typeface="+mn-lt"/>
          <a:ea typeface="+mn-ea"/>
          <a:cs typeface="+mn-cs"/>
        </a:defRPr>
      </a:lvl5pPr>
      <a:lvl6pPr marL="1889836" algn="l" defTabSz="755934" rtl="0" eaLnBrk="1" latinLnBrk="1" hangingPunct="1">
        <a:defRPr sz="1488" kern="1200">
          <a:solidFill>
            <a:schemeClr val="tx1"/>
          </a:solidFill>
          <a:latin typeface="+mn-lt"/>
          <a:ea typeface="+mn-ea"/>
          <a:cs typeface="+mn-cs"/>
        </a:defRPr>
      </a:lvl6pPr>
      <a:lvl7pPr marL="2267803" algn="l" defTabSz="755934" rtl="0" eaLnBrk="1" latinLnBrk="1" hangingPunct="1">
        <a:defRPr sz="1488" kern="1200">
          <a:solidFill>
            <a:schemeClr val="tx1"/>
          </a:solidFill>
          <a:latin typeface="+mn-lt"/>
          <a:ea typeface="+mn-ea"/>
          <a:cs typeface="+mn-cs"/>
        </a:defRPr>
      </a:lvl7pPr>
      <a:lvl8pPr marL="2645771" algn="l" defTabSz="755934" rtl="0" eaLnBrk="1" latinLnBrk="1" hangingPunct="1">
        <a:defRPr sz="1488" kern="1200">
          <a:solidFill>
            <a:schemeClr val="tx1"/>
          </a:solidFill>
          <a:latin typeface="+mn-lt"/>
          <a:ea typeface="+mn-ea"/>
          <a:cs typeface="+mn-cs"/>
        </a:defRPr>
      </a:lvl8pPr>
      <a:lvl9pPr marL="3023738" algn="l" defTabSz="755934" rtl="0" eaLnBrk="1" latinLnBrk="1"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3" Type="http://schemas.openxmlformats.org/officeDocument/2006/relationships/hyperlink" Target="https://www.newsway.co.kr/news/view?ud=2026020610054501987" TargetMode="External"/><Relationship Id="rId18" Type="http://schemas.openxmlformats.org/officeDocument/2006/relationships/hyperlink" Target="https://www.thisisgame.com/articles/414335" TargetMode="External"/><Relationship Id="rId26" Type="http://schemas.openxmlformats.org/officeDocument/2006/relationships/hyperlink" Target="https://www.gameple.co.kr/news/articleView.html?idxno=215030" TargetMode="External"/><Relationship Id="rId21" Type="http://schemas.openxmlformats.org/officeDocument/2006/relationships/hyperlink" Target="https://www.gametoc.co.kr/news/articleView.html?idxno=106343" TargetMode="External"/><Relationship Id="rId34" Type="http://schemas.openxmlformats.org/officeDocument/2006/relationships/hyperlink" Target="https://n.news.naver.com/mnews/article/277/0005726320?sid=105" TargetMode="External"/><Relationship Id="rId7" Type="http://schemas.openxmlformats.org/officeDocument/2006/relationships/hyperlink" Target="https://www.bloter.net/news/articleView.html?idxno=653299" TargetMode="External"/><Relationship Id="rId12" Type="http://schemas.openxmlformats.org/officeDocument/2006/relationships/hyperlink" Target="https://www.osen.co.kr/article/G1112739961" TargetMode="External"/><Relationship Id="rId17" Type="http://schemas.openxmlformats.org/officeDocument/2006/relationships/hyperlink" Target="https://game.donga.com/121477/" TargetMode="External"/><Relationship Id="rId25" Type="http://schemas.openxmlformats.org/officeDocument/2006/relationships/hyperlink" Target="https://www.gamevu.co.kr/news/articleView.html?idxno=55961" TargetMode="External"/><Relationship Id="rId33" Type="http://schemas.openxmlformats.org/officeDocument/2006/relationships/hyperlink" Target="https://www.yna.co.kr/view/AKR20260226059500017?input=1195m" TargetMode="External"/><Relationship Id="rId2" Type="http://schemas.openxmlformats.org/officeDocument/2006/relationships/notesSlide" Target="../notesSlides/notesSlide1.xml"/><Relationship Id="rId16" Type="http://schemas.openxmlformats.org/officeDocument/2006/relationships/hyperlink" Target="https://www.gamechosun.co.kr/webzine/article/view.php?no=220052" TargetMode="External"/><Relationship Id="rId20" Type="http://schemas.openxmlformats.org/officeDocument/2006/relationships/hyperlink" Target="https://www.gamevu.co.kr/news/articleView.html?idxno=55854" TargetMode="External"/><Relationship Id="rId29" Type="http://schemas.openxmlformats.org/officeDocument/2006/relationships/hyperlink" Target="https://www.yna.co.kr/view/AKR20260224133900017?input=1195m" TargetMode="External"/><Relationship Id="rId1" Type="http://schemas.openxmlformats.org/officeDocument/2006/relationships/slideLayout" Target="../slideLayouts/slideLayout7.xml"/><Relationship Id="rId6" Type="http://schemas.openxmlformats.org/officeDocument/2006/relationships/hyperlink" Target="https://www.gametoc.co.kr/news/articleView.html?idxno=105955" TargetMode="External"/><Relationship Id="rId11" Type="http://schemas.openxmlformats.org/officeDocument/2006/relationships/hyperlink" Target="https://n.news.naver.com/mnews/article/031/0001003503" TargetMode="External"/><Relationship Id="rId24" Type="http://schemas.openxmlformats.org/officeDocument/2006/relationships/hyperlink" Target="https://www.gametoc.co.kr/news/articleView.html?idxno=106432" TargetMode="External"/><Relationship Id="rId32" Type="http://schemas.openxmlformats.org/officeDocument/2006/relationships/hyperlink" Target="https://www.gametoc.co.kr/news/articleView.html?idxno=106632" TargetMode="External"/><Relationship Id="rId37" Type="http://schemas.openxmlformats.org/officeDocument/2006/relationships/hyperlink" Target="https://www.eveonline.com/ko/news/view/lunar-new-year-packs-gift" TargetMode="External"/><Relationship Id="rId5" Type="http://schemas.openxmlformats.org/officeDocument/2006/relationships/hyperlink" Target="https://search.naver.com/p/crd/rd?m=1&amp;px=483&amp;py=1018&amp;sx=483&amp;sy=618&amp;vw=1920&amp;vh=1031&amp;bw=634&amp;bh=1727&amp;bx=63&amp;by=757&amp;p=jU%2F3hdqXKZzG%2BIG0UiV-001732&amp;q=%ED%8E%84%EC%96%B4%EB%B9%84%EC%8A%A4&amp;ie=utf8&amp;rev=1&amp;f=news&amp;w=news&amp;s=INLXSmL2ss7ZUPaWDlSgxh8D&amp;time=1769994182913&amp;abt=%5B%7B%22eid%22%3A%22NX-PWL-AIB%22%2C%22vid%22%3A%225%22%7D%5D&amp;a=nws*e.tit&amp;i=88000107_000000000000000005245155&amp;r=5&amp;u=https%3A%2F%2Fwww.hankyung.com%2Farticle%2F2026020163031&amp;g=015.0005245155&amp;ssc=tab.news.all&amp;tid=layout&amp;bid=news%2Fprs_template_v2_news_tab_desk.ts" TargetMode="External"/><Relationship Id="rId15" Type="http://schemas.openxmlformats.org/officeDocument/2006/relationships/hyperlink" Target="https://www.gameple.co.kr/news/articleView.html?idxno=214991" TargetMode="External"/><Relationship Id="rId23" Type="http://schemas.openxmlformats.org/officeDocument/2006/relationships/hyperlink" Target="https://mmorpgbr.com.br/pearl-abyss-inicia-celebracao-de-carnaval-em-black-desert-online-com-recompensas-exclusivas/" TargetMode="External"/><Relationship Id="rId28" Type="http://schemas.openxmlformats.org/officeDocument/2006/relationships/hyperlink" Target="https://www.gameple.co.kr/news/articleView.html?idxno=215036" TargetMode="External"/><Relationship Id="rId36" Type="http://schemas.openxmlformats.org/officeDocument/2006/relationships/hyperlink" Target="https://www.eveonline.com/ko/news/view/eve-creator-awards" TargetMode="External"/><Relationship Id="rId10" Type="http://schemas.openxmlformats.org/officeDocument/2006/relationships/hyperlink" Target="https://www.ilovepc.co.kr/news/articleView.html?idxno=58027" TargetMode="External"/><Relationship Id="rId19" Type="http://schemas.openxmlformats.org/officeDocument/2006/relationships/hyperlink" Target="https://www.inven.co.kr/webzine/news/?news=313555" TargetMode="External"/><Relationship Id="rId31" Type="http://schemas.openxmlformats.org/officeDocument/2006/relationships/hyperlink" Target="https://www.thisisgame.com/articles/415356" TargetMode="External"/><Relationship Id="rId4" Type="http://schemas.openxmlformats.org/officeDocument/2006/relationships/image" Target="../media/image2.emf"/><Relationship Id="rId9" Type="http://schemas.openxmlformats.org/officeDocument/2006/relationships/hyperlink" Target="https://www.gamechosun.co.kr/webzine/article/view.php?no=219919" TargetMode="External"/><Relationship Id="rId14" Type="http://schemas.openxmlformats.org/officeDocument/2006/relationships/hyperlink" Target="https://www.gamevu.co.kr/news/articleView.html?idxno=55676" TargetMode="External"/><Relationship Id="rId22" Type="http://schemas.openxmlformats.org/officeDocument/2006/relationships/hyperlink" Target="https://www.mmorpg.com/news/black-desert-online-and-black-desert-mobile-announce-lunar-new-year-celebrations-2000137275" TargetMode="External"/><Relationship Id="rId27" Type="http://schemas.openxmlformats.org/officeDocument/2006/relationships/hyperlink" Target="https://search.naver.com/p/crd/rd?m=1&amp;px=717&amp;py=328&amp;sx=717&amp;sy=328&amp;vw=1920&amp;vh=1031&amp;bw=634&amp;bh=1727&amp;bx=297&amp;by=67&amp;p=jilQqlqpsp4sshb3kWN-094286&amp;q=%ED%8E%84%EC%96%B4%EB%B9%84%EC%8A%A4&amp;ie=utf8&amp;rev=1&amp;f=news&amp;w=news&amp;s=XzJ1pGiZq5lQt9H7uNmgNlkd&amp;time=1771577260929&amp;a=nws*f.tit&amp;i=88223smo_000000000000000000021566&amp;r=1&amp;u=https%3A%2F%2Fwww.gamevu.co.kr%2Fnews%2FarticleView.html%3Fidxno%3D56016&amp;g=5858.0000021566&amp;ssc=tab.news.all&amp;tid=layout&amp;bid=news%2Fprs_template_v2_news_tab_desk.ts" TargetMode="External"/><Relationship Id="rId30" Type="http://schemas.openxmlformats.org/officeDocument/2006/relationships/hyperlink" Target="https://game.donga.com/121637/" TargetMode="External"/><Relationship Id="rId35" Type="http://schemas.openxmlformats.org/officeDocument/2006/relationships/image" Target="../media/image4.emf"/><Relationship Id="rId8" Type="http://schemas.openxmlformats.org/officeDocument/2006/relationships/hyperlink" Target="https://www.gametoc.co.kr/news/articleView.html?idxno=106025" TargetMode="Externa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FEDC7FE8-DB08-624E-A1B7-C49B15800871}"/>
              </a:ext>
            </a:extLst>
          </p:cNvPr>
          <p:cNvPicPr>
            <a:picLocks noChangeAspect="1"/>
          </p:cNvPicPr>
          <p:nvPr/>
        </p:nvPicPr>
        <p:blipFill>
          <a:blip r:embed="rId3"/>
          <a:stretch>
            <a:fillRect/>
          </a:stretch>
        </p:blipFill>
        <p:spPr>
          <a:xfrm>
            <a:off x="6145336" y="292116"/>
            <a:ext cx="1041400" cy="127000"/>
          </a:xfrm>
          <a:prstGeom prst="rect">
            <a:avLst/>
          </a:prstGeom>
        </p:spPr>
      </p:pic>
      <p:sp>
        <p:nvSpPr>
          <p:cNvPr id="4" name="TextBox 3">
            <a:extLst>
              <a:ext uri="{FF2B5EF4-FFF2-40B4-BE49-F238E27FC236}">
                <a16:creationId xmlns:a16="http://schemas.microsoft.com/office/drawing/2014/main" id="{B236E1EA-0BE4-F745-8BF1-E5362265090C}"/>
              </a:ext>
            </a:extLst>
          </p:cNvPr>
          <p:cNvSpPr txBox="1"/>
          <p:nvPr/>
        </p:nvSpPr>
        <p:spPr>
          <a:xfrm>
            <a:off x="341135" y="560755"/>
            <a:ext cx="3882473" cy="461665"/>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Pearl Abyss</a:t>
            </a:r>
            <a:r>
              <a:rPr kumimoji="0" lang="ko-KR" altLang="en-US"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 </a:t>
            </a:r>
            <a:r>
              <a:rPr kumimoji="0" lang="en-US" altLang="ko-KR"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IR Letter</a:t>
            </a:r>
          </a:p>
        </p:txBody>
      </p:sp>
      <p:sp>
        <p:nvSpPr>
          <p:cNvPr id="6" name="TextBox 5">
            <a:extLst>
              <a:ext uri="{FF2B5EF4-FFF2-40B4-BE49-F238E27FC236}">
                <a16:creationId xmlns:a16="http://schemas.microsoft.com/office/drawing/2014/main" id="{15141728-A305-8742-8C53-C14A4823EEFE}"/>
              </a:ext>
            </a:extLst>
          </p:cNvPr>
          <p:cNvSpPr txBox="1"/>
          <p:nvPr/>
        </p:nvSpPr>
        <p:spPr>
          <a:xfrm>
            <a:off x="351135" y="261027"/>
            <a:ext cx="1253548" cy="208647"/>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1000" b="1"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Feb. 2026 [Vol.100]</a:t>
            </a:r>
          </a:p>
        </p:txBody>
      </p:sp>
      <p:sp>
        <p:nvSpPr>
          <p:cNvPr id="36" name="TextBox 35">
            <a:extLst>
              <a:ext uri="{FF2B5EF4-FFF2-40B4-BE49-F238E27FC236}">
                <a16:creationId xmlns:a16="http://schemas.microsoft.com/office/drawing/2014/main" id="{FF80576F-2479-3C46-8947-212873D4E742}"/>
              </a:ext>
            </a:extLst>
          </p:cNvPr>
          <p:cNvSpPr txBox="1"/>
          <p:nvPr/>
        </p:nvSpPr>
        <p:spPr>
          <a:xfrm>
            <a:off x="1759262" y="10254999"/>
            <a:ext cx="5609278" cy="251094"/>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2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rPr>
              <a:t>All statements do not guarantee future performance and are subject to certain risks, uncertainties, and other factors beyond our control and difficult to predict. Also, the company has no obligations or responsibilities in updating the statements. </a:t>
            </a:r>
            <a:endParaRPr kumimoji="0" lang="ko-KR" altLang="en-US" sz="700" b="0"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37" name="TextBox 36">
            <a:extLst>
              <a:ext uri="{FF2B5EF4-FFF2-40B4-BE49-F238E27FC236}">
                <a16:creationId xmlns:a16="http://schemas.microsoft.com/office/drawing/2014/main" id="{ACC53058-D028-6045-8974-C1AC64628A04}"/>
              </a:ext>
            </a:extLst>
          </p:cNvPr>
          <p:cNvSpPr txBox="1"/>
          <p:nvPr/>
        </p:nvSpPr>
        <p:spPr>
          <a:xfrm>
            <a:off x="362610" y="10336419"/>
            <a:ext cx="128240" cy="123111"/>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rPr>
              <a:t>01</a:t>
            </a:r>
            <a:endParaRPr kumimoji="0" lang="ko-KR" altLang="en-US" sz="800" b="1"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224" name="TextBox 223">
            <a:extLst>
              <a:ext uri="{FF2B5EF4-FFF2-40B4-BE49-F238E27FC236}">
                <a16:creationId xmlns:a16="http://schemas.microsoft.com/office/drawing/2014/main" id="{3EE99997-2A24-40C5-A109-8AED5D2AD216}"/>
              </a:ext>
            </a:extLst>
          </p:cNvPr>
          <p:cNvSpPr txBox="1"/>
          <p:nvPr/>
        </p:nvSpPr>
        <p:spPr>
          <a:xfrm>
            <a:off x="341135" y="1568103"/>
            <a:ext cx="1118896" cy="215444"/>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Special Issue</a:t>
            </a:r>
            <a:endParaRPr kumimoji="0" lang="ko-KR" altLang="en-US" sz="1400" b="1"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225" name="직사각형 224">
            <a:extLst>
              <a:ext uri="{FF2B5EF4-FFF2-40B4-BE49-F238E27FC236}">
                <a16:creationId xmlns:a16="http://schemas.microsoft.com/office/drawing/2014/main" id="{23D752DC-73B6-4A17-AF34-BFA1B1DD46F2}"/>
              </a:ext>
            </a:extLst>
          </p:cNvPr>
          <p:cNvSpPr/>
          <p:nvPr/>
        </p:nvSpPr>
        <p:spPr>
          <a:xfrm>
            <a:off x="-7620" y="1826821"/>
            <a:ext cx="1577591" cy="57600"/>
          </a:xfrm>
          <a:prstGeom prst="rect">
            <a:avLst/>
          </a:prstGeom>
          <a:solidFill>
            <a:srgbClr val="00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1" lang="ko-Kore-KR" altLang="en-US" sz="1800" b="0" i="0" u="none" strike="noStrike" kern="1200" cap="none" spc="0" normalizeH="0" baseline="0" noProof="0">
              <a:ln>
                <a:noFill/>
              </a:ln>
              <a:solidFill>
                <a:prstClr val="white"/>
              </a:solidFill>
              <a:effectLst/>
              <a:uLnTx/>
              <a:uFillTx/>
              <a:latin typeface="나눔스퀘어OTF ExtraBold" panose="020B0600000101010101" pitchFamily="34" charset="-127"/>
              <a:ea typeface="나눔스퀘어OTF ExtraBold" panose="020B0600000101010101" pitchFamily="34" charset="-127"/>
              <a:cs typeface="+mn-cs"/>
            </a:endParaRPr>
          </a:p>
        </p:txBody>
      </p:sp>
      <p:cxnSp>
        <p:nvCxnSpPr>
          <p:cNvPr id="129" name="직선 연결선[R] 7">
            <a:extLst>
              <a:ext uri="{FF2B5EF4-FFF2-40B4-BE49-F238E27FC236}">
                <a16:creationId xmlns:a16="http://schemas.microsoft.com/office/drawing/2014/main" id="{4CC647B8-6BA5-4B86-9A25-47AC4A58B8DA}"/>
              </a:ext>
            </a:extLst>
          </p:cNvPr>
          <p:cNvCxnSpPr/>
          <p:nvPr/>
        </p:nvCxnSpPr>
        <p:spPr>
          <a:xfrm>
            <a:off x="-7620" y="10143584"/>
            <a:ext cx="7557526" cy="0"/>
          </a:xfrm>
          <a:prstGeom prst="line">
            <a:avLst/>
          </a:prstGeom>
          <a:ln>
            <a:solidFill>
              <a:srgbClr val="B7B7B7"/>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E68E6B8-6BAB-28FA-E6D3-783D35D272C9}"/>
              </a:ext>
            </a:extLst>
          </p:cNvPr>
          <p:cNvGrpSpPr/>
          <p:nvPr/>
        </p:nvGrpSpPr>
        <p:grpSpPr>
          <a:xfrm>
            <a:off x="348755" y="2519856"/>
            <a:ext cx="7417295" cy="784291"/>
            <a:chOff x="348755" y="2225400"/>
            <a:chExt cx="7417295" cy="784291"/>
          </a:xfrm>
        </p:grpSpPr>
        <p:sp>
          <p:nvSpPr>
            <p:cNvPr id="14" name="TextBox 13">
              <a:extLst>
                <a:ext uri="{FF2B5EF4-FFF2-40B4-BE49-F238E27FC236}">
                  <a16:creationId xmlns:a16="http://schemas.microsoft.com/office/drawing/2014/main" id="{7B4EAA42-B417-708A-2254-A3703D7C88A9}"/>
                </a:ext>
              </a:extLst>
            </p:cNvPr>
            <p:cNvSpPr txBox="1"/>
            <p:nvPr/>
          </p:nvSpPr>
          <p:spPr>
            <a:xfrm>
              <a:off x="467170" y="2254058"/>
              <a:ext cx="1138197" cy="184666"/>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Company News</a:t>
              </a:r>
              <a:endParaRPr kumimoji="0" lang="ko-KR" altLang="en-US"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15" name="TextBox 14">
              <a:extLst>
                <a:ext uri="{FF2B5EF4-FFF2-40B4-BE49-F238E27FC236}">
                  <a16:creationId xmlns:a16="http://schemas.microsoft.com/office/drawing/2014/main" id="{DD2BA9D1-889D-AEF8-BB7E-B25BCFC35209}"/>
                </a:ext>
              </a:extLst>
            </p:cNvPr>
            <p:cNvSpPr txBox="1"/>
            <p:nvPr/>
          </p:nvSpPr>
          <p:spPr>
            <a:xfrm>
              <a:off x="1783504" y="2254058"/>
              <a:ext cx="5982546" cy="184666"/>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a:solidFill>
                    <a:srgbClr val="004986"/>
                  </a:solidFill>
                  <a:latin typeface="나눔스퀘어 ExtraBold" panose="020B0600000101010101" pitchFamily="50" charset="-127"/>
                  <a:ea typeface="나눔스퀘어 ExtraBold" panose="020B0600000101010101" pitchFamily="50" charset="-127"/>
                </a:rPr>
                <a:t>2025 annual &amp; 4Q earnings call (12 Feb.)</a:t>
              </a:r>
              <a:endPar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endParaRPr>
            </a:p>
          </p:txBody>
        </p:sp>
        <p:pic>
          <p:nvPicPr>
            <p:cNvPr id="16" name="그림 15">
              <a:extLst>
                <a:ext uri="{FF2B5EF4-FFF2-40B4-BE49-F238E27FC236}">
                  <a16:creationId xmlns:a16="http://schemas.microsoft.com/office/drawing/2014/main" id="{02BE81D4-83B6-9BDF-3865-7CC1913BC0C0}"/>
                </a:ext>
              </a:extLst>
            </p:cNvPr>
            <p:cNvPicPr>
              <a:picLocks noChangeAspect="1"/>
            </p:cNvPicPr>
            <p:nvPr/>
          </p:nvPicPr>
          <p:blipFill>
            <a:blip r:embed="rId4"/>
            <a:stretch>
              <a:fillRect/>
            </a:stretch>
          </p:blipFill>
          <p:spPr>
            <a:xfrm>
              <a:off x="348755" y="2225400"/>
              <a:ext cx="76200" cy="50800"/>
            </a:xfrm>
            <a:prstGeom prst="rect">
              <a:avLst/>
            </a:prstGeom>
          </p:spPr>
        </p:pic>
        <p:sp>
          <p:nvSpPr>
            <p:cNvPr id="17" name="TextBox 16">
              <a:extLst>
                <a:ext uri="{FF2B5EF4-FFF2-40B4-BE49-F238E27FC236}">
                  <a16:creationId xmlns:a16="http://schemas.microsoft.com/office/drawing/2014/main" id="{9B0C1535-B1E4-B210-1974-EDF1CE6AEC14}"/>
                </a:ext>
              </a:extLst>
            </p:cNvPr>
            <p:cNvSpPr txBox="1"/>
            <p:nvPr/>
          </p:nvSpPr>
          <p:spPr>
            <a:xfrm>
              <a:off x="1766882" y="2526289"/>
              <a:ext cx="4674357" cy="483402"/>
            </a:xfrm>
            <a:prstGeom prst="rect">
              <a:avLst/>
            </a:prstGeom>
            <a:noFill/>
          </p:spPr>
          <p:txBody>
            <a:bodyPr wrap="none" lIns="0" tIns="0" rIns="0" bIns="0" rtlCol="0" anchor="t" anchorCtr="0">
              <a:spAutoFit/>
            </a:bodyPr>
            <a:lstStyle/>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100" b="1"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Recorded annual operating revenue of KRW 365.6 </a:t>
              </a:r>
              <a:r>
                <a:rPr kumimoji="0" lang="en-US" altLang="ko-KR" sz="1100" b="1" i="0" u="none" strike="noStrike" kern="1200" cap="none" spc="0" normalizeH="0" baseline="0" noProof="0" err="1">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bil</a:t>
              </a:r>
              <a:r>
                <a:rPr kumimoji="0" lang="en-US" altLang="ko-KR" sz="1100" b="1"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 YoY +6.8%</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Announced 17th Annual General Shareholder Meeting</a:t>
              </a:r>
              <a:endParaRPr kumimoji="0" lang="en-US" altLang="ko-KR" sz="1100" b="1"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18" name="TextBox 17">
              <a:extLst>
                <a:ext uri="{FF2B5EF4-FFF2-40B4-BE49-F238E27FC236}">
                  <a16:creationId xmlns:a16="http://schemas.microsoft.com/office/drawing/2014/main" id="{8859066C-5DB0-DB16-03A4-715BED4BAE9B}"/>
                </a:ext>
              </a:extLst>
            </p:cNvPr>
            <p:cNvSpPr txBox="1"/>
            <p:nvPr/>
          </p:nvSpPr>
          <p:spPr>
            <a:xfrm>
              <a:off x="1766882" y="2725709"/>
              <a:ext cx="65" cy="187744"/>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endParaRPr>
            </a:p>
          </p:txBody>
        </p:sp>
      </p:grpSp>
      <p:grpSp>
        <p:nvGrpSpPr>
          <p:cNvPr id="19" name="그룹 18">
            <a:extLst>
              <a:ext uri="{FF2B5EF4-FFF2-40B4-BE49-F238E27FC236}">
                <a16:creationId xmlns:a16="http://schemas.microsoft.com/office/drawing/2014/main" id="{3F8E5028-D3C3-4193-170E-FA92714BB681}"/>
              </a:ext>
            </a:extLst>
          </p:cNvPr>
          <p:cNvGrpSpPr/>
          <p:nvPr/>
        </p:nvGrpSpPr>
        <p:grpSpPr>
          <a:xfrm>
            <a:off x="343279" y="6645811"/>
            <a:ext cx="7804325" cy="1262662"/>
            <a:chOff x="343279" y="4725417"/>
            <a:chExt cx="7804325" cy="1262662"/>
          </a:xfrm>
        </p:grpSpPr>
        <p:grpSp>
          <p:nvGrpSpPr>
            <p:cNvPr id="20" name="그룹 19">
              <a:extLst>
                <a:ext uri="{FF2B5EF4-FFF2-40B4-BE49-F238E27FC236}">
                  <a16:creationId xmlns:a16="http://schemas.microsoft.com/office/drawing/2014/main" id="{F3AFDA15-B9F1-A56C-1F7D-301784F5EBD9}"/>
                </a:ext>
              </a:extLst>
            </p:cNvPr>
            <p:cNvGrpSpPr/>
            <p:nvPr/>
          </p:nvGrpSpPr>
          <p:grpSpPr>
            <a:xfrm>
              <a:off x="343279" y="4725417"/>
              <a:ext cx="6945356" cy="531001"/>
              <a:chOff x="343279" y="4204559"/>
              <a:chExt cx="6945356" cy="531001"/>
            </a:xfrm>
          </p:grpSpPr>
          <p:grpSp>
            <p:nvGrpSpPr>
              <p:cNvPr id="30" name="그룹 29">
                <a:extLst>
                  <a:ext uri="{FF2B5EF4-FFF2-40B4-BE49-F238E27FC236}">
                    <a16:creationId xmlns:a16="http://schemas.microsoft.com/office/drawing/2014/main" id="{F1D49BDB-8718-0A16-B57F-A9E2725B1686}"/>
                  </a:ext>
                </a:extLst>
              </p:cNvPr>
              <p:cNvGrpSpPr/>
              <p:nvPr/>
            </p:nvGrpSpPr>
            <p:grpSpPr>
              <a:xfrm>
                <a:off x="343279" y="4204559"/>
                <a:ext cx="6574879" cy="213324"/>
                <a:chOff x="350921" y="2405962"/>
                <a:chExt cx="6574879" cy="213324"/>
              </a:xfrm>
            </p:grpSpPr>
            <p:sp>
              <p:nvSpPr>
                <p:cNvPr id="32" name="TextBox 31">
                  <a:extLst>
                    <a:ext uri="{FF2B5EF4-FFF2-40B4-BE49-F238E27FC236}">
                      <a16:creationId xmlns:a16="http://schemas.microsoft.com/office/drawing/2014/main" id="{CB9E2D32-3DA0-000D-A5DA-3CF45395CD9F}"/>
                    </a:ext>
                  </a:extLst>
                </p:cNvPr>
                <p:cNvSpPr txBox="1"/>
                <p:nvPr/>
              </p:nvSpPr>
              <p:spPr>
                <a:xfrm>
                  <a:off x="469336" y="2434620"/>
                  <a:ext cx="977768" cy="184666"/>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Black</a:t>
                  </a:r>
                  <a:r>
                    <a:rPr kumimoji="0" lang="ko-KR" altLang="en-US"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 </a:t>
                  </a: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Desert</a:t>
                  </a:r>
                  <a:r>
                    <a:rPr kumimoji="0" lang="ko-KR" altLang="en-US"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 </a:t>
                  </a:r>
                </a:p>
              </p:txBody>
            </p:sp>
            <p:sp>
              <p:nvSpPr>
                <p:cNvPr id="33" name="TextBox 32">
                  <a:extLst>
                    <a:ext uri="{FF2B5EF4-FFF2-40B4-BE49-F238E27FC236}">
                      <a16:creationId xmlns:a16="http://schemas.microsoft.com/office/drawing/2014/main" id="{5CB8F92A-C939-8121-292A-79D60AE11AC9}"/>
                    </a:ext>
                  </a:extLst>
                </p:cNvPr>
                <p:cNvSpPr txBox="1"/>
                <p:nvPr/>
              </p:nvSpPr>
              <p:spPr>
                <a:xfrm>
                  <a:off x="1785670" y="2434620"/>
                  <a:ext cx="5140130" cy="184666"/>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Expanded user base and strengthened service</a:t>
                  </a:r>
                </a:p>
              </p:txBody>
            </p:sp>
            <p:pic>
              <p:nvPicPr>
                <p:cNvPr id="34" name="그림 33">
                  <a:extLst>
                    <a:ext uri="{FF2B5EF4-FFF2-40B4-BE49-F238E27FC236}">
                      <a16:creationId xmlns:a16="http://schemas.microsoft.com/office/drawing/2014/main" id="{C9B4D9FA-1FF3-9393-153E-C93D7A1E555C}"/>
                    </a:ext>
                  </a:extLst>
                </p:cNvPr>
                <p:cNvPicPr>
                  <a:picLocks noChangeAspect="1"/>
                </p:cNvPicPr>
                <p:nvPr/>
              </p:nvPicPr>
              <p:blipFill>
                <a:blip r:embed="rId4"/>
                <a:stretch>
                  <a:fillRect/>
                </a:stretch>
              </p:blipFill>
              <p:spPr>
                <a:xfrm>
                  <a:off x="350921" y="2405962"/>
                  <a:ext cx="76200" cy="50800"/>
                </a:xfrm>
                <a:prstGeom prst="rect">
                  <a:avLst/>
                </a:prstGeom>
              </p:spPr>
            </p:pic>
          </p:grpSp>
          <p:sp>
            <p:nvSpPr>
              <p:cNvPr id="31" name="TextBox 30">
                <a:extLst>
                  <a:ext uri="{FF2B5EF4-FFF2-40B4-BE49-F238E27FC236}">
                    <a16:creationId xmlns:a16="http://schemas.microsoft.com/office/drawing/2014/main" id="{6F2A1BD8-B677-9F0A-0B8C-8392A2C05CEE}"/>
                  </a:ext>
                </a:extLst>
              </p:cNvPr>
              <p:cNvSpPr txBox="1"/>
              <p:nvPr/>
            </p:nvSpPr>
            <p:spPr>
              <a:xfrm>
                <a:off x="1761404" y="4506074"/>
                <a:ext cx="5527231" cy="229486"/>
              </a:xfrm>
              <a:prstGeom prst="rect">
                <a:avLst/>
              </a:prstGeom>
              <a:noFill/>
            </p:spPr>
            <p:txBody>
              <a:bodyPr wrap="square" lIns="0" tIns="0" rIns="0" bIns="0" rtlCol="0" anchor="t" anchorCtr="0">
                <a:spAutoFit/>
              </a:bodyPr>
              <a:lstStyle/>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endParaRPr lang="en-US" altLang="ko-KR" sz="1100" b="1">
                  <a:solidFill>
                    <a:srgbClr val="051742"/>
                  </a:solidFill>
                  <a:latin typeface="나눔스퀘어 ExtraBold" panose="020B0600000101010101" pitchFamily="50" charset="-127"/>
                  <a:ea typeface="나눔스퀘어 ExtraBold" panose="020B0600000101010101" pitchFamily="50" charset="-127"/>
                </a:endParaRPr>
              </a:p>
            </p:txBody>
          </p:sp>
        </p:grpSp>
        <p:sp>
          <p:nvSpPr>
            <p:cNvPr id="28" name="TextBox 27">
              <a:extLst>
                <a:ext uri="{FF2B5EF4-FFF2-40B4-BE49-F238E27FC236}">
                  <a16:creationId xmlns:a16="http://schemas.microsoft.com/office/drawing/2014/main" id="{13CD4AEA-CEE2-B2A9-0415-EAAAA9F0B440}"/>
                </a:ext>
              </a:extLst>
            </p:cNvPr>
            <p:cNvSpPr txBox="1"/>
            <p:nvPr/>
          </p:nvSpPr>
          <p:spPr>
            <a:xfrm>
              <a:off x="1756553" y="5123170"/>
              <a:ext cx="5260299" cy="169277"/>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[Online] Held ‘Special thank you’ event and recruited ‘Master class 2026'</a:t>
              </a:r>
            </a:p>
          </p:txBody>
        </p:sp>
        <p:sp>
          <p:nvSpPr>
            <p:cNvPr id="26" name="TextBox 25">
              <a:extLst>
                <a:ext uri="{FF2B5EF4-FFF2-40B4-BE49-F238E27FC236}">
                  <a16:creationId xmlns:a16="http://schemas.microsoft.com/office/drawing/2014/main" id="{4926C1AC-7839-732B-9B96-3C3A1D6AFE60}"/>
                </a:ext>
              </a:extLst>
            </p:cNvPr>
            <p:cNvSpPr txBox="1"/>
            <p:nvPr/>
          </p:nvSpPr>
          <p:spPr>
            <a:xfrm>
              <a:off x="1739929" y="5472123"/>
              <a:ext cx="6407675" cy="169277"/>
            </a:xfrm>
            <a:prstGeom prst="rect">
              <a:avLst/>
            </a:prstGeom>
            <a:noFill/>
          </p:spPr>
          <p:txBody>
            <a:bodyPr wrap="square" lIns="0" tIns="0" rIns="0" bIns="0" rtlCol="0" anchor="t" anchorCtr="0">
              <a:spAutoFit/>
            </a:bodyPr>
            <a:lstStyle/>
            <a:p>
              <a:pPr>
                <a:defRPr/>
              </a:pPr>
              <a:r>
                <a:rPr kumimoji="0" lang="en-US" altLang="ko-KR" sz="11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[Mobile]</a:t>
              </a:r>
              <a:r>
                <a:rPr kumimoji="0" lang="ko-KR" altLang="en-US" sz="11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 </a:t>
              </a:r>
              <a:r>
                <a:rPr kumimoji="0" lang="en-US" altLang="ko-KR" sz="11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8</a:t>
              </a:r>
              <a:r>
                <a:rPr kumimoji="0" lang="en-US" altLang="ko-KR" sz="1100" b="0" i="0" u="none" strike="noStrike" kern="1200" cap="none" spc="0" normalizeH="0" baseline="3000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th</a:t>
              </a:r>
              <a:r>
                <a:rPr kumimoji="0" lang="en-US" altLang="ko-KR" sz="11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 anniversary and held a lunar new year event</a:t>
              </a:r>
              <a:endParaRPr kumimoji="0" lang="en-US" altLang="ko-KR" sz="1100" b="1"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24" name="TextBox 23">
              <a:extLst>
                <a:ext uri="{FF2B5EF4-FFF2-40B4-BE49-F238E27FC236}">
                  <a16:creationId xmlns:a16="http://schemas.microsoft.com/office/drawing/2014/main" id="{62920AD4-7942-1BED-4284-E22921A7F674}"/>
                </a:ext>
              </a:extLst>
            </p:cNvPr>
            <p:cNvSpPr txBox="1"/>
            <p:nvPr/>
          </p:nvSpPr>
          <p:spPr>
            <a:xfrm>
              <a:off x="1739943" y="5818802"/>
              <a:ext cx="2656176" cy="169277"/>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[Console] 6</a:t>
              </a:r>
              <a:r>
                <a:rPr kumimoji="0" lang="en-US" altLang="ko-KR" sz="1100" b="0" i="0" u="none" strike="noStrike" kern="1200" cap="none" spc="0" normalizeH="0" baseline="3000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th</a:t>
              </a:r>
              <a:r>
                <a:rPr kumimoji="0" lang="en-US" altLang="ko-KR" sz="11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rPr>
                <a:t> anniversary of cross-play</a:t>
              </a:r>
            </a:p>
          </p:txBody>
        </p:sp>
      </p:grpSp>
      <p:grpSp>
        <p:nvGrpSpPr>
          <p:cNvPr id="38" name="그룹 37">
            <a:extLst>
              <a:ext uri="{FF2B5EF4-FFF2-40B4-BE49-F238E27FC236}">
                <a16:creationId xmlns:a16="http://schemas.microsoft.com/office/drawing/2014/main" id="{375D4AE6-FDB4-C6BE-957A-46D74F6582E2}"/>
              </a:ext>
            </a:extLst>
          </p:cNvPr>
          <p:cNvGrpSpPr/>
          <p:nvPr/>
        </p:nvGrpSpPr>
        <p:grpSpPr>
          <a:xfrm>
            <a:off x="343279" y="8679329"/>
            <a:ext cx="7023946" cy="213324"/>
            <a:chOff x="350921" y="2118259"/>
            <a:chExt cx="7023946" cy="213324"/>
          </a:xfrm>
        </p:grpSpPr>
        <p:sp>
          <p:nvSpPr>
            <p:cNvPr id="45" name="TextBox 44">
              <a:extLst>
                <a:ext uri="{FF2B5EF4-FFF2-40B4-BE49-F238E27FC236}">
                  <a16:creationId xmlns:a16="http://schemas.microsoft.com/office/drawing/2014/main" id="{333AF177-0995-0EE7-DEA3-5D2B7C2B9560}"/>
                </a:ext>
              </a:extLst>
            </p:cNvPr>
            <p:cNvSpPr txBox="1"/>
            <p:nvPr/>
          </p:nvSpPr>
          <p:spPr>
            <a:xfrm>
              <a:off x="502618" y="2146917"/>
              <a:ext cx="944486" cy="184666"/>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CCP Games</a:t>
              </a:r>
              <a:r>
                <a:rPr kumimoji="0" lang="ko-KR" altLang="en-US"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 </a:t>
              </a:r>
            </a:p>
          </p:txBody>
        </p:sp>
        <p:sp>
          <p:nvSpPr>
            <p:cNvPr id="46" name="TextBox 45">
              <a:extLst>
                <a:ext uri="{FF2B5EF4-FFF2-40B4-BE49-F238E27FC236}">
                  <a16:creationId xmlns:a16="http://schemas.microsoft.com/office/drawing/2014/main" id="{7DA334C2-E384-CB47-2C11-DD1D0A0EE62A}"/>
                </a:ext>
              </a:extLst>
            </p:cNvPr>
            <p:cNvSpPr txBox="1"/>
            <p:nvPr/>
          </p:nvSpPr>
          <p:spPr>
            <a:xfrm>
              <a:off x="1747571" y="2146917"/>
              <a:ext cx="5627296" cy="184666"/>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EVE Online : Announced ‘EVE Creator Award’ (16 May.)</a:t>
              </a:r>
            </a:p>
          </p:txBody>
        </p:sp>
        <p:pic>
          <p:nvPicPr>
            <p:cNvPr id="47" name="그림 46">
              <a:extLst>
                <a:ext uri="{FF2B5EF4-FFF2-40B4-BE49-F238E27FC236}">
                  <a16:creationId xmlns:a16="http://schemas.microsoft.com/office/drawing/2014/main" id="{827CAEFF-1CA0-C0B2-77E2-9D268FB21572}"/>
                </a:ext>
              </a:extLst>
            </p:cNvPr>
            <p:cNvPicPr>
              <a:picLocks noChangeAspect="1"/>
            </p:cNvPicPr>
            <p:nvPr/>
          </p:nvPicPr>
          <p:blipFill>
            <a:blip r:embed="rId4"/>
            <a:stretch>
              <a:fillRect/>
            </a:stretch>
          </p:blipFill>
          <p:spPr>
            <a:xfrm>
              <a:off x="350921" y="2118259"/>
              <a:ext cx="76200" cy="50800"/>
            </a:xfrm>
            <a:prstGeom prst="rect">
              <a:avLst/>
            </a:prstGeom>
          </p:spPr>
        </p:pic>
      </p:grpSp>
      <p:grpSp>
        <p:nvGrpSpPr>
          <p:cNvPr id="54" name="그룹 53">
            <a:extLst>
              <a:ext uri="{FF2B5EF4-FFF2-40B4-BE49-F238E27FC236}">
                <a16:creationId xmlns:a16="http://schemas.microsoft.com/office/drawing/2014/main" id="{32EDFE4A-85BF-BD08-B38E-20CD1ABB09F3}"/>
              </a:ext>
            </a:extLst>
          </p:cNvPr>
          <p:cNvGrpSpPr/>
          <p:nvPr/>
        </p:nvGrpSpPr>
        <p:grpSpPr>
          <a:xfrm>
            <a:off x="370230" y="4075002"/>
            <a:ext cx="7417295" cy="1799954"/>
            <a:chOff x="348755" y="2225400"/>
            <a:chExt cx="7417295" cy="1799954"/>
          </a:xfrm>
        </p:grpSpPr>
        <p:sp>
          <p:nvSpPr>
            <p:cNvPr id="134" name="TextBox 133">
              <a:extLst>
                <a:ext uri="{FF2B5EF4-FFF2-40B4-BE49-F238E27FC236}">
                  <a16:creationId xmlns:a16="http://schemas.microsoft.com/office/drawing/2014/main" id="{D315CDA9-6590-6B01-B157-4FCDC5C246AC}"/>
                </a:ext>
              </a:extLst>
            </p:cNvPr>
            <p:cNvSpPr txBox="1"/>
            <p:nvPr/>
          </p:nvSpPr>
          <p:spPr>
            <a:xfrm>
              <a:off x="467170" y="2254058"/>
              <a:ext cx="1158907" cy="184666"/>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rPr>
                <a:t>Crimson Desert</a:t>
              </a:r>
              <a:endParaRPr kumimoji="0" lang="ko-KR" altLang="en-US" sz="1200" b="0" i="0" u="none" strike="noStrike" kern="1200" cap="none" spc="0" normalizeH="0" baseline="0" noProof="0">
                <a:ln>
                  <a:noFill/>
                </a:ln>
                <a:solidFill>
                  <a:srgbClr val="004986"/>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136" name="TextBox 135">
              <a:extLst>
                <a:ext uri="{FF2B5EF4-FFF2-40B4-BE49-F238E27FC236}">
                  <a16:creationId xmlns:a16="http://schemas.microsoft.com/office/drawing/2014/main" id="{B4D65861-9355-82C7-901E-B4B1C92724AB}"/>
                </a:ext>
              </a:extLst>
            </p:cNvPr>
            <p:cNvSpPr txBox="1"/>
            <p:nvPr/>
          </p:nvSpPr>
          <p:spPr>
            <a:xfrm>
              <a:off x="1783504" y="2254058"/>
              <a:ext cx="5982546" cy="184666"/>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a:solidFill>
                    <a:srgbClr val="004986"/>
                  </a:solidFill>
                  <a:latin typeface="나눔스퀘어 ExtraBold" panose="020B0600000101010101" pitchFamily="50" charset="-127"/>
                  <a:ea typeface="나눔스퀘어 ExtraBold" panose="020B0600000101010101" pitchFamily="50" charset="-127"/>
                </a:rPr>
                <a:t>Steam </a:t>
              </a:r>
              <a:r>
                <a:rPr lang="en-US" altLang="ko-KR" sz="1200" err="1">
                  <a:solidFill>
                    <a:srgbClr val="004986"/>
                  </a:solidFill>
                  <a:latin typeface="나눔스퀘어 ExtraBold" panose="020B0600000101010101" pitchFamily="50" charset="-127"/>
                  <a:ea typeface="나눔스퀘어 ExtraBold" panose="020B0600000101010101" pitchFamily="50" charset="-127"/>
                </a:rPr>
                <a:t>wishlist</a:t>
              </a:r>
              <a:r>
                <a:rPr lang="en-US" altLang="ko-KR" sz="1200">
                  <a:solidFill>
                    <a:srgbClr val="004986"/>
                  </a:solidFill>
                  <a:latin typeface="나눔스퀘어 ExtraBold" panose="020B0600000101010101" pitchFamily="50" charset="-127"/>
                  <a:ea typeface="나눔스퀘어 ExtraBold" panose="020B0600000101010101" pitchFamily="50" charset="-127"/>
                </a:rPr>
                <a:t> surpassed 3 mil.</a:t>
              </a:r>
            </a:p>
          </p:txBody>
        </p:sp>
        <p:pic>
          <p:nvPicPr>
            <p:cNvPr id="137" name="그림 136">
              <a:extLst>
                <a:ext uri="{FF2B5EF4-FFF2-40B4-BE49-F238E27FC236}">
                  <a16:creationId xmlns:a16="http://schemas.microsoft.com/office/drawing/2014/main" id="{5716B467-7DC1-9CA2-C1DB-1DDECD435734}"/>
                </a:ext>
              </a:extLst>
            </p:cNvPr>
            <p:cNvPicPr>
              <a:picLocks noChangeAspect="1"/>
            </p:cNvPicPr>
            <p:nvPr/>
          </p:nvPicPr>
          <p:blipFill>
            <a:blip r:embed="rId4"/>
            <a:stretch>
              <a:fillRect/>
            </a:stretch>
          </p:blipFill>
          <p:spPr>
            <a:xfrm>
              <a:off x="348755" y="2225400"/>
              <a:ext cx="76200" cy="50800"/>
            </a:xfrm>
            <a:prstGeom prst="rect">
              <a:avLst/>
            </a:prstGeom>
          </p:spPr>
        </p:pic>
        <p:sp>
          <p:nvSpPr>
            <p:cNvPr id="138" name="TextBox 137">
              <a:extLst>
                <a:ext uri="{FF2B5EF4-FFF2-40B4-BE49-F238E27FC236}">
                  <a16:creationId xmlns:a16="http://schemas.microsoft.com/office/drawing/2014/main" id="{B2D2F8CE-754C-105D-0DB2-A42A8979DD3C}"/>
                </a:ext>
              </a:extLst>
            </p:cNvPr>
            <p:cNvSpPr txBox="1"/>
            <p:nvPr/>
          </p:nvSpPr>
          <p:spPr>
            <a:xfrm>
              <a:off x="1766882" y="2526289"/>
              <a:ext cx="4844275" cy="1499065"/>
            </a:xfrm>
            <a:prstGeom prst="rect">
              <a:avLst/>
            </a:prstGeom>
            <a:noFill/>
          </p:spPr>
          <p:txBody>
            <a:bodyPr wrap="none" lIns="0" tIns="0" rIns="0" bIns="0" rtlCol="0" anchor="t" anchorCtr="0">
              <a:spAutoFit/>
            </a:bodyPr>
            <a:lstStyle/>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Revealed 3 preview videos (Story, combat and growth, life)</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Interviewed its voice cast (26 Feb.)</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Announced official</a:t>
              </a:r>
              <a:r>
                <a:rPr lang="ko-KR" altLang="en-US" sz="1100" b="1">
                  <a:solidFill>
                    <a:srgbClr val="051742"/>
                  </a:solidFill>
                  <a:latin typeface="나눔스퀘어 ExtraBold" panose="020B0600000101010101" pitchFamily="50" charset="-127"/>
                  <a:ea typeface="나눔스퀘어 ExtraBold" panose="020B0600000101010101" pitchFamily="50" charset="-127"/>
                </a:rPr>
                <a:t> </a:t>
              </a:r>
              <a:r>
                <a:rPr lang="en-US" altLang="ko-KR" sz="1100" b="1">
                  <a:solidFill>
                    <a:srgbClr val="051742"/>
                  </a:solidFill>
                  <a:latin typeface="나눔스퀘어 ExtraBold" panose="020B0600000101010101" pitchFamily="50" charset="-127"/>
                  <a:ea typeface="나눔스퀘어 ExtraBold" panose="020B0600000101010101" pitchFamily="50" charset="-127"/>
                </a:rPr>
                <a:t>performance spec. (PC, Console, Mac) (10 Mar.)</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Revealed launching trailer and pre-load schedule (12 Mar.)</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Pre-load (18 Mar.)</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lang="en-US" altLang="ko-KR" sz="1100" b="1">
                  <a:solidFill>
                    <a:srgbClr val="051742"/>
                  </a:solidFill>
                  <a:latin typeface="나눔스퀘어 ExtraBold" panose="020B0600000101010101" pitchFamily="50" charset="-127"/>
                  <a:ea typeface="나눔스퀘어 ExtraBold" panose="020B0600000101010101" pitchFamily="50" charset="-127"/>
                </a:rPr>
                <a:t>Crimson Desert launch (20 Mar.)</a:t>
              </a:r>
            </a:p>
          </p:txBody>
        </p:sp>
        <p:sp>
          <p:nvSpPr>
            <p:cNvPr id="139" name="TextBox 138">
              <a:extLst>
                <a:ext uri="{FF2B5EF4-FFF2-40B4-BE49-F238E27FC236}">
                  <a16:creationId xmlns:a16="http://schemas.microsoft.com/office/drawing/2014/main" id="{65CB1425-6412-08DE-C781-04EE0DD0CEC0}"/>
                </a:ext>
              </a:extLst>
            </p:cNvPr>
            <p:cNvSpPr txBox="1"/>
            <p:nvPr/>
          </p:nvSpPr>
          <p:spPr>
            <a:xfrm>
              <a:off x="1766882" y="2725709"/>
              <a:ext cx="65" cy="187744"/>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endParaRPr kumimoji="0" lang="ko-KR" altLang="en-US" sz="900" b="0" i="0" u="none" strike="noStrike" kern="1200" cap="none" spc="0" normalizeH="0" baseline="0" noProof="0">
                <a:ln>
                  <a:noFill/>
                </a:ln>
                <a:solidFill>
                  <a:srgbClr val="051742"/>
                </a:solidFill>
                <a:effectLst/>
                <a:uLnTx/>
                <a:uFillTx/>
                <a:latin typeface="나눔스퀘어 ExtraBold" panose="020B0600000101010101" pitchFamily="50" charset="-127"/>
                <a:ea typeface="나눔스퀘어 ExtraBold" panose="020B0600000101010101" pitchFamily="50" charset="-127"/>
                <a:cs typeface="+mn-cs"/>
              </a:endParaRPr>
            </a:p>
          </p:txBody>
        </p:sp>
      </p:grpSp>
    </p:spTree>
    <p:extLst>
      <p:ext uri="{BB962C8B-B14F-4D97-AF65-F5344CB8AC3E}">
        <p14:creationId xmlns:p14="http://schemas.microsoft.com/office/powerpoint/2010/main" val="4070630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1376E236-A6F4-AC40-BEB0-0EFBD0612C59}"/>
              </a:ext>
            </a:extLst>
          </p:cNvPr>
          <p:cNvPicPr>
            <a:picLocks noChangeAspect="1"/>
          </p:cNvPicPr>
          <p:nvPr/>
        </p:nvPicPr>
        <p:blipFill>
          <a:blip r:embed="rId4"/>
          <a:stretch>
            <a:fillRect/>
          </a:stretch>
        </p:blipFill>
        <p:spPr>
          <a:xfrm>
            <a:off x="6152956" y="292116"/>
            <a:ext cx="1041400" cy="127000"/>
          </a:xfrm>
          <a:prstGeom prst="rect">
            <a:avLst/>
          </a:prstGeom>
        </p:spPr>
      </p:pic>
      <p:sp>
        <p:nvSpPr>
          <p:cNvPr id="3" name="TextBox 2">
            <a:extLst>
              <a:ext uri="{FF2B5EF4-FFF2-40B4-BE49-F238E27FC236}">
                <a16:creationId xmlns:a16="http://schemas.microsoft.com/office/drawing/2014/main" id="{1E620C1D-660E-AF4F-AAF8-CCC204ECA751}"/>
              </a:ext>
            </a:extLst>
          </p:cNvPr>
          <p:cNvSpPr txBox="1"/>
          <p:nvPr/>
        </p:nvSpPr>
        <p:spPr>
          <a:xfrm>
            <a:off x="348755" y="560755"/>
            <a:ext cx="3882473" cy="461665"/>
          </a:xfrm>
          <a:prstGeom prst="rect">
            <a:avLst/>
          </a:prstGeom>
          <a:noFill/>
        </p:spPr>
        <p:txBody>
          <a:bodyPr wrap="none" lIns="0" tIns="0" rIns="0" bIns="0" rtlCol="0" anchor="ctr"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Pearl</a:t>
            </a:r>
            <a:r>
              <a:rPr kumimoji="0" lang="ko-KR" altLang="en-US"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 </a:t>
            </a:r>
            <a:r>
              <a:rPr kumimoji="0" lang="en-US" altLang="ko-KR"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Abyss</a:t>
            </a:r>
            <a:r>
              <a:rPr kumimoji="0" lang="ko-KR" altLang="en-US"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 </a:t>
            </a:r>
            <a:r>
              <a:rPr kumimoji="0" lang="en-US" altLang="ko-KR"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IR Letter</a:t>
            </a:r>
            <a:endParaRPr kumimoji="0" lang="ko-KR" altLang="en-US" sz="30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7" name="TextBox 6">
            <a:extLst>
              <a:ext uri="{FF2B5EF4-FFF2-40B4-BE49-F238E27FC236}">
                <a16:creationId xmlns:a16="http://schemas.microsoft.com/office/drawing/2014/main" id="{938468A3-0298-BD43-BEE3-54B52999267C}"/>
              </a:ext>
            </a:extLst>
          </p:cNvPr>
          <p:cNvSpPr txBox="1"/>
          <p:nvPr/>
        </p:nvSpPr>
        <p:spPr>
          <a:xfrm>
            <a:off x="370230" y="10336419"/>
            <a:ext cx="128240" cy="123111"/>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rPr>
              <a:t>02</a:t>
            </a:r>
            <a:endParaRPr kumimoji="0" lang="ko-KR" altLang="en-US" sz="800" b="1"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endParaRPr>
          </a:p>
        </p:txBody>
      </p:sp>
      <p:cxnSp>
        <p:nvCxnSpPr>
          <p:cNvPr id="8" name="직선 연결선[R] 7">
            <a:extLst>
              <a:ext uri="{FF2B5EF4-FFF2-40B4-BE49-F238E27FC236}">
                <a16:creationId xmlns:a16="http://schemas.microsoft.com/office/drawing/2014/main" id="{7CBC4533-D737-0349-A6C8-EC1C735CC4AB}"/>
              </a:ext>
            </a:extLst>
          </p:cNvPr>
          <p:cNvCxnSpPr/>
          <p:nvPr/>
        </p:nvCxnSpPr>
        <p:spPr>
          <a:xfrm>
            <a:off x="0" y="10143584"/>
            <a:ext cx="7557526" cy="0"/>
          </a:xfrm>
          <a:prstGeom prst="line">
            <a:avLst/>
          </a:prstGeom>
          <a:ln>
            <a:solidFill>
              <a:srgbClr val="B7B7B7"/>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2305561-9C83-4AF0-BE74-852E6825B240}"/>
              </a:ext>
            </a:extLst>
          </p:cNvPr>
          <p:cNvSpPr txBox="1"/>
          <p:nvPr/>
        </p:nvSpPr>
        <p:spPr>
          <a:xfrm>
            <a:off x="358755" y="261027"/>
            <a:ext cx="1253548" cy="208647"/>
          </a:xfrm>
          <a:prstGeom prst="rect">
            <a:avLst/>
          </a:prstGeom>
          <a:noFill/>
        </p:spPr>
        <p:txBody>
          <a:bodyPr wrap="none" lIns="0" tIns="0" rIns="0" bIns="0" rtlCol="0" anchor="t" anchorCtr="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1000" b="1"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rPr>
              <a:t>Feb. 2026 [Vol.100]</a:t>
            </a:r>
          </a:p>
        </p:txBody>
      </p:sp>
      <p:sp>
        <p:nvSpPr>
          <p:cNvPr id="53" name="TextBox 52">
            <a:extLst>
              <a:ext uri="{FF2B5EF4-FFF2-40B4-BE49-F238E27FC236}">
                <a16:creationId xmlns:a16="http://schemas.microsoft.com/office/drawing/2014/main" id="{E73C2CF9-4AC7-4024-BEC3-B8AE621BAD32}"/>
              </a:ext>
            </a:extLst>
          </p:cNvPr>
          <p:cNvSpPr txBox="1"/>
          <p:nvPr/>
        </p:nvSpPr>
        <p:spPr>
          <a:xfrm>
            <a:off x="1766882" y="10254999"/>
            <a:ext cx="5609278" cy="251094"/>
          </a:xfrm>
          <a:prstGeom prst="rect">
            <a:avLst/>
          </a:prstGeom>
          <a:noFill/>
        </p:spPr>
        <p:txBody>
          <a:bodyPr wrap="square" lIns="0" tIns="0" rIns="0" bIns="0" rtlCol="0" anchor="t" anchorCtr="0">
            <a:spAutoFit/>
          </a:bodyPr>
          <a:lstStyle/>
          <a:p>
            <a:pPr marL="0" marR="0" lvl="0" indent="0" algn="l" defTabSz="914400" rtl="0" eaLnBrk="1" fontAlgn="auto" latinLnBrk="1" hangingPunct="1">
              <a:lnSpc>
                <a:spcPct val="120000"/>
              </a:lnSpc>
              <a:spcBef>
                <a:spcPts val="0"/>
              </a:spcBef>
              <a:spcAft>
                <a:spcPts val="0"/>
              </a:spcAft>
              <a:buClrTx/>
              <a:buSzTx/>
              <a:buFontTx/>
              <a:buNone/>
              <a:tabLst/>
              <a:defRPr/>
            </a:pPr>
            <a:r>
              <a:rPr kumimoji="0" lang="en-US" altLang="ko-KR" sz="700" b="0"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rPr>
              <a:t>All statements do not guarantee future performance and are subject to certain risks, uncertainties, and other factors beyond our control and difficult to predict. Also, the company has no obligations or responsibilities in updating the statements. </a:t>
            </a:r>
            <a:endParaRPr kumimoji="0" lang="ko-KR" altLang="en-US" sz="700" b="0" i="0" u="none" strike="noStrike" kern="1200" cap="none" spc="0" normalizeH="0" baseline="0" noProof="0">
              <a:ln>
                <a:noFill/>
              </a:ln>
              <a:solidFill>
                <a:srgbClr val="B7B7B7"/>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167" name="TextBox 166">
            <a:extLst>
              <a:ext uri="{FF2B5EF4-FFF2-40B4-BE49-F238E27FC236}">
                <a16:creationId xmlns:a16="http://schemas.microsoft.com/office/drawing/2014/main" id="{957235A7-1133-45A0-8D7A-24A8B18E4366}"/>
              </a:ext>
            </a:extLst>
          </p:cNvPr>
          <p:cNvSpPr txBox="1"/>
          <p:nvPr/>
        </p:nvSpPr>
        <p:spPr>
          <a:xfrm>
            <a:off x="348755" y="1586278"/>
            <a:ext cx="1144544" cy="200055"/>
          </a:xfrm>
          <a:prstGeom prst="rect">
            <a:avLst/>
          </a:prstGeom>
          <a:noFill/>
        </p:spPr>
        <p:txBody>
          <a:bodyPr wrap="square" lIns="0" tIns="0" rIns="0" bIns="0" rtlCol="0" anchor="ctr"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3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rPr>
              <a:t>News</a:t>
            </a:r>
            <a:r>
              <a:rPr kumimoji="0" lang="ko-KR" altLang="en-US" sz="13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rPr>
              <a:t> </a:t>
            </a:r>
            <a:r>
              <a:rPr kumimoji="0" lang="en-US" altLang="ko-KR" sz="13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rPr>
              <a:t>Link</a:t>
            </a:r>
            <a:endParaRPr kumimoji="0" lang="ko-KR" altLang="en-US" sz="13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168" name="직사각형 167">
            <a:extLst>
              <a:ext uri="{FF2B5EF4-FFF2-40B4-BE49-F238E27FC236}">
                <a16:creationId xmlns:a16="http://schemas.microsoft.com/office/drawing/2014/main" id="{823797B9-37D1-4662-8DB5-71A147581EEE}"/>
              </a:ext>
            </a:extLst>
          </p:cNvPr>
          <p:cNvSpPr/>
          <p:nvPr/>
        </p:nvSpPr>
        <p:spPr>
          <a:xfrm>
            <a:off x="0" y="1826821"/>
            <a:ext cx="1577591" cy="57600"/>
          </a:xfrm>
          <a:prstGeom prst="rect">
            <a:avLst/>
          </a:prstGeom>
          <a:solidFill>
            <a:srgbClr val="00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1" lang="ko-Kore-KR" altLang="en-US" sz="1800" b="0" i="0" u="none" strike="noStrike" kern="1200" cap="none" spc="0" normalizeH="0" baseline="0" noProof="0">
              <a:ln>
                <a:noFill/>
              </a:ln>
              <a:solidFill>
                <a:prstClr val="white"/>
              </a:solidFill>
              <a:effectLst/>
              <a:uLnTx/>
              <a:uFillTx/>
              <a:latin typeface="나눔스퀘어OTF ExtraBold" panose="020B0600000101010101" pitchFamily="34" charset="-127"/>
              <a:ea typeface="나눔스퀘어OTF ExtraBold" panose="020B0600000101010101" pitchFamily="34" charset="-127"/>
              <a:cs typeface="+mn-cs"/>
            </a:endParaRPr>
          </a:p>
        </p:txBody>
      </p:sp>
      <p:cxnSp>
        <p:nvCxnSpPr>
          <p:cNvPr id="74" name="직선 연결선[R] 7">
            <a:extLst>
              <a:ext uri="{FF2B5EF4-FFF2-40B4-BE49-F238E27FC236}">
                <a16:creationId xmlns:a16="http://schemas.microsoft.com/office/drawing/2014/main" id="{E012E8F1-2088-45D6-93C0-AF55C87DA38D}"/>
              </a:ext>
            </a:extLst>
          </p:cNvPr>
          <p:cNvCxnSpPr/>
          <p:nvPr/>
        </p:nvCxnSpPr>
        <p:spPr>
          <a:xfrm>
            <a:off x="0" y="10143584"/>
            <a:ext cx="7557526" cy="0"/>
          </a:xfrm>
          <a:prstGeom prst="line">
            <a:avLst/>
          </a:prstGeom>
          <a:ln>
            <a:solidFill>
              <a:srgbClr val="B7B7B7"/>
            </a:solidFill>
          </a:ln>
        </p:spPr>
        <p:style>
          <a:lnRef idx="1">
            <a:schemeClr val="accent1"/>
          </a:lnRef>
          <a:fillRef idx="0">
            <a:schemeClr val="accent1"/>
          </a:fillRef>
          <a:effectRef idx="0">
            <a:schemeClr val="accent1"/>
          </a:effectRef>
          <a:fontRef idx="minor">
            <a:schemeClr val="tx1"/>
          </a:fontRef>
        </p:style>
      </p:cxnSp>
      <p:sp>
        <p:nvSpPr>
          <p:cNvPr id="225" name="직사각형 224">
            <a:extLst>
              <a:ext uri="{FF2B5EF4-FFF2-40B4-BE49-F238E27FC236}">
                <a16:creationId xmlns:a16="http://schemas.microsoft.com/office/drawing/2014/main" id="{ED26DB61-024C-486A-8C91-6FD85CFD94CB}"/>
              </a:ext>
            </a:extLst>
          </p:cNvPr>
          <p:cNvSpPr/>
          <p:nvPr/>
        </p:nvSpPr>
        <p:spPr>
          <a:xfrm>
            <a:off x="0" y="1826821"/>
            <a:ext cx="1577591" cy="57600"/>
          </a:xfrm>
          <a:prstGeom prst="rect">
            <a:avLst/>
          </a:prstGeom>
          <a:solidFill>
            <a:srgbClr val="00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1" lang="ko-Kore-KR" altLang="en-US" sz="1800" b="0" i="0" u="none" strike="noStrike" kern="1200" cap="none" spc="0" normalizeH="0" baseline="0" noProof="0">
              <a:ln>
                <a:noFill/>
              </a:ln>
              <a:solidFill>
                <a:prstClr val="white"/>
              </a:solidFill>
              <a:effectLst/>
              <a:uLnTx/>
              <a:uFillTx/>
              <a:latin typeface="나눔스퀘어OTF ExtraBold" panose="020B0600000101010101" pitchFamily="34" charset="-127"/>
              <a:ea typeface="나눔스퀘어OTF ExtraBold" panose="020B0600000101010101" pitchFamily="34" charset="-127"/>
              <a:cs typeface="+mn-cs"/>
            </a:endParaRPr>
          </a:p>
        </p:txBody>
      </p:sp>
      <p:sp>
        <p:nvSpPr>
          <p:cNvPr id="111" name="직사각형 110">
            <a:extLst>
              <a:ext uri="{FF2B5EF4-FFF2-40B4-BE49-F238E27FC236}">
                <a16:creationId xmlns:a16="http://schemas.microsoft.com/office/drawing/2014/main" id="{803CA560-B5F4-47B3-A621-F056522AEADF}"/>
              </a:ext>
            </a:extLst>
          </p:cNvPr>
          <p:cNvSpPr/>
          <p:nvPr/>
        </p:nvSpPr>
        <p:spPr>
          <a:xfrm>
            <a:off x="0" y="1826821"/>
            <a:ext cx="1577591" cy="57600"/>
          </a:xfrm>
          <a:prstGeom prst="rect">
            <a:avLst/>
          </a:prstGeom>
          <a:solidFill>
            <a:srgbClr val="00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1" lang="ko-Kore-KR" altLang="en-US" sz="1800" b="0" i="0" u="none" strike="noStrike" kern="1200" cap="none" spc="0" normalizeH="0" baseline="0" noProof="0">
              <a:ln>
                <a:noFill/>
              </a:ln>
              <a:solidFill>
                <a:prstClr val="white"/>
              </a:solidFill>
              <a:effectLst/>
              <a:uLnTx/>
              <a:uFillTx/>
              <a:latin typeface="나눔스퀘어OTF ExtraBold" panose="020B0600000101010101" pitchFamily="34" charset="-127"/>
              <a:ea typeface="나눔스퀘어OTF ExtraBold" panose="020B0600000101010101" pitchFamily="34" charset="-127"/>
              <a:cs typeface="+mn-cs"/>
            </a:endParaRPr>
          </a:p>
        </p:txBody>
      </p:sp>
      <p:grpSp>
        <p:nvGrpSpPr>
          <p:cNvPr id="68" name="그룹 67">
            <a:extLst>
              <a:ext uri="{FF2B5EF4-FFF2-40B4-BE49-F238E27FC236}">
                <a16:creationId xmlns:a16="http://schemas.microsoft.com/office/drawing/2014/main" id="{31DC1260-B1A6-19F9-2AEF-DA3AB1DFA5AB}"/>
              </a:ext>
            </a:extLst>
          </p:cNvPr>
          <p:cNvGrpSpPr/>
          <p:nvPr/>
        </p:nvGrpSpPr>
        <p:grpSpPr>
          <a:xfrm>
            <a:off x="0" y="9414537"/>
            <a:ext cx="6883398" cy="300608"/>
            <a:chOff x="0" y="9290173"/>
            <a:chExt cx="6883398" cy="300608"/>
          </a:xfrm>
        </p:grpSpPr>
        <p:sp>
          <p:nvSpPr>
            <p:cNvPr id="45" name="직사각형 44">
              <a:extLst>
                <a:ext uri="{FF2B5EF4-FFF2-40B4-BE49-F238E27FC236}">
                  <a16:creationId xmlns:a16="http://schemas.microsoft.com/office/drawing/2014/main" id="{70945648-16DD-9790-E998-9095B13FFC2B}"/>
                </a:ext>
              </a:extLst>
            </p:cNvPr>
            <p:cNvSpPr/>
            <p:nvPr/>
          </p:nvSpPr>
          <p:spPr>
            <a:xfrm>
              <a:off x="0" y="9533181"/>
              <a:ext cx="1577591" cy="57600"/>
            </a:xfrm>
            <a:prstGeom prst="rect">
              <a:avLst/>
            </a:prstGeom>
            <a:solidFill>
              <a:srgbClr val="00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1" lang="ko-Kore-KR" altLang="en-US" sz="1800" b="0" i="0" u="none" strike="noStrike" kern="1200" cap="none" spc="0" normalizeH="0" baseline="0" noProof="0">
                <a:ln>
                  <a:noFill/>
                </a:ln>
                <a:solidFill>
                  <a:prstClr val="white"/>
                </a:solidFill>
                <a:effectLst/>
                <a:uLnTx/>
                <a:uFillTx/>
                <a:latin typeface="나눔스퀘어OTF ExtraBold" panose="020B0600000101010101" pitchFamily="34" charset="-127"/>
                <a:ea typeface="나눔스퀘어OTF ExtraBold" panose="020B0600000101010101" pitchFamily="34" charset="-127"/>
                <a:cs typeface="+mn-cs"/>
              </a:endParaRPr>
            </a:p>
          </p:txBody>
        </p:sp>
        <p:sp>
          <p:nvSpPr>
            <p:cNvPr id="50" name="TextBox 49">
              <a:extLst>
                <a:ext uri="{FF2B5EF4-FFF2-40B4-BE49-F238E27FC236}">
                  <a16:creationId xmlns:a16="http://schemas.microsoft.com/office/drawing/2014/main" id="{DCC41A51-9245-6068-D141-27BBA27D3FA0}"/>
                </a:ext>
              </a:extLst>
            </p:cNvPr>
            <p:cNvSpPr txBox="1"/>
            <p:nvPr/>
          </p:nvSpPr>
          <p:spPr>
            <a:xfrm>
              <a:off x="348755" y="9290173"/>
              <a:ext cx="1205458" cy="184666"/>
            </a:xfrm>
            <a:prstGeom prst="rect">
              <a:avLst/>
            </a:prstGeom>
            <a:noFill/>
          </p:spPr>
          <p:txBody>
            <a:bodyPr wrap="none" lIns="0" tIns="0" rIns="0" bIns="0" rtlCol="0" anchor="ctr"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 altLang="ko-KR" sz="12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rPr>
                <a:t>IR Contact Point</a:t>
              </a:r>
            </a:p>
          </p:txBody>
        </p:sp>
        <p:sp>
          <p:nvSpPr>
            <p:cNvPr id="48" name="TextBox 47">
              <a:extLst>
                <a:ext uri="{FF2B5EF4-FFF2-40B4-BE49-F238E27FC236}">
                  <a16:creationId xmlns:a16="http://schemas.microsoft.com/office/drawing/2014/main" id="{D461C6C1-0714-4640-444E-48DA11551DD3}"/>
                </a:ext>
              </a:extLst>
            </p:cNvPr>
            <p:cNvSpPr txBox="1"/>
            <p:nvPr/>
          </p:nvSpPr>
          <p:spPr>
            <a:xfrm>
              <a:off x="1721160" y="9318919"/>
              <a:ext cx="5162238" cy="187744"/>
            </a:xfrm>
            <a:prstGeom prst="rect">
              <a:avLst/>
            </a:prstGeom>
            <a:noFill/>
          </p:spPr>
          <p:txBody>
            <a:bodyPr wrap="square" lIns="0" tIns="0" rIns="0" bIns="0" rtlCol="0">
              <a:spAutoFit/>
            </a:bodyPr>
            <a:lstStyle/>
            <a:p>
              <a:pPr marL="0" marR="0" lvl="0" indent="0" algn="l" defTabSz="1219170" rtl="0" eaLnBrk="1" fontAlgn="auto" latinLnBrk="1" hangingPunct="1">
                <a:lnSpc>
                  <a:spcPct val="15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rPr>
                <a:t> </a:t>
              </a:r>
              <a:r>
                <a:rPr kumimoji="0" lang="en" altLang="ko-Kore-KR" sz="900" b="0" i="0" u="none" strike="noStrike" kern="1200" cap="none" spc="0" normalizeH="0" baseline="0" noProof="0">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rPr>
                <a:t>IR Contact Point </a:t>
              </a:r>
              <a:r>
                <a:rPr kumimoji="0" lang="en-US" altLang="ko-KR" sz="900" b="0" i="0" u="none" strike="noStrike" kern="1200" cap="none" spc="0" normalizeH="0" baseline="0" noProof="0">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rPr>
                <a:t>(</a:t>
              </a:r>
              <a:r>
                <a:rPr kumimoji="0" lang="en" altLang="ko-Kore-KR" sz="900" b="0" i="0" u="none" strike="noStrike" kern="1200" cap="none" spc="0" normalizeH="0" baseline="0" noProof="0">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rPr>
                <a:t>+82-2-503-8530 / </a:t>
              </a:r>
              <a:r>
                <a:rPr kumimoji="0" lang="en-US" altLang="ko-Kore-KR" sz="900" b="0" i="0" u="none" strike="noStrike" kern="1200" cap="none" spc="0" normalizeH="0" baseline="0" noProof="0" err="1">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rPr>
                <a:t>IR@pearlabyss.com</a:t>
              </a:r>
              <a:r>
                <a:rPr kumimoji="0" lang="en" altLang="ko-Kore-KR" sz="900" b="0" i="0" u="none" strike="noStrike" kern="1200" cap="none" spc="0" normalizeH="0" baseline="0" noProof="0">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rPr>
                <a:t>)</a:t>
              </a:r>
            </a:p>
          </p:txBody>
        </p:sp>
      </p:grpSp>
      <p:grpSp>
        <p:nvGrpSpPr>
          <p:cNvPr id="73" name="그룹 72">
            <a:extLst>
              <a:ext uri="{FF2B5EF4-FFF2-40B4-BE49-F238E27FC236}">
                <a16:creationId xmlns:a16="http://schemas.microsoft.com/office/drawing/2014/main" id="{CD079E4F-F884-8057-11FF-13296146D55A}"/>
              </a:ext>
            </a:extLst>
          </p:cNvPr>
          <p:cNvGrpSpPr/>
          <p:nvPr/>
        </p:nvGrpSpPr>
        <p:grpSpPr>
          <a:xfrm>
            <a:off x="0" y="8633889"/>
            <a:ext cx="6929120" cy="290449"/>
            <a:chOff x="0" y="8435070"/>
            <a:chExt cx="6929120" cy="290449"/>
          </a:xfrm>
        </p:grpSpPr>
        <p:grpSp>
          <p:nvGrpSpPr>
            <p:cNvPr id="62" name="그룹 61">
              <a:extLst>
                <a:ext uri="{FF2B5EF4-FFF2-40B4-BE49-F238E27FC236}">
                  <a16:creationId xmlns:a16="http://schemas.microsoft.com/office/drawing/2014/main" id="{60B2A956-938C-D274-B006-6568900F12B0}"/>
                </a:ext>
              </a:extLst>
            </p:cNvPr>
            <p:cNvGrpSpPr/>
            <p:nvPr/>
          </p:nvGrpSpPr>
          <p:grpSpPr>
            <a:xfrm>
              <a:off x="0" y="8435070"/>
              <a:ext cx="6929120" cy="290449"/>
              <a:chOff x="0" y="8172258"/>
              <a:chExt cx="6929120" cy="290449"/>
            </a:xfrm>
          </p:grpSpPr>
          <p:sp>
            <p:nvSpPr>
              <p:cNvPr id="63" name="TextBox 62">
                <a:extLst>
                  <a:ext uri="{FF2B5EF4-FFF2-40B4-BE49-F238E27FC236}">
                    <a16:creationId xmlns:a16="http://schemas.microsoft.com/office/drawing/2014/main" id="{9F8CBFDA-30C7-9693-D508-4B4EB6C96281}"/>
                  </a:ext>
                </a:extLst>
              </p:cNvPr>
              <p:cNvSpPr txBox="1"/>
              <p:nvPr/>
            </p:nvSpPr>
            <p:spPr>
              <a:xfrm>
                <a:off x="297955" y="8172258"/>
                <a:ext cx="503343" cy="184666"/>
              </a:xfrm>
              <a:prstGeom prst="rect">
                <a:avLst/>
              </a:prstGeom>
              <a:noFill/>
            </p:spPr>
            <p:txBody>
              <a:bodyPr wrap="none" lIns="0" tIns="0" rIns="0" bIns="0" rtlCol="0" anchor="ctr" anchorCtr="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rPr>
                  <a:t>Events</a:t>
                </a:r>
                <a:endParaRPr kumimoji="0" lang="ko-KR" altLang="en-US" sz="1200" b="0" i="0" u="none" strike="noStrike" kern="1200" cap="none" spc="0" normalizeH="0" baseline="0" noProof="0">
                  <a:ln>
                    <a:noFill/>
                  </a:ln>
                  <a:solidFill>
                    <a:srgbClr val="004984"/>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64" name="직사각형 63">
                <a:extLst>
                  <a:ext uri="{FF2B5EF4-FFF2-40B4-BE49-F238E27FC236}">
                    <a16:creationId xmlns:a16="http://schemas.microsoft.com/office/drawing/2014/main" id="{D3FF1376-B21C-904D-4D00-6BCA9C1349FE}"/>
                  </a:ext>
                </a:extLst>
              </p:cNvPr>
              <p:cNvSpPr/>
              <p:nvPr/>
            </p:nvSpPr>
            <p:spPr>
              <a:xfrm>
                <a:off x="0" y="8405107"/>
                <a:ext cx="1577591" cy="57600"/>
              </a:xfrm>
              <a:prstGeom prst="rect">
                <a:avLst/>
              </a:prstGeom>
              <a:solidFill>
                <a:srgbClr val="0049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1" lang="ko-Kore-KR" altLang="en-US" sz="1800" b="0" i="0" u="none" strike="noStrike" kern="1200" cap="none" spc="0" normalizeH="0" baseline="0" noProof="0">
                  <a:ln>
                    <a:noFill/>
                  </a:ln>
                  <a:solidFill>
                    <a:prstClr val="white"/>
                  </a:solidFill>
                  <a:effectLst/>
                  <a:uLnTx/>
                  <a:uFillTx/>
                  <a:latin typeface="나눔스퀘어 ExtraBold" panose="020B0600000101010101" pitchFamily="50" charset="-127"/>
                  <a:ea typeface="나눔스퀘어 ExtraBold" panose="020B0600000101010101" pitchFamily="50" charset="-127"/>
                  <a:cs typeface="+mn-cs"/>
                </a:endParaRPr>
              </a:p>
            </p:txBody>
          </p:sp>
          <p:sp>
            <p:nvSpPr>
              <p:cNvPr id="65" name="TextBox 64">
                <a:extLst>
                  <a:ext uri="{FF2B5EF4-FFF2-40B4-BE49-F238E27FC236}">
                    <a16:creationId xmlns:a16="http://schemas.microsoft.com/office/drawing/2014/main" id="{A8B70E2F-0FB7-D45E-B52B-5D078ADA1A3D}"/>
                  </a:ext>
                </a:extLst>
              </p:cNvPr>
              <p:cNvSpPr txBox="1"/>
              <p:nvPr/>
            </p:nvSpPr>
            <p:spPr>
              <a:xfrm>
                <a:off x="1766882" y="8195907"/>
                <a:ext cx="5162238" cy="187744"/>
              </a:xfrm>
              <a:prstGeom prst="rect">
                <a:avLst/>
              </a:prstGeom>
              <a:noFill/>
            </p:spPr>
            <p:txBody>
              <a:bodyPr wrap="square" lIns="0" tIns="0" rIns="0" bIns="0" rtlCol="0">
                <a:spAutoFit/>
              </a:bodyPr>
              <a:lstStyle/>
              <a:p>
                <a:pPr marL="0" marR="0" lvl="0" indent="0" algn="l" defTabSz="1219170" rtl="0" eaLnBrk="1" fontAlgn="auto" latinLnBrk="1" hangingPunct="1">
                  <a:lnSpc>
                    <a:spcPct val="150000"/>
                  </a:lnSpc>
                  <a:spcBef>
                    <a:spcPts val="0"/>
                  </a:spcBef>
                  <a:spcAft>
                    <a:spcPts val="0"/>
                  </a:spcAft>
                  <a:buClrTx/>
                  <a:buSzTx/>
                  <a:buFontTx/>
                  <a:buNone/>
                  <a:tabLst/>
                  <a:defRPr/>
                </a:pPr>
                <a:endParaRPr kumimoji="0" lang="en-US" altLang="ko-KR" sz="900" b="0" i="0" u="none" strike="noStrike" kern="1200" cap="none" spc="0" normalizeH="0" baseline="0" noProof="0">
                  <a:ln>
                    <a:noFill/>
                  </a:ln>
                  <a:solidFill>
                    <a:prstClr val="black"/>
                  </a:solidFill>
                  <a:effectLst/>
                  <a:uLnTx/>
                  <a:uFillTx/>
                  <a:latin typeface="나눔스퀘어 ExtraBold" panose="020B0600000101010101" pitchFamily="50" charset="-127"/>
                  <a:ea typeface="나눔스퀘어 ExtraBold" panose="020B0600000101010101" pitchFamily="50" charset="-127"/>
                  <a:cs typeface="+mn-cs"/>
                </a:endParaRPr>
              </a:p>
            </p:txBody>
          </p:sp>
        </p:grpSp>
        <p:sp>
          <p:nvSpPr>
            <p:cNvPr id="71" name="TextBox 70">
              <a:extLst>
                <a:ext uri="{FF2B5EF4-FFF2-40B4-BE49-F238E27FC236}">
                  <a16:creationId xmlns:a16="http://schemas.microsoft.com/office/drawing/2014/main" id="{5863319B-2DD0-D6C4-A975-D14639DEC84D}"/>
                </a:ext>
              </a:extLst>
            </p:cNvPr>
            <p:cNvSpPr txBox="1"/>
            <p:nvPr/>
          </p:nvSpPr>
          <p:spPr>
            <a:xfrm>
              <a:off x="1766882" y="8438774"/>
              <a:ext cx="5162238" cy="187744"/>
            </a:xfrm>
            <a:prstGeom prst="rect">
              <a:avLst/>
            </a:prstGeom>
            <a:noFill/>
          </p:spPr>
          <p:txBody>
            <a:bodyPr wrap="square" lIns="0" tIns="0" rIns="0" bIns="0" rtlCol="0">
              <a:spAutoFit/>
            </a:bodyPr>
            <a:lstStyle/>
            <a:p>
              <a:pPr defTabSz="1219170">
                <a:lnSpc>
                  <a:spcPct val="150000"/>
                </a:lnSpc>
                <a:defRPr/>
              </a:pPr>
              <a:r>
                <a:rPr lang="en-US" altLang="ko-KR" sz="900">
                  <a:latin typeface="나눔스퀘어 ExtraBold" panose="020B0600000101010101" pitchFamily="50" charset="-127"/>
                  <a:ea typeface="나눔스퀘어 ExtraBold" panose="020B0600000101010101" pitchFamily="50" charset="-127"/>
                </a:rPr>
                <a:t>17th Annual General Shareholder Meeting (2026.03.27, 08:00 KST)</a:t>
              </a:r>
            </a:p>
          </p:txBody>
        </p:sp>
      </p:grpSp>
      <p:grpSp>
        <p:nvGrpSpPr>
          <p:cNvPr id="4" name="그룹 3">
            <a:extLst>
              <a:ext uri="{FF2B5EF4-FFF2-40B4-BE49-F238E27FC236}">
                <a16:creationId xmlns:a16="http://schemas.microsoft.com/office/drawing/2014/main" id="{C6A86A03-191B-013E-AF2E-E6434D9C8DF2}"/>
              </a:ext>
            </a:extLst>
          </p:cNvPr>
          <p:cNvGrpSpPr/>
          <p:nvPr/>
        </p:nvGrpSpPr>
        <p:grpSpPr>
          <a:xfrm>
            <a:off x="1077701" y="2273144"/>
            <a:ext cx="5732040" cy="5531039"/>
            <a:chOff x="1077701" y="2082419"/>
            <a:chExt cx="5732040" cy="5531039"/>
          </a:xfrm>
        </p:grpSpPr>
        <p:sp>
          <p:nvSpPr>
            <p:cNvPr id="6" name="TextBox 5">
              <a:extLst>
                <a:ext uri="{FF2B5EF4-FFF2-40B4-BE49-F238E27FC236}">
                  <a16:creationId xmlns:a16="http://schemas.microsoft.com/office/drawing/2014/main" id="{C5253DE5-9576-DADB-F16A-687512EDACE9}"/>
                </a:ext>
              </a:extLst>
            </p:cNvPr>
            <p:cNvSpPr txBox="1"/>
            <p:nvPr/>
          </p:nvSpPr>
          <p:spPr>
            <a:xfrm>
              <a:off x="1774500" y="2091241"/>
              <a:ext cx="5035241" cy="5522217"/>
            </a:xfrm>
            <a:prstGeom prst="rect">
              <a:avLst/>
            </a:prstGeom>
            <a:noFill/>
          </p:spPr>
          <p:txBody>
            <a:bodyPr wrap="square" lIns="0" tIns="0" rIns="0" bIns="0" rtlCol="0" anchor="t" anchorCtr="0">
              <a:spAutoFit/>
            </a:bodyPr>
            <a:lstStyle>
              <a:defPPr>
                <a:defRPr lang="ko-KR"/>
              </a:defPPr>
              <a:lvl1pPr algn="r">
                <a:lnSpc>
                  <a:spcPct val="150000"/>
                </a:lnSpc>
                <a:defRPr sz="800" b="1">
                  <a:solidFill>
                    <a:srgbClr val="002060"/>
                  </a:solidFill>
                  <a:latin typeface="나눔스퀘어 ExtraBold" panose="020B0600000101010101" pitchFamily="50" charset="-127"/>
                  <a:ea typeface="나눔스퀘어 ExtraBold" panose="020B0600000101010101" pitchFamily="50" charset="-127"/>
                </a:defRPr>
              </a:lvl1pPr>
            </a:lstStyle>
            <a:p>
              <a:pPr algn="l"/>
              <a:r>
                <a:rPr lang="en-US" altLang="ko-KR" b="0">
                  <a:hlinkClick r:id="rId5">
                    <a:extLst>
                      <a:ext uri="{A12FA001-AC4F-418D-AE19-62706E023703}">
                        <ahyp:hlinkClr xmlns:ahyp="http://schemas.microsoft.com/office/drawing/2018/hyperlinkcolor" val="tx"/>
                      </a:ext>
                    </a:extLst>
                  </a:hlinkClick>
                </a:rPr>
                <a:t>Anticipation surges with soon-to-be released Crimson Desert</a:t>
              </a:r>
              <a:endParaRPr lang="en-US" altLang="ko-KR" b="0"/>
            </a:p>
            <a:p>
              <a:pPr algn="l"/>
              <a:r>
                <a:rPr lang="en-US" altLang="ko-KR" b="0">
                  <a:hlinkClick r:id="rId6">
                    <a:extLst>
                      <a:ext uri="{A12FA001-AC4F-418D-AE19-62706E023703}">
                        <ahyp:hlinkClr xmlns:ahyp="http://schemas.microsoft.com/office/drawing/2018/hyperlinkcolor" val="tx"/>
                      </a:ext>
                    </a:extLst>
                  </a:hlinkClick>
                </a:rPr>
                <a:t>After seven years of waiting, anxiety around Crimson Desert turned into anticipation</a:t>
              </a:r>
              <a:endParaRPr lang="en-US" altLang="ko-KR" b="0"/>
            </a:p>
            <a:p>
              <a:pPr algn="l"/>
              <a:r>
                <a:rPr lang="en-US" altLang="ko-KR" b="0">
                  <a:hlinkClick r:id="rId7">
                    <a:extLst>
                      <a:ext uri="{A12FA001-AC4F-418D-AE19-62706E023703}">
                        <ahyp:hlinkClr xmlns:ahyp="http://schemas.microsoft.com/office/drawing/2018/hyperlinkcolor" val="tx"/>
                      </a:ext>
                    </a:extLst>
                  </a:hlinkClick>
                </a:rPr>
                <a:t>Pearl Abyss PBR rose to 4x on expectation for Crimson Desert</a:t>
              </a:r>
              <a:r>
                <a:rPr lang="en-US" altLang="ko-KR" b="0"/>
                <a:t> </a:t>
              </a:r>
            </a:p>
            <a:p>
              <a:pPr algn="l"/>
              <a:r>
                <a:rPr lang="en-US" altLang="ko-KR" b="0">
                  <a:hlinkClick r:id="rId8">
                    <a:extLst>
                      <a:ext uri="{A12FA001-AC4F-418D-AE19-62706E023703}">
                        <ahyp:hlinkClr xmlns:ahyp="http://schemas.microsoft.com/office/drawing/2018/hyperlinkcolor" val="tx"/>
                      </a:ext>
                    </a:extLst>
                  </a:hlinkClick>
                </a:rPr>
                <a:t>Crimson Desert wish-list surpassed 2 million</a:t>
              </a:r>
              <a:r>
                <a:rPr lang="en-US" altLang="ko-KR" b="0"/>
                <a:t> </a:t>
              </a:r>
            </a:p>
            <a:p>
              <a:pPr algn="l"/>
              <a:r>
                <a:rPr lang="en-US" altLang="ko-KR" b="0">
                  <a:hlinkClick r:id="rId9">
                    <a:extLst>
                      <a:ext uri="{A12FA001-AC4F-418D-AE19-62706E023703}">
                        <ahyp:hlinkClr xmlns:ahyp="http://schemas.microsoft.com/office/drawing/2018/hyperlinkcolor" val="tx"/>
                      </a:ext>
                    </a:extLst>
                  </a:hlinkClick>
                </a:rPr>
                <a:t>Crimson Desert drew attention with its sheer scale of vast open-world</a:t>
              </a:r>
              <a:endParaRPr lang="en-US" altLang="ko-KR" b="0"/>
            </a:p>
            <a:p>
              <a:pPr algn="l"/>
              <a:r>
                <a:rPr lang="en-US" altLang="ko-KR" b="0">
                  <a:hlinkClick r:id="rId10">
                    <a:extLst>
                      <a:ext uri="{A12FA001-AC4F-418D-AE19-62706E023703}">
                        <ahyp:hlinkClr xmlns:ahyp="http://schemas.microsoft.com/office/drawing/2018/hyperlinkcolor" val="tx"/>
                      </a:ext>
                    </a:extLst>
                  </a:hlinkClick>
                </a:rPr>
                <a:t>Crimson Desert ranked 15th on steam sales chart ahead of release</a:t>
              </a:r>
              <a:r>
                <a:rPr lang="en-US" altLang="ko-KR" b="0"/>
                <a:t> </a:t>
              </a:r>
            </a:p>
            <a:p>
              <a:pPr algn="l"/>
              <a:r>
                <a:rPr lang="en-US" altLang="ko-KR" b="0">
                  <a:hlinkClick r:id="rId11">
                    <a:extLst>
                      <a:ext uri="{A12FA001-AC4F-418D-AE19-62706E023703}">
                        <ahyp:hlinkClr xmlns:ahyp="http://schemas.microsoft.com/office/drawing/2018/hyperlinkcolor" val="tx"/>
                      </a:ext>
                    </a:extLst>
                  </a:hlinkClick>
                </a:rPr>
                <a:t>Pearl abyss released Crimson Deser</a:t>
              </a:r>
              <a:r>
                <a:rPr lang="en-US" altLang="ko-KR" b="0" u="sng">
                  <a:hlinkClick r:id="rId11">
                    <a:extLst>
                      <a:ext uri="{A12FA001-AC4F-418D-AE19-62706E023703}">
                        <ahyp:hlinkClr xmlns:ahyp="http://schemas.microsoft.com/office/drawing/2018/hyperlinkcolor" val="tx"/>
                      </a:ext>
                    </a:extLst>
                  </a:hlinkClick>
                </a:rPr>
                <a:t>t</a:t>
              </a:r>
              <a:r>
                <a:rPr lang="en-US" altLang="ko-KR" b="0" u="sng"/>
                <a:t> </a:t>
              </a:r>
              <a:r>
                <a:rPr lang="en-US" altLang="ko-KR" b="0">
                  <a:hlinkClick r:id="rId11">
                    <a:extLst>
                      <a:ext uri="{A12FA001-AC4F-418D-AE19-62706E023703}">
                        <ahyp:hlinkClr xmlns:ahyp="http://schemas.microsoft.com/office/drawing/2018/hyperlinkcolor" val="tx"/>
                      </a:ext>
                    </a:extLst>
                  </a:hlinkClick>
                </a:rPr>
                <a:t>second preview video ‘combat and growth’ </a:t>
              </a:r>
              <a:endParaRPr lang="en-US" altLang="ko-KR" b="0"/>
            </a:p>
            <a:p>
              <a:pPr algn="l"/>
              <a:r>
                <a:rPr lang="en-US" altLang="ko-KR" b="0">
                  <a:hlinkClick r:id="rId12">
                    <a:extLst>
                      <a:ext uri="{A12FA001-AC4F-418D-AE19-62706E023703}">
                        <ahyp:hlinkClr xmlns:ahyp="http://schemas.microsoft.com/office/drawing/2018/hyperlinkcolor" val="tx"/>
                      </a:ext>
                    </a:extLst>
                  </a:hlinkClick>
                </a:rPr>
                <a:t>Crimson Desert, selected as 2026 most anticipated title</a:t>
              </a:r>
              <a:r>
                <a:rPr lang="en-US" altLang="ko-KR" b="0"/>
                <a:t> </a:t>
              </a:r>
            </a:p>
            <a:p>
              <a:pPr algn="l"/>
              <a:r>
                <a:rPr lang="en-US" altLang="ko-KR" b="0">
                  <a:hlinkClick r:id="rId13">
                    <a:extLst>
                      <a:ext uri="{A12FA001-AC4F-418D-AE19-62706E023703}">
                        <ahyp:hlinkClr xmlns:ahyp="http://schemas.microsoft.com/office/drawing/2018/hyperlinkcolor" val="tx"/>
                      </a:ext>
                    </a:extLst>
                  </a:hlinkClick>
                </a:rPr>
                <a:t>Crimson Desert impressed global fans with its stunning quality</a:t>
              </a:r>
              <a:r>
                <a:rPr lang="en-US" altLang="ko-KR" b="0"/>
                <a:t> </a:t>
              </a:r>
            </a:p>
            <a:p>
              <a:pPr algn="l"/>
              <a:r>
                <a:rPr lang="en-US" altLang="ko-KR" b="0">
                  <a:hlinkClick r:id="rId14">
                    <a:extLst>
                      <a:ext uri="{A12FA001-AC4F-418D-AE19-62706E023703}">
                        <ahyp:hlinkClr xmlns:ahyp="http://schemas.microsoft.com/office/drawing/2018/hyperlinkcolor" val="tx"/>
                      </a:ext>
                    </a:extLst>
                  </a:hlinkClick>
                </a:rPr>
                <a:t>All eyes on Crimson Desert</a:t>
              </a:r>
              <a:r>
                <a:rPr lang="en-US" altLang="ko-KR" b="0"/>
                <a:t> </a:t>
              </a:r>
            </a:p>
            <a:p>
              <a:pPr algn="l"/>
              <a:r>
                <a:rPr lang="en-US" altLang="ko-KR" b="0">
                  <a:hlinkClick r:id="rId15">
                    <a:extLst>
                      <a:ext uri="{A12FA001-AC4F-418D-AE19-62706E023703}">
                        <ahyp:hlinkClr xmlns:ahyp="http://schemas.microsoft.com/office/drawing/2018/hyperlinkcolor" val="tx"/>
                      </a:ext>
                    </a:extLst>
                  </a:hlinkClick>
                </a:rPr>
                <a:t>Overseas youtubers raved about this feature of Crimson Desert</a:t>
              </a:r>
              <a:r>
                <a:rPr lang="en-US" altLang="ko-KR" b="0"/>
                <a:t> </a:t>
              </a:r>
            </a:p>
            <a:p>
              <a:pPr algn="l"/>
              <a:r>
                <a:rPr lang="en-US" altLang="ko-KR" b="0">
                  <a:hlinkClick r:id="rId16">
                    <a:extLst>
                      <a:ext uri="{A12FA001-AC4F-418D-AE19-62706E023703}">
                        <ahyp:hlinkClr xmlns:ahyp="http://schemas.microsoft.com/office/drawing/2018/hyperlinkcolor" val="tx"/>
                      </a:ext>
                    </a:extLst>
                  </a:hlinkClick>
                </a:rPr>
                <a:t>Crimson Desert is a mix of diverse combat styles with high freedom</a:t>
              </a:r>
              <a:r>
                <a:rPr lang="en-US" altLang="ko-KR" b="0"/>
                <a:t> </a:t>
              </a:r>
            </a:p>
            <a:p>
              <a:pPr algn="l"/>
              <a:r>
                <a:rPr lang="en-US" altLang="ko-KR" b="0">
                  <a:hlinkClick r:id="rId17">
                    <a:extLst>
                      <a:ext uri="{A12FA001-AC4F-418D-AE19-62706E023703}">
                        <ahyp:hlinkClr xmlns:ahyp="http://schemas.microsoft.com/office/drawing/2018/hyperlinkcolor" val="tx"/>
                      </a:ext>
                    </a:extLst>
                  </a:hlinkClick>
                </a:rPr>
                <a:t>Key details of Crimson Desert is revealed</a:t>
              </a:r>
              <a:endParaRPr lang="en-US" altLang="ko-KR" b="0"/>
            </a:p>
            <a:p>
              <a:pPr algn="l"/>
              <a:r>
                <a:rPr lang="en-US" altLang="ko-KR" b="0">
                  <a:hlinkClick r:id="rId18">
                    <a:extLst>
                      <a:ext uri="{A12FA001-AC4F-418D-AE19-62706E023703}">
                        <ahyp:hlinkClr xmlns:ahyp="http://schemas.microsoft.com/office/drawing/2018/hyperlinkcolor" val="tx"/>
                      </a:ext>
                    </a:extLst>
                  </a:hlinkClick>
                </a:rPr>
                <a:t>Black Desert PC and Mobile launched lunar new year events</a:t>
              </a:r>
              <a:r>
                <a:rPr lang="en-US" altLang="ko-KR" b="0"/>
                <a:t> </a:t>
              </a:r>
            </a:p>
            <a:p>
              <a:pPr algn="l"/>
              <a:r>
                <a:rPr lang="en-US" altLang="ko-KR" b="0">
                  <a:hlinkClick r:id="rId19">
                    <a:extLst>
                      <a:ext uri="{A12FA001-AC4F-418D-AE19-62706E023703}">
                        <ahyp:hlinkClr xmlns:ahyp="http://schemas.microsoft.com/office/drawing/2018/hyperlinkcolor" val="tx"/>
                      </a:ext>
                    </a:extLst>
                  </a:hlinkClick>
                </a:rPr>
                <a:t>Pearl abyss shared a plan on ‘</a:t>
              </a:r>
              <a:r>
                <a:rPr lang="en-US" altLang="ko-KR" b="0" err="1">
                  <a:hlinkClick r:id="rId19">
                    <a:extLst>
                      <a:ext uri="{A12FA001-AC4F-418D-AE19-62706E023703}">
                        <ahyp:hlinkClr xmlns:ahyp="http://schemas.microsoft.com/office/drawing/2018/hyperlinkcolor" val="tx"/>
                      </a:ext>
                    </a:extLst>
                  </a:hlinkClick>
                </a:rPr>
                <a:t>DokeV</a:t>
              </a:r>
              <a:r>
                <a:rPr lang="en-US" altLang="ko-KR" b="0">
                  <a:hlinkClick r:id="rId19">
                    <a:extLst>
                      <a:ext uri="{A12FA001-AC4F-418D-AE19-62706E023703}">
                        <ahyp:hlinkClr xmlns:ahyp="http://schemas.microsoft.com/office/drawing/2018/hyperlinkcolor" val="tx"/>
                      </a:ext>
                    </a:extLst>
                  </a:hlinkClick>
                </a:rPr>
                <a:t>’ updates in earnings call</a:t>
              </a:r>
              <a:r>
                <a:rPr lang="en-US" altLang="ko-KR" b="0"/>
                <a:t> </a:t>
              </a:r>
            </a:p>
            <a:p>
              <a:pPr algn="l"/>
              <a:r>
                <a:rPr lang="en-US" altLang="ko-KR" b="0">
                  <a:hlinkClick r:id="rId20">
                    <a:extLst>
                      <a:ext uri="{A12FA001-AC4F-418D-AE19-62706E023703}">
                        <ahyp:hlinkClr xmlns:ahyp="http://schemas.microsoft.com/office/drawing/2018/hyperlinkcolor" val="tx"/>
                      </a:ext>
                    </a:extLst>
                  </a:hlinkClick>
                </a:rPr>
                <a:t>Crimson Desert setting a new standard</a:t>
              </a:r>
              <a:r>
                <a:rPr lang="en-US" altLang="ko-KR" b="0" u="sng"/>
                <a:t> of</a:t>
              </a:r>
              <a:r>
                <a:rPr lang="en-US" altLang="ko-KR" b="0" u="sng">
                  <a:hlinkClick r:id="rId20">
                    <a:extLst>
                      <a:ext uri="{A12FA001-AC4F-418D-AE19-62706E023703}">
                        <ahyp:hlinkClr xmlns:ahyp="http://schemas.microsoft.com/office/drawing/2018/hyperlinkcolor" val="tx"/>
                      </a:ext>
                    </a:extLst>
                  </a:hlinkClick>
                </a:rPr>
                <a:t> </a:t>
              </a:r>
              <a:r>
                <a:rPr lang="en-US" altLang="ko-KR" b="0">
                  <a:hlinkClick r:id="rId20">
                    <a:extLst>
                      <a:ext uri="{A12FA001-AC4F-418D-AE19-62706E023703}">
                        <ahyp:hlinkClr xmlns:ahyp="http://schemas.microsoft.com/office/drawing/2018/hyperlinkcolor" val="tx"/>
                      </a:ext>
                    </a:extLst>
                  </a:hlinkClick>
                </a:rPr>
                <a:t>open-world</a:t>
              </a:r>
              <a:r>
                <a:rPr lang="en-US" altLang="ko-KR" b="0"/>
                <a:t> </a:t>
              </a:r>
            </a:p>
            <a:p>
              <a:pPr algn="l"/>
              <a:r>
                <a:rPr lang="en-US" altLang="ko-KR" b="0">
                  <a:hlinkClick r:id="rId21">
                    <a:extLst>
                      <a:ext uri="{A12FA001-AC4F-418D-AE19-62706E023703}">
                        <ahyp:hlinkClr xmlns:ahyp="http://schemas.microsoft.com/office/drawing/2018/hyperlinkcolor" val="tx"/>
                      </a:ext>
                    </a:extLst>
                  </a:hlinkClick>
                </a:rPr>
                <a:t>Life contents in Crimson Desert deepens gameplay</a:t>
              </a:r>
              <a:r>
                <a:rPr lang="en-US" altLang="ko-KR" b="0"/>
                <a:t> </a:t>
              </a:r>
            </a:p>
            <a:p>
              <a:pPr algn="l"/>
              <a:r>
                <a:rPr lang="en-US" altLang="ko-KR" b="0">
                  <a:hlinkClick r:id="rId22">
                    <a:extLst>
                      <a:ext uri="{A12FA001-AC4F-418D-AE19-62706E023703}">
                        <ahyp:hlinkClr xmlns:ahyp="http://schemas.microsoft.com/office/drawing/2018/hyperlinkcolor" val="tx"/>
                      </a:ext>
                    </a:extLst>
                  </a:hlinkClick>
                </a:rPr>
                <a:t>Black Desert PC &amp; Black Desert Mobile announced lunar new year celebrations</a:t>
              </a:r>
              <a:r>
                <a:rPr lang="en-US" altLang="ko-KR" b="0"/>
                <a:t> </a:t>
              </a:r>
            </a:p>
            <a:p>
              <a:pPr algn="l"/>
              <a:r>
                <a:rPr lang="en-US" altLang="ko-KR" b="0">
                  <a:hlinkClick r:id="rId23">
                    <a:extLst>
                      <a:ext uri="{A12FA001-AC4F-418D-AE19-62706E023703}">
                        <ahyp:hlinkClr xmlns:ahyp="http://schemas.microsoft.com/office/drawing/2018/hyperlinkcolor" val="tx"/>
                      </a:ext>
                    </a:extLst>
                  </a:hlinkClick>
                </a:rPr>
                <a:t>Pearl Abyss kicks off carnival celebrations in Black Desert PC with exclusive rewards</a:t>
              </a:r>
              <a:r>
                <a:rPr lang="en-US" altLang="ko-KR" b="0"/>
                <a:t> </a:t>
              </a:r>
            </a:p>
            <a:p>
              <a:pPr algn="l"/>
              <a:r>
                <a:rPr lang="en-US" altLang="ko-KR" b="0">
                  <a:hlinkClick r:id="rId24">
                    <a:extLst>
                      <a:ext uri="{A12FA001-AC4F-418D-AE19-62706E023703}">
                        <ahyp:hlinkClr xmlns:ahyp="http://schemas.microsoft.com/office/drawing/2018/hyperlinkcolor" val="tx"/>
                      </a:ext>
                    </a:extLst>
                  </a:hlinkClick>
                </a:rPr>
                <a:t>Black Desert maintained its status as a leading Korean game IP</a:t>
              </a:r>
              <a:r>
                <a:rPr lang="en-US" altLang="ko-KR" b="0"/>
                <a:t> </a:t>
              </a:r>
            </a:p>
            <a:p>
              <a:pPr algn="l"/>
              <a:r>
                <a:rPr lang="en-US" altLang="ko-KR" b="0">
                  <a:hlinkClick r:id="rId25">
                    <a:extLst>
                      <a:ext uri="{A12FA001-AC4F-418D-AE19-62706E023703}">
                        <ahyp:hlinkClr xmlns:ahyp="http://schemas.microsoft.com/office/drawing/2018/hyperlinkcolor" val="tx"/>
                      </a:ext>
                    </a:extLst>
                  </a:hlinkClick>
                </a:rPr>
                <a:t>Crimson Desert completed its open-world with life content</a:t>
              </a:r>
              <a:r>
                <a:rPr lang="en-US" altLang="ko-KR" b="0"/>
                <a:t> </a:t>
              </a:r>
            </a:p>
            <a:p>
              <a:pPr algn="l"/>
              <a:r>
                <a:rPr lang="en-US" altLang="ko-KR" b="0">
                  <a:hlinkClick r:id="rId26">
                    <a:extLst>
                      <a:ext uri="{A12FA001-AC4F-418D-AE19-62706E023703}">
                        <ahyp:hlinkClr xmlns:ahyp="http://schemas.microsoft.com/office/drawing/2018/hyperlinkcolor" val="tx"/>
                      </a:ext>
                    </a:extLst>
                  </a:hlinkClick>
                </a:rPr>
                <a:t>What made Crimson Desert popular especially among overseas users</a:t>
              </a:r>
              <a:endParaRPr lang="en-US" altLang="ko-KR" b="0"/>
            </a:p>
            <a:p>
              <a:pPr algn="l"/>
              <a:r>
                <a:rPr lang="en-US" altLang="ko-KR" b="0">
                  <a:hlinkClick r:id="rId27">
                    <a:extLst>
                      <a:ext uri="{A12FA001-AC4F-418D-AE19-62706E023703}">
                        <ahyp:hlinkClr xmlns:ahyp="http://schemas.microsoft.com/office/drawing/2018/hyperlinkcolor" val="tx"/>
                      </a:ext>
                    </a:extLst>
                  </a:hlinkClick>
                </a:rPr>
                <a:t>Black Desert Mobile newly relaunches on March 3</a:t>
              </a:r>
              <a:r>
                <a:rPr lang="en-US" altLang="ko-KR" b="0" u="sng"/>
                <a:t>rd</a:t>
              </a:r>
              <a:r>
                <a:rPr lang="en-US" altLang="ko-KR" b="0"/>
                <a:t> </a:t>
              </a:r>
            </a:p>
            <a:p>
              <a:pPr algn="l"/>
              <a:r>
                <a:rPr lang="en-US" altLang="ko-KR" b="0">
                  <a:hlinkClick r:id="rId28">
                    <a:extLst>
                      <a:ext uri="{A12FA001-AC4F-418D-AE19-62706E023703}">
                        <ahyp:hlinkClr xmlns:ahyp="http://schemas.microsoft.com/office/drawing/2018/hyperlinkcolor" val="tx"/>
                      </a:ext>
                    </a:extLst>
                  </a:hlinkClick>
                </a:rPr>
                <a:t>Crimson Desert’s massive scale left optimization as the final task</a:t>
              </a:r>
              <a:r>
                <a:rPr lang="en-US" altLang="ko-KR" b="0"/>
                <a:t> </a:t>
              </a:r>
            </a:p>
            <a:p>
              <a:pPr algn="l"/>
              <a:r>
                <a:rPr lang="en-US" altLang="ko-KR" b="0">
                  <a:hlinkClick r:id="rId29">
                    <a:extLst>
                      <a:ext uri="{A12FA001-AC4F-418D-AE19-62706E023703}">
                        <ahyp:hlinkClr xmlns:ahyp="http://schemas.microsoft.com/office/drawing/2018/hyperlinkcolor" val="tx"/>
                      </a:ext>
                    </a:extLst>
                  </a:hlinkClick>
                </a:rPr>
                <a:t>Pearl Abyss revealed its development facility</a:t>
              </a:r>
              <a:endParaRPr lang="en-US" altLang="ko-KR" b="0"/>
            </a:p>
            <a:p>
              <a:pPr algn="l"/>
              <a:r>
                <a:rPr lang="en-US" altLang="ko-KR" b="0">
                  <a:hlinkClick r:id="rId30">
                    <a:extLst>
                      <a:ext uri="{A12FA001-AC4F-418D-AE19-62706E023703}">
                        <ahyp:hlinkClr xmlns:ahyp="http://schemas.microsoft.com/office/drawing/2018/hyperlinkcolor" val="tx"/>
                      </a:ext>
                    </a:extLst>
                  </a:hlinkClick>
                </a:rPr>
                <a:t>8th anniversary of Black Desert Mobile</a:t>
              </a:r>
              <a:r>
                <a:rPr lang="en-US" altLang="ko-KR" b="0"/>
                <a:t> </a:t>
              </a:r>
            </a:p>
            <a:p>
              <a:pPr algn="l"/>
              <a:r>
                <a:rPr lang="en-US" altLang="ko-KR" b="0">
                  <a:hlinkClick r:id="rId31">
                    <a:extLst>
                      <a:ext uri="{A12FA001-AC4F-418D-AE19-62706E023703}">
                        <ahyp:hlinkClr xmlns:ahyp="http://schemas.microsoft.com/office/drawing/2018/hyperlinkcolor" val="tx"/>
                      </a:ext>
                    </a:extLst>
                  </a:hlinkClick>
                </a:rPr>
                <a:t>Black Desert held a special thank you event</a:t>
              </a:r>
              <a:r>
                <a:rPr lang="en-US" altLang="ko-KR" b="0"/>
                <a:t> </a:t>
              </a:r>
            </a:p>
            <a:p>
              <a:pPr algn="l"/>
              <a:r>
                <a:rPr lang="en-US" altLang="ko-KR" b="0">
                  <a:hlinkClick r:id="rId32">
                    <a:extLst>
                      <a:ext uri="{A12FA001-AC4F-418D-AE19-62706E023703}">
                        <ahyp:hlinkClr xmlns:ahyp="http://schemas.microsoft.com/office/drawing/2018/hyperlinkcolor" val="tx"/>
                      </a:ext>
                    </a:extLst>
                  </a:hlinkClick>
                </a:rPr>
                <a:t>Interview with Crimson Desert's voice cast</a:t>
              </a:r>
              <a:r>
                <a:rPr lang="en-US" altLang="ko-KR" b="0"/>
                <a:t> </a:t>
              </a:r>
            </a:p>
            <a:p>
              <a:pPr algn="l"/>
              <a:r>
                <a:rPr lang="en-US" altLang="ko-KR" b="0">
                  <a:hlinkClick r:id="rId33">
                    <a:extLst>
                      <a:ext uri="{A12FA001-AC4F-418D-AE19-62706E023703}">
                        <ahyp:hlinkClr xmlns:ahyp="http://schemas.microsoft.com/office/drawing/2018/hyperlinkcolor" val="tx"/>
                      </a:ext>
                    </a:extLst>
                  </a:hlinkClick>
                </a:rPr>
                <a:t>Crimson Desert revealed its voice cast</a:t>
              </a:r>
              <a:r>
                <a:rPr lang="en-US" altLang="ko-KR" b="0"/>
                <a:t> </a:t>
              </a:r>
            </a:p>
            <a:p>
              <a:pPr algn="l"/>
              <a:r>
                <a:rPr lang="en-US" altLang="ko-KR" b="0">
                  <a:hlinkClick r:id="rId34">
                    <a:extLst>
                      <a:ext uri="{A12FA001-AC4F-418D-AE19-62706E023703}">
                        <ahyp:hlinkClr xmlns:ahyp="http://schemas.microsoft.com/office/drawing/2018/hyperlinkcolor" val="tx"/>
                      </a:ext>
                    </a:extLst>
                  </a:hlinkClick>
                </a:rPr>
                <a:t>Crimson Desert will launch on March 2</a:t>
              </a:r>
              <a:r>
                <a:rPr lang="en-US" altLang="ko-KR" b="0" u="sng">
                  <a:hlinkClick r:id="rId34">
                    <a:extLst>
                      <a:ext uri="{A12FA001-AC4F-418D-AE19-62706E023703}">
                        <ahyp:hlinkClr xmlns:ahyp="http://schemas.microsoft.com/office/drawing/2018/hyperlinkcolor" val="tx"/>
                      </a:ext>
                    </a:extLst>
                  </a:hlinkClick>
                </a:rPr>
                <a:t>0</a:t>
              </a:r>
              <a:r>
                <a:rPr lang="en-US" altLang="ko-KR" b="0" u="sng"/>
                <a:t>th</a:t>
              </a:r>
              <a:r>
                <a:rPr lang="en-US" altLang="ko-KR" b="0"/>
                <a:t> </a:t>
              </a:r>
            </a:p>
          </p:txBody>
        </p:sp>
        <p:sp>
          <p:nvSpPr>
            <p:cNvPr id="9" name="TextBox 8">
              <a:extLst>
                <a:ext uri="{FF2B5EF4-FFF2-40B4-BE49-F238E27FC236}">
                  <a16:creationId xmlns:a16="http://schemas.microsoft.com/office/drawing/2014/main" id="{B74837E0-34DB-6BB4-F0F8-0D89B0316A3B}"/>
                </a:ext>
              </a:extLst>
            </p:cNvPr>
            <p:cNvSpPr txBox="1"/>
            <p:nvPr/>
          </p:nvSpPr>
          <p:spPr>
            <a:xfrm>
              <a:off x="1077701" y="2082419"/>
              <a:ext cx="317458" cy="5337551"/>
            </a:xfrm>
            <a:prstGeom prst="rect">
              <a:avLst/>
            </a:prstGeom>
            <a:noFill/>
          </p:spPr>
          <p:txBody>
            <a:bodyPr wrap="none" lIns="0" tIns="0" rIns="0" bIns="0" rtlCol="0" anchor="t" anchorCtr="0">
              <a:spAutoFit/>
            </a:bodyPr>
            <a:lstStyle/>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02. 02</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02. 03</a:t>
              </a: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02. 04</a:t>
              </a: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02. 05</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02. 06</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02. 09</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02. 10</a:t>
              </a: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02. 11</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02. 12</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02. 13</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02. 14</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02. 19</a:t>
              </a: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02. 20</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02. 23</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02. 25</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02. 26</a:t>
              </a:r>
            </a:p>
            <a:p>
              <a:pPr algn="r">
                <a:lnSpc>
                  <a:spcPct val="150000"/>
                </a:lnSpc>
              </a:pPr>
              <a:endParaRPr lang="en-US" altLang="ko-KR" sz="800">
                <a:solidFill>
                  <a:srgbClr val="002060"/>
                </a:solidFill>
                <a:latin typeface="나눔스퀘어 ExtraBold" panose="020B0600000101010101" pitchFamily="50" charset="-127"/>
                <a:ea typeface="나눔스퀘어 ExtraBold" panose="020B0600000101010101" pitchFamily="50" charset="-127"/>
              </a:endParaRP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02. 27</a:t>
              </a:r>
            </a:p>
          </p:txBody>
        </p:sp>
        <p:grpSp>
          <p:nvGrpSpPr>
            <p:cNvPr id="12" name="그룹 11">
              <a:extLst>
                <a:ext uri="{FF2B5EF4-FFF2-40B4-BE49-F238E27FC236}">
                  <a16:creationId xmlns:a16="http://schemas.microsoft.com/office/drawing/2014/main" id="{2CEC13A9-B8B8-FF2C-7130-16171D382AB5}"/>
                </a:ext>
              </a:extLst>
            </p:cNvPr>
            <p:cNvGrpSpPr/>
            <p:nvPr/>
          </p:nvGrpSpPr>
          <p:grpSpPr>
            <a:xfrm>
              <a:off x="1537204" y="2145384"/>
              <a:ext cx="63500" cy="5337231"/>
              <a:chOff x="1537204" y="2145384"/>
              <a:chExt cx="63500" cy="5337231"/>
            </a:xfrm>
          </p:grpSpPr>
          <p:cxnSp>
            <p:nvCxnSpPr>
              <p:cNvPr id="13" name="직선 연결선[R] 16">
                <a:extLst>
                  <a:ext uri="{FF2B5EF4-FFF2-40B4-BE49-F238E27FC236}">
                    <a16:creationId xmlns:a16="http://schemas.microsoft.com/office/drawing/2014/main" id="{E80225D0-AD5B-5A5E-DF9A-794526E70D36}"/>
                  </a:ext>
                </a:extLst>
              </p:cNvPr>
              <p:cNvCxnSpPr>
                <a:cxnSpLocks/>
              </p:cNvCxnSpPr>
              <p:nvPr/>
            </p:nvCxnSpPr>
            <p:spPr>
              <a:xfrm>
                <a:off x="1568954" y="2208883"/>
                <a:ext cx="0" cy="5273732"/>
              </a:xfrm>
              <a:prstGeom prst="line">
                <a:avLst/>
              </a:prstGeom>
              <a:ln>
                <a:solidFill>
                  <a:srgbClr val="B7B7B7"/>
                </a:solidFill>
              </a:ln>
            </p:spPr>
            <p:style>
              <a:lnRef idx="1">
                <a:schemeClr val="accent1"/>
              </a:lnRef>
              <a:fillRef idx="0">
                <a:schemeClr val="accent1"/>
              </a:fillRef>
              <a:effectRef idx="0">
                <a:schemeClr val="accent1"/>
              </a:effectRef>
              <a:fontRef idx="minor">
                <a:schemeClr val="tx1"/>
              </a:fontRef>
            </p:style>
          </p:cxnSp>
          <p:pic>
            <p:nvPicPr>
              <p:cNvPr id="14" name="그림 13">
                <a:extLst>
                  <a:ext uri="{FF2B5EF4-FFF2-40B4-BE49-F238E27FC236}">
                    <a16:creationId xmlns:a16="http://schemas.microsoft.com/office/drawing/2014/main" id="{CAB4F693-D97D-4B9A-AF3E-3C3BBAB165CA}"/>
                  </a:ext>
                </a:extLst>
              </p:cNvPr>
              <p:cNvPicPr>
                <a:picLocks noChangeAspect="1"/>
              </p:cNvPicPr>
              <p:nvPr/>
            </p:nvPicPr>
            <p:blipFill>
              <a:blip r:embed="rId35"/>
              <a:stretch>
                <a:fillRect/>
              </a:stretch>
            </p:blipFill>
            <p:spPr>
              <a:xfrm>
                <a:off x="1537204" y="2145384"/>
                <a:ext cx="63500" cy="63500"/>
              </a:xfrm>
              <a:prstGeom prst="rect">
                <a:avLst/>
              </a:prstGeom>
            </p:spPr>
          </p:pic>
          <p:pic>
            <p:nvPicPr>
              <p:cNvPr id="15" name="그림 14">
                <a:extLst>
                  <a:ext uri="{FF2B5EF4-FFF2-40B4-BE49-F238E27FC236}">
                    <a16:creationId xmlns:a16="http://schemas.microsoft.com/office/drawing/2014/main" id="{3FBCCD2B-ACBD-5F58-5AA0-D35DBC80FDA1}"/>
                  </a:ext>
                </a:extLst>
              </p:cNvPr>
              <p:cNvPicPr>
                <a:picLocks noChangeAspect="1"/>
              </p:cNvPicPr>
              <p:nvPr/>
            </p:nvPicPr>
            <p:blipFill>
              <a:blip r:embed="rId35"/>
              <a:stretch>
                <a:fillRect/>
              </a:stretch>
            </p:blipFill>
            <p:spPr>
              <a:xfrm>
                <a:off x="1537204" y="5262027"/>
                <a:ext cx="63500" cy="63500"/>
              </a:xfrm>
              <a:prstGeom prst="rect">
                <a:avLst/>
              </a:prstGeom>
            </p:spPr>
          </p:pic>
          <p:pic>
            <p:nvPicPr>
              <p:cNvPr id="16" name="그림 15">
                <a:extLst>
                  <a:ext uri="{FF2B5EF4-FFF2-40B4-BE49-F238E27FC236}">
                    <a16:creationId xmlns:a16="http://schemas.microsoft.com/office/drawing/2014/main" id="{DBF748E5-CC29-764F-E736-8B301103C470}"/>
                  </a:ext>
                </a:extLst>
              </p:cNvPr>
              <p:cNvPicPr>
                <a:picLocks noChangeAspect="1"/>
              </p:cNvPicPr>
              <p:nvPr/>
            </p:nvPicPr>
            <p:blipFill>
              <a:blip r:embed="rId35"/>
              <a:stretch>
                <a:fillRect/>
              </a:stretch>
            </p:blipFill>
            <p:spPr>
              <a:xfrm>
                <a:off x="1537204" y="2516900"/>
                <a:ext cx="63500" cy="63500"/>
              </a:xfrm>
              <a:prstGeom prst="rect">
                <a:avLst/>
              </a:prstGeom>
            </p:spPr>
          </p:pic>
          <p:pic>
            <p:nvPicPr>
              <p:cNvPr id="17" name="그림 16">
                <a:extLst>
                  <a:ext uri="{FF2B5EF4-FFF2-40B4-BE49-F238E27FC236}">
                    <a16:creationId xmlns:a16="http://schemas.microsoft.com/office/drawing/2014/main" id="{3FCDBD7D-ECB5-9046-27C6-5DB3035B668B}"/>
                  </a:ext>
                </a:extLst>
              </p:cNvPr>
              <p:cNvPicPr>
                <a:picLocks noChangeAspect="1"/>
              </p:cNvPicPr>
              <p:nvPr/>
            </p:nvPicPr>
            <p:blipFill>
              <a:blip r:embed="rId35"/>
              <a:stretch>
                <a:fillRect/>
              </a:stretch>
            </p:blipFill>
            <p:spPr>
              <a:xfrm>
                <a:off x="1537204" y="5807397"/>
                <a:ext cx="63500" cy="63500"/>
              </a:xfrm>
              <a:prstGeom prst="rect">
                <a:avLst/>
              </a:prstGeom>
            </p:spPr>
          </p:pic>
          <p:pic>
            <p:nvPicPr>
              <p:cNvPr id="18" name="그림 17">
                <a:extLst>
                  <a:ext uri="{FF2B5EF4-FFF2-40B4-BE49-F238E27FC236}">
                    <a16:creationId xmlns:a16="http://schemas.microsoft.com/office/drawing/2014/main" id="{03EC04E4-3DBD-2AB5-9FDA-637EFC971A6C}"/>
                  </a:ext>
                </a:extLst>
              </p:cNvPr>
              <p:cNvPicPr>
                <a:picLocks noChangeAspect="1"/>
              </p:cNvPicPr>
              <p:nvPr/>
            </p:nvPicPr>
            <p:blipFill>
              <a:blip r:embed="rId35"/>
              <a:stretch>
                <a:fillRect/>
              </a:stretch>
            </p:blipFill>
            <p:spPr>
              <a:xfrm>
                <a:off x="1537204" y="3615616"/>
                <a:ext cx="63500" cy="63500"/>
              </a:xfrm>
              <a:prstGeom prst="rect">
                <a:avLst/>
              </a:prstGeom>
            </p:spPr>
          </p:pic>
          <p:pic>
            <p:nvPicPr>
              <p:cNvPr id="19" name="그림 18">
                <a:extLst>
                  <a:ext uri="{FF2B5EF4-FFF2-40B4-BE49-F238E27FC236}">
                    <a16:creationId xmlns:a16="http://schemas.microsoft.com/office/drawing/2014/main" id="{D997B719-70E5-5E18-88F3-5ED528B94F0C}"/>
                  </a:ext>
                </a:extLst>
              </p:cNvPr>
              <p:cNvPicPr>
                <a:picLocks noChangeAspect="1"/>
              </p:cNvPicPr>
              <p:nvPr/>
            </p:nvPicPr>
            <p:blipFill>
              <a:blip r:embed="rId35"/>
              <a:stretch>
                <a:fillRect/>
              </a:stretch>
            </p:blipFill>
            <p:spPr>
              <a:xfrm>
                <a:off x="1537204" y="2700246"/>
                <a:ext cx="63500" cy="63500"/>
              </a:xfrm>
              <a:prstGeom prst="rect">
                <a:avLst/>
              </a:prstGeom>
            </p:spPr>
          </p:pic>
          <p:pic>
            <p:nvPicPr>
              <p:cNvPr id="20" name="그림 19">
                <a:extLst>
                  <a:ext uri="{FF2B5EF4-FFF2-40B4-BE49-F238E27FC236}">
                    <a16:creationId xmlns:a16="http://schemas.microsoft.com/office/drawing/2014/main" id="{9C491362-FEEB-3233-42A7-48297BFC96F5}"/>
                  </a:ext>
                </a:extLst>
              </p:cNvPr>
              <p:cNvPicPr>
                <a:picLocks noChangeAspect="1"/>
              </p:cNvPicPr>
              <p:nvPr/>
            </p:nvPicPr>
            <p:blipFill>
              <a:blip r:embed="rId35"/>
              <a:stretch>
                <a:fillRect/>
              </a:stretch>
            </p:blipFill>
            <p:spPr>
              <a:xfrm>
                <a:off x="1537204" y="4529765"/>
                <a:ext cx="63500" cy="63500"/>
              </a:xfrm>
              <a:prstGeom prst="rect">
                <a:avLst/>
              </a:prstGeom>
            </p:spPr>
          </p:pic>
          <p:pic>
            <p:nvPicPr>
              <p:cNvPr id="21" name="그림 20">
                <a:extLst>
                  <a:ext uri="{FF2B5EF4-FFF2-40B4-BE49-F238E27FC236}">
                    <a16:creationId xmlns:a16="http://schemas.microsoft.com/office/drawing/2014/main" id="{049B3F5D-7D6E-EDC4-9A55-7DFD37898446}"/>
                  </a:ext>
                </a:extLst>
              </p:cNvPr>
              <p:cNvPicPr>
                <a:picLocks noChangeAspect="1"/>
              </p:cNvPicPr>
              <p:nvPr/>
            </p:nvPicPr>
            <p:blipFill>
              <a:blip r:embed="rId35"/>
              <a:stretch>
                <a:fillRect/>
              </a:stretch>
            </p:blipFill>
            <p:spPr>
              <a:xfrm>
                <a:off x="1537204" y="4155626"/>
                <a:ext cx="63500" cy="63500"/>
              </a:xfrm>
              <a:prstGeom prst="rect">
                <a:avLst/>
              </a:prstGeom>
            </p:spPr>
          </p:pic>
          <p:pic>
            <p:nvPicPr>
              <p:cNvPr id="22" name="그림 21">
                <a:extLst>
                  <a:ext uri="{FF2B5EF4-FFF2-40B4-BE49-F238E27FC236}">
                    <a16:creationId xmlns:a16="http://schemas.microsoft.com/office/drawing/2014/main" id="{CF9E2D89-001A-3D26-B2FD-ACF3734901A7}"/>
                  </a:ext>
                </a:extLst>
              </p:cNvPr>
              <p:cNvPicPr>
                <a:picLocks noChangeAspect="1"/>
              </p:cNvPicPr>
              <p:nvPr/>
            </p:nvPicPr>
            <p:blipFill>
              <a:blip r:embed="rId35"/>
              <a:stretch>
                <a:fillRect/>
              </a:stretch>
            </p:blipFill>
            <p:spPr>
              <a:xfrm>
                <a:off x="1537204" y="3982308"/>
                <a:ext cx="63500" cy="63500"/>
              </a:xfrm>
              <a:prstGeom prst="rect">
                <a:avLst/>
              </a:prstGeom>
            </p:spPr>
          </p:pic>
          <p:pic>
            <p:nvPicPr>
              <p:cNvPr id="23" name="그림 22">
                <a:extLst>
                  <a:ext uri="{FF2B5EF4-FFF2-40B4-BE49-F238E27FC236}">
                    <a16:creationId xmlns:a16="http://schemas.microsoft.com/office/drawing/2014/main" id="{9F158608-0AC0-AA65-BC91-386C542B2BFC}"/>
                  </a:ext>
                </a:extLst>
              </p:cNvPr>
              <p:cNvPicPr>
                <a:picLocks noChangeAspect="1"/>
              </p:cNvPicPr>
              <p:nvPr/>
            </p:nvPicPr>
            <p:blipFill>
              <a:blip r:embed="rId35"/>
              <a:stretch>
                <a:fillRect/>
              </a:stretch>
            </p:blipFill>
            <p:spPr>
              <a:xfrm>
                <a:off x="1537204" y="5630608"/>
                <a:ext cx="63500" cy="63500"/>
              </a:xfrm>
              <a:prstGeom prst="rect">
                <a:avLst/>
              </a:prstGeom>
            </p:spPr>
          </p:pic>
          <p:pic>
            <p:nvPicPr>
              <p:cNvPr id="24" name="그림 23">
                <a:extLst>
                  <a:ext uri="{FF2B5EF4-FFF2-40B4-BE49-F238E27FC236}">
                    <a16:creationId xmlns:a16="http://schemas.microsoft.com/office/drawing/2014/main" id="{8BB173C5-5286-D07F-CE2C-8E9F4D3094C6}"/>
                  </a:ext>
                </a:extLst>
              </p:cNvPr>
              <p:cNvPicPr>
                <a:picLocks noChangeAspect="1"/>
              </p:cNvPicPr>
              <p:nvPr/>
            </p:nvPicPr>
            <p:blipFill>
              <a:blip r:embed="rId35"/>
              <a:stretch>
                <a:fillRect/>
              </a:stretch>
            </p:blipFill>
            <p:spPr>
              <a:xfrm>
                <a:off x="1537204" y="4895752"/>
                <a:ext cx="63500" cy="63500"/>
              </a:xfrm>
              <a:prstGeom prst="rect">
                <a:avLst/>
              </a:prstGeom>
            </p:spPr>
          </p:pic>
          <p:pic>
            <p:nvPicPr>
              <p:cNvPr id="25" name="그림 24">
                <a:extLst>
                  <a:ext uri="{FF2B5EF4-FFF2-40B4-BE49-F238E27FC236}">
                    <a16:creationId xmlns:a16="http://schemas.microsoft.com/office/drawing/2014/main" id="{F439FBE6-C2DB-616E-24F6-D0FF7F496EA2}"/>
                  </a:ext>
                </a:extLst>
              </p:cNvPr>
              <p:cNvPicPr>
                <a:picLocks noChangeAspect="1"/>
              </p:cNvPicPr>
              <p:nvPr/>
            </p:nvPicPr>
            <p:blipFill>
              <a:blip r:embed="rId35"/>
              <a:stretch>
                <a:fillRect/>
              </a:stretch>
            </p:blipFill>
            <p:spPr>
              <a:xfrm>
                <a:off x="1537204" y="6163314"/>
                <a:ext cx="63500" cy="63500"/>
              </a:xfrm>
              <a:prstGeom prst="rect">
                <a:avLst/>
              </a:prstGeom>
            </p:spPr>
          </p:pic>
          <p:pic>
            <p:nvPicPr>
              <p:cNvPr id="26" name="그림 25">
                <a:extLst>
                  <a:ext uri="{FF2B5EF4-FFF2-40B4-BE49-F238E27FC236}">
                    <a16:creationId xmlns:a16="http://schemas.microsoft.com/office/drawing/2014/main" id="{E22999A5-DD92-489C-C7F3-01F5D81F6AA7}"/>
                  </a:ext>
                </a:extLst>
              </p:cNvPr>
              <p:cNvPicPr>
                <a:picLocks noChangeAspect="1"/>
              </p:cNvPicPr>
              <p:nvPr/>
            </p:nvPicPr>
            <p:blipFill>
              <a:blip r:embed="rId35"/>
              <a:stretch>
                <a:fillRect/>
              </a:stretch>
            </p:blipFill>
            <p:spPr>
              <a:xfrm>
                <a:off x="1537204" y="6542660"/>
                <a:ext cx="63500" cy="63500"/>
              </a:xfrm>
              <a:prstGeom prst="rect">
                <a:avLst/>
              </a:prstGeom>
            </p:spPr>
          </p:pic>
          <p:pic>
            <p:nvPicPr>
              <p:cNvPr id="27" name="그림 26">
                <a:extLst>
                  <a:ext uri="{FF2B5EF4-FFF2-40B4-BE49-F238E27FC236}">
                    <a16:creationId xmlns:a16="http://schemas.microsoft.com/office/drawing/2014/main" id="{02547198-BE3B-6B4C-4BAD-A77B5B0CE41E}"/>
                  </a:ext>
                </a:extLst>
              </p:cNvPr>
              <p:cNvPicPr>
                <a:picLocks noChangeAspect="1"/>
              </p:cNvPicPr>
              <p:nvPr/>
            </p:nvPicPr>
            <p:blipFill>
              <a:blip r:embed="rId35"/>
              <a:stretch>
                <a:fillRect/>
              </a:stretch>
            </p:blipFill>
            <p:spPr>
              <a:xfrm>
                <a:off x="1537204" y="6907369"/>
                <a:ext cx="63500" cy="63500"/>
              </a:xfrm>
              <a:prstGeom prst="rect">
                <a:avLst/>
              </a:prstGeom>
            </p:spPr>
          </p:pic>
          <p:pic>
            <p:nvPicPr>
              <p:cNvPr id="55" name="그림 54">
                <a:extLst>
                  <a:ext uri="{FF2B5EF4-FFF2-40B4-BE49-F238E27FC236}">
                    <a16:creationId xmlns:a16="http://schemas.microsoft.com/office/drawing/2014/main" id="{BBAC0228-CF83-0788-3D24-795F11014BB7}"/>
                  </a:ext>
                </a:extLst>
              </p:cNvPr>
              <p:cNvPicPr>
                <a:picLocks noChangeAspect="1"/>
              </p:cNvPicPr>
              <p:nvPr/>
            </p:nvPicPr>
            <p:blipFill>
              <a:blip r:embed="rId35"/>
              <a:stretch>
                <a:fillRect/>
              </a:stretch>
            </p:blipFill>
            <p:spPr>
              <a:xfrm>
                <a:off x="1537204" y="2881588"/>
                <a:ext cx="63500" cy="63500"/>
              </a:xfrm>
              <a:prstGeom prst="rect">
                <a:avLst/>
              </a:prstGeom>
            </p:spPr>
          </p:pic>
          <p:pic>
            <p:nvPicPr>
              <p:cNvPr id="56" name="그림 55">
                <a:extLst>
                  <a:ext uri="{FF2B5EF4-FFF2-40B4-BE49-F238E27FC236}">
                    <a16:creationId xmlns:a16="http://schemas.microsoft.com/office/drawing/2014/main" id="{065CF1BB-3387-2C92-4818-BF41FC30027E}"/>
                  </a:ext>
                </a:extLst>
              </p:cNvPr>
              <p:cNvPicPr>
                <a:picLocks noChangeAspect="1"/>
              </p:cNvPicPr>
              <p:nvPr/>
            </p:nvPicPr>
            <p:blipFill>
              <a:blip r:embed="rId35"/>
              <a:stretch>
                <a:fillRect/>
              </a:stretch>
            </p:blipFill>
            <p:spPr>
              <a:xfrm>
                <a:off x="1537204" y="3254848"/>
                <a:ext cx="63500" cy="63500"/>
              </a:xfrm>
              <a:prstGeom prst="rect">
                <a:avLst/>
              </a:prstGeom>
            </p:spPr>
          </p:pic>
          <p:pic>
            <p:nvPicPr>
              <p:cNvPr id="57" name="그림 56">
                <a:extLst>
                  <a:ext uri="{FF2B5EF4-FFF2-40B4-BE49-F238E27FC236}">
                    <a16:creationId xmlns:a16="http://schemas.microsoft.com/office/drawing/2014/main" id="{0A97423B-F40E-69DA-36C6-0734FBB73095}"/>
                  </a:ext>
                </a:extLst>
              </p:cNvPr>
              <p:cNvPicPr>
                <a:picLocks noChangeAspect="1"/>
              </p:cNvPicPr>
              <p:nvPr/>
            </p:nvPicPr>
            <p:blipFill>
              <a:blip r:embed="rId35"/>
              <a:stretch>
                <a:fillRect/>
              </a:stretch>
            </p:blipFill>
            <p:spPr>
              <a:xfrm>
                <a:off x="1537204" y="7282137"/>
                <a:ext cx="63500" cy="63500"/>
              </a:xfrm>
              <a:prstGeom prst="rect">
                <a:avLst/>
              </a:prstGeom>
            </p:spPr>
          </p:pic>
        </p:grpSp>
      </p:grpSp>
      <p:grpSp>
        <p:nvGrpSpPr>
          <p:cNvPr id="58" name="그룹 57">
            <a:extLst>
              <a:ext uri="{FF2B5EF4-FFF2-40B4-BE49-F238E27FC236}">
                <a16:creationId xmlns:a16="http://schemas.microsoft.com/office/drawing/2014/main" id="{F76DF436-1AE8-1414-E398-E7744878A006}"/>
              </a:ext>
            </a:extLst>
          </p:cNvPr>
          <p:cNvGrpSpPr/>
          <p:nvPr/>
        </p:nvGrpSpPr>
        <p:grpSpPr>
          <a:xfrm>
            <a:off x="1077701" y="7883251"/>
            <a:ext cx="5856388" cy="353649"/>
            <a:chOff x="1072729" y="7781827"/>
            <a:chExt cx="5856388" cy="353649"/>
          </a:xfrm>
        </p:grpSpPr>
        <p:sp>
          <p:nvSpPr>
            <p:cNvPr id="59" name="TextBox 58">
              <a:extLst>
                <a:ext uri="{FF2B5EF4-FFF2-40B4-BE49-F238E27FC236}">
                  <a16:creationId xmlns:a16="http://schemas.microsoft.com/office/drawing/2014/main" id="{717697CB-F0A2-2344-1AAA-2A1A618CF0EC}"/>
                </a:ext>
              </a:extLst>
            </p:cNvPr>
            <p:cNvSpPr txBox="1"/>
            <p:nvPr/>
          </p:nvSpPr>
          <p:spPr>
            <a:xfrm>
              <a:off x="1782982" y="7783905"/>
              <a:ext cx="5146135" cy="351571"/>
            </a:xfrm>
            <a:prstGeom prst="rect">
              <a:avLst/>
            </a:prstGeom>
            <a:noFill/>
          </p:spPr>
          <p:txBody>
            <a:bodyPr wrap="square" lIns="0" tIns="0" rIns="0" bIns="0" rtlCol="0" anchor="t" anchorCtr="0">
              <a:spAutoFit/>
            </a:bodyPr>
            <a:lstStyle>
              <a:defPPr>
                <a:defRPr lang="ko-KR"/>
              </a:defPPr>
              <a:lvl1pPr>
                <a:lnSpc>
                  <a:spcPct val="150000"/>
                </a:lnSpc>
                <a:defRPr sz="800" b="1">
                  <a:solidFill>
                    <a:srgbClr val="002060"/>
                  </a:solidFill>
                  <a:latin typeface="나눔스퀘어 ExtraBold" panose="020B0600000101010101" pitchFamily="50" charset="-127"/>
                  <a:ea typeface="나눔스퀘어 ExtraBold" panose="020B0600000101010101" pitchFamily="50" charset="-127"/>
                </a:defRPr>
              </a:lvl1pPr>
            </a:lstStyle>
            <a:p>
              <a:r>
                <a:rPr lang="en-US" altLang="ko-KR" b="0">
                  <a:hlinkClick r:id="rId36">
                    <a:extLst>
                      <a:ext uri="{A12FA001-AC4F-418D-AE19-62706E023703}">
                        <ahyp:hlinkClr xmlns:ahyp="http://schemas.microsoft.com/office/drawing/2018/hyperlinkcolor" val="tx"/>
                      </a:ext>
                    </a:extLst>
                  </a:hlinkClick>
                </a:rPr>
                <a:t>EVE creator awards</a:t>
              </a:r>
              <a:r>
                <a:rPr lang="en-US" altLang="ko-KR" b="0"/>
                <a:t> </a:t>
              </a:r>
            </a:p>
            <a:p>
              <a:r>
                <a:rPr lang="en-US" altLang="ko-KR" b="0">
                  <a:hlinkClick r:id="rId37">
                    <a:extLst>
                      <a:ext uri="{A12FA001-AC4F-418D-AE19-62706E023703}">
                        <ahyp:hlinkClr xmlns:ahyp="http://schemas.microsoft.com/office/drawing/2018/hyperlinkcolor" val="tx"/>
                      </a:ext>
                    </a:extLst>
                  </a:hlinkClick>
                </a:rPr>
                <a:t>Lunar new year packs + gift</a:t>
              </a:r>
              <a:r>
                <a:rPr lang="en-US" altLang="ko-KR" b="0"/>
                <a:t> </a:t>
              </a:r>
            </a:p>
          </p:txBody>
        </p:sp>
        <p:sp>
          <p:nvSpPr>
            <p:cNvPr id="60" name="TextBox 59">
              <a:extLst>
                <a:ext uri="{FF2B5EF4-FFF2-40B4-BE49-F238E27FC236}">
                  <a16:creationId xmlns:a16="http://schemas.microsoft.com/office/drawing/2014/main" id="{FBAE6AB4-8596-4E96-BF9A-6EFD14A3FCB8}"/>
                </a:ext>
              </a:extLst>
            </p:cNvPr>
            <p:cNvSpPr txBox="1"/>
            <p:nvPr/>
          </p:nvSpPr>
          <p:spPr>
            <a:xfrm>
              <a:off x="1072729" y="7781827"/>
              <a:ext cx="317458" cy="351571"/>
            </a:xfrm>
            <a:prstGeom prst="rect">
              <a:avLst/>
            </a:prstGeom>
            <a:noFill/>
          </p:spPr>
          <p:txBody>
            <a:bodyPr wrap="none" lIns="0" tIns="0" rIns="0" bIns="0" rtlCol="0" anchor="t" anchorCtr="0">
              <a:spAutoFit/>
            </a:bodyPr>
            <a:lstStyle/>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02. 12</a:t>
              </a:r>
            </a:p>
            <a:p>
              <a:pPr algn="r">
                <a:lnSpc>
                  <a:spcPct val="150000"/>
                </a:lnSpc>
              </a:pPr>
              <a:r>
                <a:rPr lang="en-US" altLang="ko-KR" sz="800">
                  <a:solidFill>
                    <a:srgbClr val="002060"/>
                  </a:solidFill>
                  <a:latin typeface="나눔스퀘어 ExtraBold" panose="020B0600000101010101" pitchFamily="50" charset="-127"/>
                  <a:ea typeface="나눔스퀘어 ExtraBold" panose="020B0600000101010101" pitchFamily="50" charset="-127"/>
                </a:rPr>
                <a:t>02. 18</a:t>
              </a:r>
            </a:p>
          </p:txBody>
        </p:sp>
        <p:cxnSp>
          <p:nvCxnSpPr>
            <p:cNvPr id="61" name="직선 연결선[R] 16">
              <a:extLst>
                <a:ext uri="{FF2B5EF4-FFF2-40B4-BE49-F238E27FC236}">
                  <a16:creationId xmlns:a16="http://schemas.microsoft.com/office/drawing/2014/main" id="{3C26FFD6-1C46-A158-C646-FA58C8AAA500}"/>
                </a:ext>
              </a:extLst>
            </p:cNvPr>
            <p:cNvCxnSpPr>
              <a:cxnSpLocks/>
              <a:stCxn id="67" idx="2"/>
              <a:endCxn id="66" idx="0"/>
            </p:cNvCxnSpPr>
            <p:nvPr/>
          </p:nvCxnSpPr>
          <p:spPr>
            <a:xfrm flipV="1">
              <a:off x="1574745" y="7844934"/>
              <a:ext cx="0" cy="257149"/>
            </a:xfrm>
            <a:prstGeom prst="line">
              <a:avLst/>
            </a:prstGeom>
            <a:ln>
              <a:solidFill>
                <a:srgbClr val="B7B7B7"/>
              </a:solidFill>
            </a:ln>
          </p:spPr>
          <p:style>
            <a:lnRef idx="1">
              <a:schemeClr val="accent1"/>
            </a:lnRef>
            <a:fillRef idx="0">
              <a:schemeClr val="accent1"/>
            </a:fillRef>
            <a:effectRef idx="0">
              <a:schemeClr val="accent1"/>
            </a:effectRef>
            <a:fontRef idx="minor">
              <a:schemeClr val="tx1"/>
            </a:fontRef>
          </p:style>
        </p:cxnSp>
        <p:pic>
          <p:nvPicPr>
            <p:cNvPr id="66" name="그림 65">
              <a:extLst>
                <a:ext uri="{FF2B5EF4-FFF2-40B4-BE49-F238E27FC236}">
                  <a16:creationId xmlns:a16="http://schemas.microsoft.com/office/drawing/2014/main" id="{844608DC-B7FA-BC12-7780-50CBED564000}"/>
                </a:ext>
              </a:extLst>
            </p:cNvPr>
            <p:cNvPicPr>
              <a:picLocks noChangeAspect="1"/>
            </p:cNvPicPr>
            <p:nvPr/>
          </p:nvPicPr>
          <p:blipFill>
            <a:blip r:embed="rId35"/>
            <a:stretch>
              <a:fillRect/>
            </a:stretch>
          </p:blipFill>
          <p:spPr>
            <a:xfrm>
              <a:off x="1542995" y="7844934"/>
              <a:ext cx="63500" cy="63500"/>
            </a:xfrm>
            <a:prstGeom prst="rect">
              <a:avLst/>
            </a:prstGeom>
          </p:spPr>
        </p:pic>
        <p:pic>
          <p:nvPicPr>
            <p:cNvPr id="67" name="그림 66">
              <a:extLst>
                <a:ext uri="{FF2B5EF4-FFF2-40B4-BE49-F238E27FC236}">
                  <a16:creationId xmlns:a16="http://schemas.microsoft.com/office/drawing/2014/main" id="{205F7227-E550-005C-2468-C1FDE90291D4}"/>
                </a:ext>
              </a:extLst>
            </p:cNvPr>
            <p:cNvPicPr>
              <a:picLocks noChangeAspect="1"/>
            </p:cNvPicPr>
            <p:nvPr/>
          </p:nvPicPr>
          <p:blipFill>
            <a:blip r:embed="rId35"/>
            <a:stretch>
              <a:fillRect/>
            </a:stretch>
          </p:blipFill>
          <p:spPr>
            <a:xfrm>
              <a:off x="1542995" y="8038583"/>
              <a:ext cx="63500" cy="63500"/>
            </a:xfrm>
            <a:prstGeom prst="rect">
              <a:avLst/>
            </a:prstGeom>
          </p:spPr>
        </p:pic>
      </p:grpSp>
    </p:spTree>
    <p:extLst>
      <p:ext uri="{BB962C8B-B14F-4D97-AF65-F5344CB8AC3E}">
        <p14:creationId xmlns:p14="http://schemas.microsoft.com/office/powerpoint/2010/main" val="2141349456"/>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11f881f-8bf0-4064-84da-0972f53255bb">
      <Terms xmlns="http://schemas.microsoft.com/office/infopath/2007/PartnerControls"/>
    </lcf76f155ced4ddcb4097134ff3c332f>
    <TaxCatchAll xmlns="be7d33b0-c7a6-4497-aed8-536087fe7c19" xsi:nil="true"/>
    <_ip_UnifiedCompliancePolicyUIAction xmlns="http://schemas.microsoft.com/sharepoint/v3" xsi:nil="true"/>
    <_ip_UnifiedCompliancePolicyProperties xmlns="http://schemas.microsoft.com/sharepoint/v3" xsi:nil="true"/>
    <_xc5f0__xacb0__xc8fc__xc18c_ xmlns="711f881f-8bf0-4064-84da-0972f53255bb">
      <Url xsi:nil="true"/>
      <Description xsi:nil="true"/>
    </_xc5f0__xacb0__xc8fc__xc18c_>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B7E2DDDC8260FC4FB70E5C28229CA127" ma:contentTypeVersion="22" ma:contentTypeDescription="새 문서를 만듭니다." ma:contentTypeScope="" ma:versionID="8759d25b0b508bb0cb1f44e3d484686f">
  <xsd:schema xmlns:xsd="http://www.w3.org/2001/XMLSchema" xmlns:xs="http://www.w3.org/2001/XMLSchema" xmlns:p="http://schemas.microsoft.com/office/2006/metadata/properties" xmlns:ns1="http://schemas.microsoft.com/sharepoint/v3" xmlns:ns2="711f881f-8bf0-4064-84da-0972f53255bb" xmlns:ns3="be7d33b0-c7a6-4497-aed8-536087fe7c19" targetNamespace="http://schemas.microsoft.com/office/2006/metadata/properties" ma:root="true" ma:fieldsID="6328e0cb79715085b1c6059660f0d031" ns1:_="" ns2:_="" ns3:_="">
    <xsd:import namespace="http://schemas.microsoft.com/sharepoint/v3"/>
    <xsd:import namespace="711f881f-8bf0-4064-84da-0972f53255bb"/>
    <xsd:import namespace="be7d33b0-c7a6-4497-aed8-536087fe7c1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_xc5f0__xacb0__xc8fc__xc18c_"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통합 준수 정책 속성" ma:hidden="true" ma:internalName="_ip_UnifiedCompliancePolicyProperties">
      <xsd:simpleType>
        <xsd:restriction base="dms:Note"/>
      </xsd:simpleType>
    </xsd:element>
    <xsd:element name="_ip_UnifiedCompliancePolicyUIAction" ma:index="21" nillable="true" ma:displayName="통합 준수 정책 UI 작업"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1f881f-8bf0-4064-84da-0972f53255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이미지 태그" ma:readOnly="false" ma:fieldId="{5cf76f15-5ced-4ddc-b409-7134ff3c332f}" ma:taxonomyMulti="true" ma:sspId="81b6a927-023b-43cf-8fcc-28dcb50bb96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_xc5f0__xacb0__xc8fc__xc18c_" ma:index="28" nillable="true" ma:displayName="연결주소" ma:format="Hyperlink" ma:internalName="_xc5f0__xacb0__xc8fc__xc18c_">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7d33b0-c7a6-4497-aed8-536087fe7c19" elementFormDefault="qualified">
    <xsd:import namespace="http://schemas.microsoft.com/office/2006/documentManagement/types"/>
    <xsd:import namespace="http://schemas.microsoft.com/office/infopath/2007/PartnerControls"/>
    <xsd:element name="SharedWithUsers" ma:index="12"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세부 정보 공유" ma:internalName="SharedWithDetails" ma:readOnly="true">
      <xsd:simpleType>
        <xsd:restriction base="dms:Note">
          <xsd:maxLength value="255"/>
        </xsd:restriction>
      </xsd:simpleType>
    </xsd:element>
    <xsd:element name="TaxCatchAll" ma:index="25" nillable="true" ma:displayName="Taxonomy Catch All Column" ma:hidden="true" ma:list="{b56aed12-3b9c-4819-bb44-b7c7c57f3174}" ma:internalName="TaxCatchAll" ma:showField="CatchAllData" ma:web="be7d33b0-c7a6-4497-aed8-536087fe7c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F6DDCF-8CFB-454A-BAF3-4E956EB9A9DB}">
  <ds:schemaRefs>
    <ds:schemaRef ds:uri="711f881f-8bf0-4064-84da-0972f53255bb"/>
    <ds:schemaRef ds:uri="be7d33b0-c7a6-4497-aed8-536087fe7c1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3578851-EE5E-4186-A9B6-27396E57CB6C}">
  <ds:schemaRefs>
    <ds:schemaRef ds:uri="http://schemas.microsoft.com/sharepoint/v3/contenttype/forms"/>
  </ds:schemaRefs>
</ds:datastoreItem>
</file>

<file path=customXml/itemProps3.xml><?xml version="1.0" encoding="utf-8"?>
<ds:datastoreItem xmlns:ds="http://schemas.openxmlformats.org/officeDocument/2006/customXml" ds:itemID="{CDEF732B-9FB8-4A47-BA59-6F49ECB14558}">
  <ds:schemaRefs>
    <ds:schemaRef ds:uri="711f881f-8bf0-4064-84da-0972f53255bb"/>
    <ds:schemaRef ds:uri="be7d33b0-c7a6-4497-aed8-536087fe7c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d41fc1c0-0c04-4fba-ba91-10b5dedc7df0}" enabled="1" method="Privileged" siteId="{4cce2d09-7ef7-4338-acc3-060d08fc21a4}"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2</Slides>
  <Notes>1</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테마</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PEARL</dc:creator>
  <cp:revision>1</cp:revision>
  <cp:lastPrinted>2026-02-10T08:22:08Z</cp:lastPrinted>
  <dcterms:created xsi:type="dcterms:W3CDTF">2018-10-26T09:43:57Z</dcterms:created>
  <dcterms:modified xsi:type="dcterms:W3CDTF">2026-03-19T02:06:05Z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0x010100B7E2DDDC8260FC4FB70E5C28229CA127</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TriggerFlowInfo">
    <vt:lpwstr/>
  </property>
  <property fmtid="{D5CDD505-2E9C-101B-9397-08002B2CF9AE}" pid="8" name="xd_Signature">
    <vt:bool>false</vt:bool>
  </property>
  <property fmtid="{D5CDD505-2E9C-101B-9397-08002B2CF9AE}" pid="9" name="MediaServiceImageTags">
    <vt:lpwstr/>
  </property>
  <property fmtid="{D5CDD505-2E9C-101B-9397-08002B2CF9AE}" pid="10" name="MSIP_Label_d41fc1c0-0c04-4fba-ba91-10b5dedc7df0_Enabled">
    <vt:lpwstr>true</vt:lpwstr>
  </property>
  <property fmtid="{D5CDD505-2E9C-101B-9397-08002B2CF9AE}" pid="11" name="MSIP_Label_d41fc1c0-0c04-4fba-ba91-10b5dedc7df0_SetDate">
    <vt:lpwstr>2023-05-11T05:06:52Z</vt:lpwstr>
  </property>
  <property fmtid="{D5CDD505-2E9C-101B-9397-08002B2CF9AE}" pid="12" name="MSIP_Label_d41fc1c0-0c04-4fba-ba91-10b5dedc7df0_Method">
    <vt:lpwstr>Privileged</vt:lpwstr>
  </property>
  <property fmtid="{D5CDD505-2E9C-101B-9397-08002B2CF9AE}" pid="13" name="MSIP_Label_d41fc1c0-0c04-4fba-ba91-10b5dedc7df0_Name">
    <vt:lpwstr>외부공유</vt:lpwstr>
  </property>
  <property fmtid="{D5CDD505-2E9C-101B-9397-08002B2CF9AE}" pid="14" name="MSIP_Label_d41fc1c0-0c04-4fba-ba91-10b5dedc7df0_SiteId">
    <vt:lpwstr>4cce2d09-7ef7-4338-acc3-060d08fc21a4</vt:lpwstr>
  </property>
  <property fmtid="{D5CDD505-2E9C-101B-9397-08002B2CF9AE}" pid="15" name="MSIP_Label_d41fc1c0-0c04-4fba-ba91-10b5dedc7df0_ActionId">
    <vt:lpwstr>e7d729f1-d7d4-47d7-8261-ccc328bcb579</vt:lpwstr>
  </property>
  <property fmtid="{D5CDD505-2E9C-101B-9397-08002B2CF9AE}" pid="16" name="MSIP_Label_d41fc1c0-0c04-4fba-ba91-10b5dedc7df0_ContentBits">
    <vt:lpwstr>0</vt:lpwstr>
  </property>
</Properties>
</file>